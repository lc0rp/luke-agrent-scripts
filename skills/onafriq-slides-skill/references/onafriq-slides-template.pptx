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0" r:id="rId5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9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88" r:id="rId24"/>
    <p:sldId id="275" r:id="rId25"/>
    <p:sldId id="276" r:id="rId26"/>
    <p:sldId id="281" r:id="rId27"/>
    <p:sldId id="278" r:id="rId28"/>
    <p:sldId id="294" r:id="rId29"/>
    <p:sldId id="295" r:id="rId30"/>
    <p:sldId id="296" r:id="rId31"/>
    <p:sldId id="283" r:id="rId32"/>
    <p:sldId id="284" r:id="rId33"/>
    <p:sldId id="285" r:id="rId34"/>
    <p:sldId id="286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00"/>
    <a:srgbClr val="323232"/>
    <a:srgbClr val="FE7E05"/>
    <a:srgbClr val="555A5A"/>
    <a:srgbClr val="FAFF00"/>
    <a:srgbClr val="2F3235"/>
    <a:srgbClr val="ECECEC"/>
    <a:srgbClr val="FE8001"/>
    <a:srgbClr val="FE7F11"/>
    <a:srgbClr val="FE741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445" autoAdjust="0"/>
    <p:restoredTop sz="86338" autoAdjust="0"/>
  </p:normalViewPr>
  <p:slideViewPr>
    <p:cSldViewPr snapToGrid="0" snapToObjects="1">
      <p:cViewPr>
        <p:scale>
          <a:sx n="60" d="100"/>
          <a:sy n="60" d="100"/>
        </p:scale>
        <p:origin x="3568" y="29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5" d="100"/>
        <a:sy n="5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4D-4AD9-9EA6-7D3F4B057B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4D-4AD9-9EA6-7D3F4B057B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4D-4AD9-9EA6-7D3F4B057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6506072"/>
        <c:axId val="826506432"/>
      </c:barChart>
      <c:catAx>
        <c:axId val="826506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506432"/>
        <c:crosses val="autoZero"/>
        <c:auto val="1"/>
        <c:lblAlgn val="ctr"/>
        <c:lblOffset val="100"/>
        <c:noMultiLvlLbl val="0"/>
      </c:catAx>
      <c:valAx>
        <c:axId val="826506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506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38-403D-87F0-46581EF0C9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38-403D-87F0-46581EF0C9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38-403D-87F0-46581EF0C90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538-403D-87F0-46581EF0C9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6507512"/>
        <c:axId val="826511832"/>
      </c:lineChart>
      <c:catAx>
        <c:axId val="826507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511832"/>
        <c:crosses val="autoZero"/>
        <c:auto val="1"/>
        <c:lblAlgn val="ctr"/>
        <c:lblOffset val="100"/>
        <c:noMultiLvlLbl val="0"/>
      </c:catAx>
      <c:valAx>
        <c:axId val="826511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507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E3568-9B83-1D46-B202-3717476A5F0C}" type="datetimeFigureOut">
              <a:rPr lang="en-US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980AA-73B3-7446-BFDE-97A0DB2FCA92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5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18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ver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9853DB0-5FC5-D7CE-FDCC-2C0559B673EC}"/>
              </a:ext>
            </a:extLst>
          </p:cNvPr>
          <p:cNvSpPr/>
          <p:nvPr userDrawn="1"/>
        </p:nvSpPr>
        <p:spPr>
          <a:xfrm>
            <a:off x="-132080" y="-184041"/>
            <a:ext cx="12451080" cy="7275721"/>
          </a:xfrm>
          <a:prstGeom prst="rect">
            <a:avLst/>
          </a:prstGeom>
          <a:solidFill>
            <a:schemeClr val="tx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CA8F1E-962E-8B68-E2F7-00E2455525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79827 w 12192000"/>
              <a:gd name="connsiteY0" fmla="*/ 394685 h 6858000"/>
              <a:gd name="connsiteX1" fmla="*/ 379827 w 12192000"/>
              <a:gd name="connsiteY1" fmla="*/ 6429570 h 6858000"/>
              <a:gd name="connsiteX2" fmla="*/ 10399418 w 12192000"/>
              <a:gd name="connsiteY2" fmla="*/ 6429570 h 6858000"/>
              <a:gd name="connsiteX3" fmla="*/ 11754853 w 12192000"/>
              <a:gd name="connsiteY3" fmla="*/ 5074135 h 6858000"/>
              <a:gd name="connsiteX4" fmla="*/ 11754853 w 12192000"/>
              <a:gd name="connsiteY4" fmla="*/ 39468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79827" y="394685"/>
                </a:moveTo>
                <a:lnTo>
                  <a:pt x="379827" y="6429570"/>
                </a:lnTo>
                <a:lnTo>
                  <a:pt x="10399418" y="6429570"/>
                </a:lnTo>
                <a:cubicBezTo>
                  <a:pt x="11148004" y="6429570"/>
                  <a:pt x="11754853" y="5822721"/>
                  <a:pt x="11754853" y="5074135"/>
                </a:cubicBezTo>
                <a:lnTo>
                  <a:pt x="11754853" y="3946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8CA82BD-F332-5B3D-7C04-C3096C242D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001" y="3280935"/>
            <a:ext cx="10374405" cy="2960359"/>
          </a:xfrm>
        </p:spPr>
        <p:txBody>
          <a:bodyPr lIns="0" anchor="t"/>
          <a:lstStyle>
            <a:lvl1pPr algn="l">
              <a:lnSpc>
                <a:spcPct val="100000"/>
              </a:lnSpc>
              <a:defRPr sz="5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232ADE4-A6FE-7B8D-9D25-B2A01788B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794" y="766315"/>
            <a:ext cx="1621674" cy="464033"/>
          </a:xfrm>
          <a:prstGeom prst="rect">
            <a:avLst/>
          </a:prstGeom>
        </p:spPr>
      </p:pic>
      <p:sp>
        <p:nvSpPr>
          <p:cNvPr id="27" name="Subtitle 2">
            <a:extLst>
              <a:ext uri="{FF2B5EF4-FFF2-40B4-BE49-F238E27FC236}">
                <a16:creationId xmlns:a16="http://schemas.microsoft.com/office/drawing/2014/main" id="{7FE46992-6CE2-A146-F8EF-5162B8CB5D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9678" y="4877467"/>
            <a:ext cx="10374405" cy="866521"/>
          </a:xfrm>
        </p:spPr>
        <p:txBody>
          <a:bodyPr l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5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940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over photo">
    <p:bg>
      <p:bgPr>
        <a:blipFill dpi="0" rotWithShape="1">
          <a:blip r:embed="rId2">
            <a:lum/>
          </a:blip>
          <a:srcRect/>
          <a:stretch>
            <a:fillRect t="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2DF6729-4076-3D9F-4E94-EA6810EA8992}"/>
              </a:ext>
            </a:extLst>
          </p:cNvPr>
          <p:cNvSpPr/>
          <p:nvPr userDrawn="1"/>
        </p:nvSpPr>
        <p:spPr>
          <a:xfrm>
            <a:off x="-132080" y="-184041"/>
            <a:ext cx="12451080" cy="727572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948B12C-7315-CFF3-1197-3A113A3C94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79827 w 12192000"/>
              <a:gd name="connsiteY0" fmla="*/ 394685 h 6858000"/>
              <a:gd name="connsiteX1" fmla="*/ 379827 w 12192000"/>
              <a:gd name="connsiteY1" fmla="*/ 6429570 h 6858000"/>
              <a:gd name="connsiteX2" fmla="*/ 10399418 w 12192000"/>
              <a:gd name="connsiteY2" fmla="*/ 6429570 h 6858000"/>
              <a:gd name="connsiteX3" fmla="*/ 11754853 w 12192000"/>
              <a:gd name="connsiteY3" fmla="*/ 5074135 h 6858000"/>
              <a:gd name="connsiteX4" fmla="*/ 11754853 w 12192000"/>
              <a:gd name="connsiteY4" fmla="*/ 39468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79827" y="394685"/>
                </a:moveTo>
                <a:lnTo>
                  <a:pt x="379827" y="6429570"/>
                </a:lnTo>
                <a:lnTo>
                  <a:pt x="10399418" y="6429570"/>
                </a:lnTo>
                <a:cubicBezTo>
                  <a:pt x="11148004" y="6429570"/>
                  <a:pt x="11754853" y="5822721"/>
                  <a:pt x="11754853" y="5074135"/>
                </a:cubicBezTo>
                <a:lnTo>
                  <a:pt x="11754853" y="3946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C9146A7-14B9-24D2-F0A6-5F4D2958D5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001" y="2853305"/>
            <a:ext cx="10374405" cy="2960359"/>
          </a:xfrm>
        </p:spPr>
        <p:txBody>
          <a:bodyPr lIns="0" anchor="t"/>
          <a:lstStyle>
            <a:lvl1pPr algn="l">
              <a:lnSpc>
                <a:spcPct val="100000"/>
              </a:lnSpc>
              <a:defRPr sz="5000" b="1">
                <a:solidFill>
                  <a:srgbClr val="F0F00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31B385FD-F6DB-CE20-19D4-15EED3B086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468" y="3699210"/>
            <a:ext cx="10374405" cy="866521"/>
          </a:xfrm>
        </p:spPr>
        <p:txBody>
          <a:bodyPr l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5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6501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Copy over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CCADDE1-4358-F803-28B6-B908ABAE8295}"/>
              </a:ext>
            </a:extLst>
          </p:cNvPr>
          <p:cNvSpPr/>
          <p:nvPr userDrawn="1"/>
        </p:nvSpPr>
        <p:spPr>
          <a:xfrm>
            <a:off x="-132080" y="-184041"/>
            <a:ext cx="12451080" cy="727572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GB" noProof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91299F-CAB9-EC1C-B089-686F218FDC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79827 w 12192000"/>
              <a:gd name="connsiteY0" fmla="*/ 394685 h 6858000"/>
              <a:gd name="connsiteX1" fmla="*/ 379827 w 12192000"/>
              <a:gd name="connsiteY1" fmla="*/ 6429570 h 6858000"/>
              <a:gd name="connsiteX2" fmla="*/ 10399418 w 12192000"/>
              <a:gd name="connsiteY2" fmla="*/ 6429570 h 6858000"/>
              <a:gd name="connsiteX3" fmla="*/ 11754853 w 12192000"/>
              <a:gd name="connsiteY3" fmla="*/ 5074135 h 6858000"/>
              <a:gd name="connsiteX4" fmla="*/ 11754853 w 12192000"/>
              <a:gd name="connsiteY4" fmla="*/ 39468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79827" y="394685"/>
                </a:moveTo>
                <a:lnTo>
                  <a:pt x="379827" y="6429570"/>
                </a:lnTo>
                <a:lnTo>
                  <a:pt x="10399418" y="6429570"/>
                </a:lnTo>
                <a:cubicBezTo>
                  <a:pt x="11148004" y="6429570"/>
                  <a:pt x="11754853" y="5822721"/>
                  <a:pt x="11754853" y="5074135"/>
                </a:cubicBezTo>
                <a:lnTo>
                  <a:pt x="11754853" y="3946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4446FD-2471-B025-3B31-D59DFB46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2137" y="2853305"/>
            <a:ext cx="11364036" cy="2960359"/>
          </a:xfrm>
        </p:spPr>
        <p:txBody>
          <a:bodyPr lIns="0" anchor="t"/>
          <a:lstStyle>
            <a:lvl1pPr algn="ctr">
              <a:lnSpc>
                <a:spcPct val="100000"/>
              </a:lnSpc>
              <a:defRPr sz="5000" b="1">
                <a:solidFill>
                  <a:srgbClr val="F0F00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7A16C16-61B6-ACE6-4AAE-F3F5A88AF9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137" y="3699210"/>
            <a:ext cx="11364036" cy="866521"/>
          </a:xfrm>
        </p:spPr>
        <p:txBody>
          <a:bodyPr l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5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0798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on yellow box over photo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1BFD45F4-E483-3528-2D25-E864D8BAA174}"/>
              </a:ext>
            </a:extLst>
          </p:cNvPr>
          <p:cNvSpPr/>
          <p:nvPr userDrawn="1"/>
        </p:nvSpPr>
        <p:spPr>
          <a:xfrm rot="10800000">
            <a:off x="372978" y="385009"/>
            <a:ext cx="3818021" cy="6079958"/>
          </a:xfrm>
          <a:prstGeom prst="snipRoundRect">
            <a:avLst>
              <a:gd name="adj1" fmla="val 36835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7C69441-7650-1584-B776-C728573245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441" y="5843838"/>
            <a:ext cx="883757" cy="25288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0C7F12F-5298-9793-5169-AB98DC61C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001" y="632885"/>
            <a:ext cx="2867159" cy="2960359"/>
          </a:xfrm>
        </p:spPr>
        <p:txBody>
          <a:bodyPr lIns="0" anchor="t"/>
          <a:lstStyle>
            <a:lvl1pPr algn="l">
              <a:lnSpc>
                <a:spcPct val="100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BFF693-4B6B-234E-1164-A19F0166F3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469" y="2935918"/>
            <a:ext cx="2694483" cy="866521"/>
          </a:xfrm>
        </p:spPr>
        <p:txBody>
          <a:bodyPr l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9175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ver flat card">
    <p:bg>
      <p:bgPr>
        <a:solidFill>
          <a:srgbClr val="F0F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A2DCD9-8C0A-F274-9941-A91C0596595E}"/>
              </a:ext>
            </a:extLst>
          </p:cNvPr>
          <p:cNvSpPr/>
          <p:nvPr userDrawn="1"/>
        </p:nvSpPr>
        <p:spPr>
          <a:xfrm>
            <a:off x="356072" y="5621505"/>
            <a:ext cx="11165305" cy="83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E71075-33C3-37AB-9040-FF12A08F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70" y="3007919"/>
            <a:ext cx="10875159" cy="649681"/>
          </a:xfrm>
        </p:spPr>
        <p:txBody>
          <a:bodyPr/>
          <a:lstStyle>
            <a:lvl1pPr>
              <a:defRPr>
                <a:solidFill>
                  <a:srgbClr val="323232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A1BF06A-FDD2-257C-083C-8C6E0D1313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79827 w 12192000"/>
              <a:gd name="connsiteY0" fmla="*/ 394685 h 6858000"/>
              <a:gd name="connsiteX1" fmla="*/ 379827 w 12192000"/>
              <a:gd name="connsiteY1" fmla="*/ 6429570 h 6858000"/>
              <a:gd name="connsiteX2" fmla="*/ 10399418 w 12192000"/>
              <a:gd name="connsiteY2" fmla="*/ 6429570 h 6858000"/>
              <a:gd name="connsiteX3" fmla="*/ 11754853 w 12192000"/>
              <a:gd name="connsiteY3" fmla="*/ 5074135 h 6858000"/>
              <a:gd name="connsiteX4" fmla="*/ 11754853 w 12192000"/>
              <a:gd name="connsiteY4" fmla="*/ 39468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79827" y="394685"/>
                </a:moveTo>
                <a:lnTo>
                  <a:pt x="379827" y="6429570"/>
                </a:lnTo>
                <a:lnTo>
                  <a:pt x="10399418" y="6429570"/>
                </a:lnTo>
                <a:cubicBezTo>
                  <a:pt x="11148004" y="6429570"/>
                  <a:pt x="11754853" y="5822721"/>
                  <a:pt x="11754853" y="5074135"/>
                </a:cubicBezTo>
                <a:lnTo>
                  <a:pt x="11754853" y="3946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A3D2449-7F8F-F5C5-66A0-339A4511FF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1523" y="3699210"/>
            <a:ext cx="10374405" cy="866521"/>
          </a:xfrm>
        </p:spPr>
        <p:txBody>
          <a:bodyPr l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982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over flat card"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1075-33C3-37AB-9040-FF12A08F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70" y="3007919"/>
            <a:ext cx="10875159" cy="649681"/>
          </a:xfrm>
        </p:spPr>
        <p:txBody>
          <a:bodyPr/>
          <a:lstStyle>
            <a:lvl1pPr>
              <a:defRPr>
                <a:solidFill>
                  <a:srgbClr val="F0F000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A1BF06A-FDD2-257C-083C-8C6E0D1313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79827 w 12192000"/>
              <a:gd name="connsiteY0" fmla="*/ 394685 h 6858000"/>
              <a:gd name="connsiteX1" fmla="*/ 379827 w 12192000"/>
              <a:gd name="connsiteY1" fmla="*/ 6429570 h 6858000"/>
              <a:gd name="connsiteX2" fmla="*/ 10399418 w 12192000"/>
              <a:gd name="connsiteY2" fmla="*/ 6429570 h 6858000"/>
              <a:gd name="connsiteX3" fmla="*/ 11754853 w 12192000"/>
              <a:gd name="connsiteY3" fmla="*/ 5074135 h 6858000"/>
              <a:gd name="connsiteX4" fmla="*/ 11754853 w 12192000"/>
              <a:gd name="connsiteY4" fmla="*/ 39468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79827" y="394685"/>
                </a:moveTo>
                <a:lnTo>
                  <a:pt x="379827" y="6429570"/>
                </a:lnTo>
                <a:lnTo>
                  <a:pt x="10399418" y="6429570"/>
                </a:lnTo>
                <a:cubicBezTo>
                  <a:pt x="11148004" y="6429570"/>
                  <a:pt x="11754853" y="5822721"/>
                  <a:pt x="11754853" y="5074135"/>
                </a:cubicBezTo>
                <a:lnTo>
                  <a:pt x="11754853" y="3946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A3D2449-7F8F-F5C5-66A0-339A4511FF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1523" y="3699210"/>
            <a:ext cx="10374405" cy="866521"/>
          </a:xfrm>
        </p:spPr>
        <p:txBody>
          <a:bodyPr l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GB" sz="2500" noProof="0" dirty="0">
                <a:solidFill>
                  <a:srgbClr val="F0F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F6F2475-B617-8BE7-C8CD-95640D62B6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888" y="706439"/>
            <a:ext cx="4465637" cy="334962"/>
          </a:xfrm>
        </p:spPr>
        <p:txBody>
          <a:bodyPr/>
          <a:lstStyle>
            <a:lvl1pPr marL="0" indent="0">
              <a:buNone/>
              <a:defRPr sz="2500" b="0">
                <a:solidFill>
                  <a:srgbClr val="F0F000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noProof="0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65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f confidentiality">
    <p:bg>
      <p:bgPr>
        <a:solidFill>
          <a:srgbClr val="F0F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019FFC0-0866-4641-DE3B-F1F20A3E93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65381" y="0"/>
            <a:ext cx="192662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A9A738A-BC26-3D9A-47DF-6491951B44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206" y="2116327"/>
            <a:ext cx="4587232" cy="1600414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Statement of confidentiality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EFECE0E-67FC-4E24-9F42-6AB28B9C98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519" y="3763201"/>
            <a:ext cx="5397500" cy="18303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Body copy to be placed here. </a:t>
            </a:r>
            <a:br>
              <a:rPr lang="en-GB" noProof="0" dirty="0"/>
            </a:br>
            <a:r>
              <a:rPr lang="en-GB" noProof="0" dirty="0"/>
              <a:t>The information contained in this presentation </a:t>
            </a:r>
            <a:br>
              <a:rPr lang="en-GB" noProof="0" dirty="0"/>
            </a:br>
            <a:r>
              <a:rPr lang="en-GB" noProof="0" dirty="0"/>
              <a:t>slide-pack is confidential information and should not be disclosed without </a:t>
            </a:r>
            <a:r>
              <a:rPr lang="en-GB" noProof="0" dirty="0" err="1"/>
              <a:t>Onafriq’s</a:t>
            </a:r>
            <a:r>
              <a:rPr lang="en-GB" noProof="0" dirty="0"/>
              <a:t> permission. </a:t>
            </a:r>
          </a:p>
          <a:p>
            <a:pPr lvl="0"/>
            <a:r>
              <a:rPr lang="en-GB" noProof="0" dirty="0"/>
              <a:t>No part of this document may be disclosed, printed, copied, or disseminated in any form or by any means, without prior permission from </a:t>
            </a:r>
            <a:r>
              <a:rPr lang="en-GB" noProof="0" dirty="0" err="1"/>
              <a:t>Onafriq</a:t>
            </a:r>
            <a:r>
              <a:rPr lang="en-GB" noProof="0" dirty="0"/>
              <a:t>.</a:t>
            </a:r>
          </a:p>
          <a:p>
            <a:pPr lvl="4"/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24B41-6B56-C8EA-58D8-110BE0DA4A2A}"/>
              </a:ext>
            </a:extLst>
          </p:cNvPr>
          <p:cNvSpPr txBox="1"/>
          <p:nvPr userDrawn="1"/>
        </p:nvSpPr>
        <p:spPr>
          <a:xfrm>
            <a:off x="11235552" y="6192947"/>
            <a:ext cx="66190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5F8F79-E617-45C0-997E-52E7B409E193}" type="slidenum">
              <a:rPr lang="en-GB" sz="1900" b="1" noProof="0" smtClean="0">
                <a:solidFill>
                  <a:srgbClr val="323232"/>
                </a:solidFill>
                <a:latin typeface="Century Gothic" panose="020B0502020202020204" pitchFamily="34" charset="0"/>
              </a:rPr>
              <a:t>‹#›</a:t>
            </a:fld>
            <a:endParaRPr lang="en-GB" sz="1900" b="1" noProof="0" dirty="0">
              <a:solidFill>
                <a:srgbClr val="323232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62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 slide title">
    <p:bg>
      <p:bgPr>
        <a:solidFill>
          <a:srgbClr val="F0F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09DB8EB-97C7-8970-4465-99B8850881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BF3C085-3C23-3644-64CF-27B9BDF07B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857999"/>
          </a:xfrm>
        </p:spPr>
        <p:txBody>
          <a:bodyPr lIns="0" anchor="ctr"/>
          <a:lstStyle>
            <a:lvl1pPr algn="ctr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6B7F66-4A6E-CDD6-9BF5-64BE62063F67}"/>
              </a:ext>
            </a:extLst>
          </p:cNvPr>
          <p:cNvSpPr txBox="1"/>
          <p:nvPr userDrawn="1"/>
        </p:nvSpPr>
        <p:spPr>
          <a:xfrm>
            <a:off x="11235552" y="6192947"/>
            <a:ext cx="66190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5F8F79-E617-45C0-997E-52E7B409E193}" type="slidenum">
              <a:rPr lang="en-GB" sz="1900" b="1" noProof="0" smtClean="0">
                <a:solidFill>
                  <a:srgbClr val="323232"/>
                </a:solidFill>
                <a:latin typeface="Century Gothic" panose="020B0502020202020204" pitchFamily="34" charset="0"/>
              </a:rPr>
              <a:t>‹#›</a:t>
            </a:fld>
            <a:endParaRPr lang="en-GB" sz="1900" b="1" noProof="0" dirty="0">
              <a:solidFill>
                <a:srgbClr val="323232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2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 slide title and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2BED84A-EF7A-CA47-E38E-8A0CBD443E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95D0E23-050D-791B-0448-2114C75C8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7998" y="2055210"/>
            <a:ext cx="6828757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2EB8C32-23A2-AD80-F1D6-39AADB7358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0466" y="3639052"/>
            <a:ext cx="6282940" cy="866521"/>
          </a:xfrm>
        </p:spPr>
        <p:txBody>
          <a:bodyPr l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8B254-9CA0-B926-9A50-E4741DA065D5}"/>
              </a:ext>
            </a:extLst>
          </p:cNvPr>
          <p:cNvSpPr txBox="1"/>
          <p:nvPr userDrawn="1"/>
        </p:nvSpPr>
        <p:spPr>
          <a:xfrm>
            <a:off x="11235552" y="6192947"/>
            <a:ext cx="66190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5F8F79-E617-45C0-997E-52E7B409E193}" type="slidenum">
              <a:rPr lang="en-GB" sz="1900" b="1" noProof="0" smtClean="0">
                <a:solidFill>
                  <a:srgbClr val="323232"/>
                </a:solidFill>
                <a:latin typeface="Century Gothic" panose="020B0502020202020204" pitchFamily="34" charset="0"/>
              </a:rPr>
              <a:t>‹#›</a:t>
            </a:fld>
            <a:endParaRPr lang="en-GB" sz="1900" b="1" noProof="0" dirty="0">
              <a:solidFill>
                <a:srgbClr val="323232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278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 slide title, sub and cop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9B0DF53-6909-D6CB-883C-A6F8502788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95D0E23-050D-791B-0448-2114C75C8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001" y="2779429"/>
            <a:ext cx="10374405" cy="974726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2EB8C32-23A2-AD80-F1D6-39AADB7358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0469" y="3649901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1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0400C73-7438-6FCC-56B6-A8CCE1626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4337050"/>
            <a:ext cx="6283325" cy="9747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F7EE94-0FAC-6F96-0E7E-7CCDF42A9B1C}"/>
              </a:ext>
            </a:extLst>
          </p:cNvPr>
          <p:cNvSpPr txBox="1"/>
          <p:nvPr userDrawn="1"/>
        </p:nvSpPr>
        <p:spPr>
          <a:xfrm>
            <a:off x="11235552" y="6192947"/>
            <a:ext cx="66190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5F8F79-E617-45C0-997E-52E7B409E193}" type="slidenum">
              <a:rPr lang="en-GB" sz="1900" b="1" noProof="0" smtClean="0">
                <a:solidFill>
                  <a:srgbClr val="323232"/>
                </a:solidFill>
                <a:latin typeface="Century Gothic" panose="020B0502020202020204" pitchFamily="34" charset="0"/>
              </a:rPr>
              <a:t>‹#›</a:t>
            </a:fld>
            <a:endParaRPr lang="en-GB" sz="1900" b="1" noProof="0" dirty="0">
              <a:solidFill>
                <a:srgbClr val="323232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895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r graph and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EA8647-1CD9-1185-0FAA-7F1BE6FCB1D3}"/>
              </a:ext>
            </a:extLst>
          </p:cNvPr>
          <p:cNvSpPr/>
          <p:nvPr userDrawn="1"/>
        </p:nvSpPr>
        <p:spPr>
          <a:xfrm>
            <a:off x="220579" y="6096720"/>
            <a:ext cx="2382253" cy="540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47FB5367-1A74-CB8F-8BC3-511D2AC70856}"/>
              </a:ext>
            </a:extLst>
          </p:cNvPr>
          <p:cNvSpPr/>
          <p:nvPr userDrawn="1"/>
        </p:nvSpPr>
        <p:spPr>
          <a:xfrm rot="10800000">
            <a:off x="7992978" y="385009"/>
            <a:ext cx="3818021" cy="6079958"/>
          </a:xfrm>
          <a:prstGeom prst="snipRoundRect">
            <a:avLst>
              <a:gd name="adj1" fmla="val 36835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7" name="Content Placeholder 23">
            <a:extLst>
              <a:ext uri="{FF2B5EF4-FFF2-40B4-BE49-F238E27FC236}">
                <a16:creationId xmlns:a16="http://schemas.microsoft.com/office/drawing/2014/main" id="{D575DA60-D098-3A3A-9639-D4F2E683120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1001" y="385008"/>
            <a:ext cx="7230976" cy="6079959"/>
          </a:xfrm>
          <a:solidFill>
            <a:schemeClr val="accent5"/>
          </a:solidFill>
        </p:spPr>
        <p:txBody>
          <a:bodyPr rIns="396000" bIns="0" anchor="ctr">
            <a:normAutofit/>
          </a:bodyPr>
          <a:lstStyle>
            <a:lvl1pPr marL="0" indent="0" algn="r">
              <a:buNone/>
              <a:defRPr sz="1600" b="0" i="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 noProof="0" dirty="0"/>
              <a:t>click on icon to insert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3200549-D129-DC50-067C-731A06B1B6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441" y="5843838"/>
            <a:ext cx="883757" cy="25288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C0120C7-4B52-26AB-3400-608AF3821A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79442" y="747485"/>
            <a:ext cx="2420906" cy="2156136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1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DB53483-4E39-D322-E721-F3E244AA17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9441" y="1719051"/>
            <a:ext cx="2959844" cy="20752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</p:txBody>
      </p:sp>
    </p:spTree>
    <p:extLst>
      <p:ext uri="{BB962C8B-B14F-4D97-AF65-F5344CB8AC3E}">
        <p14:creationId xmlns:p14="http://schemas.microsoft.com/office/powerpoint/2010/main" val="167640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r graph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3B9C11-F393-9868-71C7-A0E2390CD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4437" y="249638"/>
            <a:ext cx="10374405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CC3B56-F7F9-7E6B-C285-FEB8826A9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6905" y="1120111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7" name="Content Placeholder 23">
            <a:extLst>
              <a:ext uri="{FF2B5EF4-FFF2-40B4-BE49-F238E27FC236}">
                <a16:creationId xmlns:a16="http://schemas.microsoft.com/office/drawing/2014/main" id="{C22CFB9A-1F9C-60EB-73A3-9E412DDFD09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1000" y="1871471"/>
            <a:ext cx="11439144" cy="3614929"/>
          </a:xfrm>
          <a:solidFill>
            <a:schemeClr val="accent5"/>
          </a:solidFill>
        </p:spPr>
        <p:txBody>
          <a:bodyPr rIns="396000" bIns="0" anchor="ctr">
            <a:normAutofit/>
          </a:bodyPr>
          <a:lstStyle>
            <a:lvl1pPr marL="0" indent="0" algn="r">
              <a:buNone/>
              <a:defRPr sz="1600" b="0" i="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 noProof="0" dirty="0"/>
              <a:t>click on icon to insert</a:t>
            </a:r>
          </a:p>
        </p:txBody>
      </p:sp>
    </p:spTree>
    <p:extLst>
      <p:ext uri="{BB962C8B-B14F-4D97-AF65-F5344CB8AC3E}">
        <p14:creationId xmlns:p14="http://schemas.microsoft.com/office/powerpoint/2010/main" val="180163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3B9C11-F393-9868-71C7-A0E2390CD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4437" y="249638"/>
            <a:ext cx="10374405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CC3B56-F7F9-7E6B-C285-FEB8826A9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6905" y="1120111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40BB9D-BD23-2C82-6268-B7D785B3E3E6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rgbClr val="F0F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773CD61-783E-8B8E-AC79-9FB6F80B36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273" y="1741654"/>
            <a:ext cx="5555244" cy="3233737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id </a:t>
            </a:r>
            <a:r>
              <a:rPr lang="en-US" dirty="0" err="1"/>
              <a:t>efficitur</a:t>
            </a:r>
            <a:r>
              <a:rPr lang="en-US" dirty="0"/>
              <a:t> eros. Nam </a:t>
            </a:r>
            <a:r>
              <a:rPr lang="en-US" dirty="0" err="1"/>
              <a:t>aliquam</a:t>
            </a:r>
            <a:r>
              <a:rPr lang="en-US" dirty="0"/>
              <a:t> dolor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non auctor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. Morbi ac ipsum </a:t>
            </a:r>
            <a:r>
              <a:rPr lang="en-US" dirty="0" err="1"/>
              <a:t>imperdiet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et, cursus </a:t>
            </a:r>
            <a:r>
              <a:rPr lang="en-US" dirty="0" err="1"/>
              <a:t>enim</a:t>
            </a:r>
            <a:r>
              <a:rPr lang="en-US" dirty="0"/>
              <a:t>. Cras </a:t>
            </a:r>
            <a:r>
              <a:rPr lang="en-US" dirty="0" err="1"/>
              <a:t>hendrerit</a:t>
            </a:r>
            <a:r>
              <a:rPr lang="en-US" dirty="0"/>
              <a:t> eros a ex auctor </a:t>
            </a:r>
            <a:r>
              <a:rPr lang="en-US" dirty="0" err="1"/>
              <a:t>rutrum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ex at ipsum </a:t>
            </a:r>
            <a:r>
              <a:rPr lang="en-US" dirty="0" err="1"/>
              <a:t>dignissim</a:t>
            </a:r>
            <a:r>
              <a:rPr lang="en-US" dirty="0"/>
              <a:t> pulvinar non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Sed </a:t>
            </a:r>
            <a:r>
              <a:rPr lang="en-US" dirty="0" err="1"/>
              <a:t>sollicitudin</a:t>
            </a:r>
            <a:r>
              <a:rPr lang="en-US" dirty="0"/>
              <a:t> dolor non </a:t>
            </a:r>
            <a:r>
              <a:rPr lang="en-US" dirty="0" err="1"/>
              <a:t>velit</a:t>
            </a:r>
            <a:r>
              <a:rPr lang="en-US" dirty="0"/>
              <a:t> cursus pulvinar.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lacinia. Nunc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semper.</a:t>
            </a:r>
          </a:p>
          <a:p>
            <a:pPr lvl="0"/>
            <a:r>
              <a:rPr lang="en-US" dirty="0"/>
              <a:t>Vestibulum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at </a:t>
            </a:r>
            <a:r>
              <a:rPr lang="en-US" dirty="0" err="1"/>
              <a:t>sagittis</a:t>
            </a:r>
            <a:r>
              <a:rPr lang="en-US" dirty="0"/>
              <a:t>. Vestibulum in </a:t>
            </a:r>
            <a:r>
              <a:rPr lang="en-US" dirty="0" err="1"/>
              <a:t>consequat</a:t>
            </a:r>
            <a:r>
              <a:rPr lang="en-US" dirty="0"/>
              <a:t> lorem.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eros </a:t>
            </a:r>
            <a:r>
              <a:rPr lang="en-US" dirty="0" err="1"/>
              <a:t>lectus</a:t>
            </a:r>
            <a:r>
              <a:rPr lang="en-US" dirty="0"/>
              <a:t>, ac </a:t>
            </a:r>
            <a:r>
              <a:rPr lang="en-US" dirty="0" err="1"/>
              <a:t>scelerisque</a:t>
            </a:r>
            <a:r>
              <a:rPr lang="en-US" dirty="0"/>
              <a:t> ipsum </a:t>
            </a:r>
            <a:r>
              <a:rPr lang="en-US" dirty="0" err="1"/>
              <a:t>porttitor</a:t>
            </a:r>
            <a:r>
              <a:rPr lang="en-US" dirty="0"/>
              <a:t> id.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rutrum</a:t>
            </a:r>
            <a:r>
              <a:rPr lang="en-US" dirty="0"/>
              <a:t> sed vestibulum et,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lacinia cursus </a:t>
            </a:r>
            <a:r>
              <a:rPr lang="en-US" dirty="0" err="1"/>
              <a:t>sodales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Ut </a:t>
            </a:r>
            <a:r>
              <a:rPr lang="en-US" dirty="0" err="1"/>
              <a:t>dignissim</a:t>
            </a:r>
            <a:r>
              <a:rPr lang="en-US" dirty="0"/>
              <a:t> auctor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sed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,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Integer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et </a:t>
            </a:r>
            <a:r>
              <a:rPr lang="en-US" dirty="0" err="1"/>
              <a:t>lobortis</a:t>
            </a:r>
            <a:r>
              <a:rPr lang="en-US" dirty="0"/>
              <a:t>. Duis ac ipsum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non vel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Aliquam</a:t>
            </a:r>
            <a:r>
              <a:rPr lang="en-US" dirty="0"/>
              <a:t> id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vel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,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ipsum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2B8D33C-3AD3-55B0-0AB0-E403B75D12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9850" y="1742740"/>
            <a:ext cx="5555244" cy="3233737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id </a:t>
            </a:r>
            <a:r>
              <a:rPr lang="en-US" dirty="0" err="1"/>
              <a:t>efficitur</a:t>
            </a:r>
            <a:r>
              <a:rPr lang="en-US" dirty="0"/>
              <a:t> eros. Nam </a:t>
            </a:r>
            <a:r>
              <a:rPr lang="en-US" dirty="0" err="1"/>
              <a:t>aliquam</a:t>
            </a:r>
            <a:r>
              <a:rPr lang="en-US" dirty="0"/>
              <a:t> dolor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non auctor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. Morbi ac ipsum </a:t>
            </a:r>
            <a:r>
              <a:rPr lang="en-US" dirty="0" err="1"/>
              <a:t>imperdiet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et, cursus </a:t>
            </a:r>
            <a:r>
              <a:rPr lang="en-US" dirty="0" err="1"/>
              <a:t>enim</a:t>
            </a:r>
            <a:r>
              <a:rPr lang="en-US" dirty="0"/>
              <a:t>. Cras </a:t>
            </a:r>
            <a:r>
              <a:rPr lang="en-US" dirty="0" err="1"/>
              <a:t>hendrerit</a:t>
            </a:r>
            <a:r>
              <a:rPr lang="en-US" dirty="0"/>
              <a:t> eros a ex auctor </a:t>
            </a:r>
            <a:r>
              <a:rPr lang="en-US" dirty="0" err="1"/>
              <a:t>rutrum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ex at ipsum </a:t>
            </a:r>
            <a:r>
              <a:rPr lang="en-US" dirty="0" err="1"/>
              <a:t>dignissim</a:t>
            </a:r>
            <a:r>
              <a:rPr lang="en-US" dirty="0"/>
              <a:t> pulvinar non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Sed </a:t>
            </a:r>
            <a:r>
              <a:rPr lang="en-US" dirty="0" err="1"/>
              <a:t>sollicitudin</a:t>
            </a:r>
            <a:r>
              <a:rPr lang="en-US" dirty="0"/>
              <a:t> dolor non </a:t>
            </a:r>
            <a:r>
              <a:rPr lang="en-US" dirty="0" err="1"/>
              <a:t>velit</a:t>
            </a:r>
            <a:r>
              <a:rPr lang="en-US" dirty="0"/>
              <a:t> cursus pulvinar.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eros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lacinia. Nunc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semper.</a:t>
            </a:r>
          </a:p>
          <a:p>
            <a:pPr lvl="0"/>
            <a:r>
              <a:rPr lang="en-US" dirty="0"/>
              <a:t>Vestibulum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at </a:t>
            </a:r>
            <a:r>
              <a:rPr lang="en-US" dirty="0" err="1"/>
              <a:t>sagittis</a:t>
            </a:r>
            <a:r>
              <a:rPr lang="en-US" dirty="0"/>
              <a:t>. Vestibulum in </a:t>
            </a:r>
            <a:r>
              <a:rPr lang="en-US" dirty="0" err="1"/>
              <a:t>consequat</a:t>
            </a:r>
            <a:r>
              <a:rPr lang="en-US" dirty="0"/>
              <a:t> lorem.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eros </a:t>
            </a:r>
            <a:r>
              <a:rPr lang="en-US" dirty="0" err="1"/>
              <a:t>lectus</a:t>
            </a:r>
            <a:r>
              <a:rPr lang="en-US" dirty="0"/>
              <a:t>, ac </a:t>
            </a:r>
            <a:r>
              <a:rPr lang="en-US" dirty="0" err="1"/>
              <a:t>scelerisque</a:t>
            </a:r>
            <a:r>
              <a:rPr lang="en-US" dirty="0"/>
              <a:t> ipsum </a:t>
            </a:r>
            <a:r>
              <a:rPr lang="en-US" dirty="0" err="1"/>
              <a:t>porttitor</a:t>
            </a:r>
            <a:r>
              <a:rPr lang="en-US" dirty="0"/>
              <a:t> id.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rutrum</a:t>
            </a:r>
            <a:r>
              <a:rPr lang="en-US" dirty="0"/>
              <a:t> sed vestibulum et,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lacinia cursus </a:t>
            </a:r>
            <a:r>
              <a:rPr lang="en-US" dirty="0" err="1"/>
              <a:t>sodales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Ut </a:t>
            </a:r>
            <a:r>
              <a:rPr lang="en-US" dirty="0" err="1"/>
              <a:t>dignissim</a:t>
            </a:r>
            <a:r>
              <a:rPr lang="en-US" dirty="0"/>
              <a:t> auctor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sed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,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Integer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et </a:t>
            </a:r>
            <a:r>
              <a:rPr lang="en-US" dirty="0" err="1"/>
              <a:t>lobortis</a:t>
            </a:r>
            <a:r>
              <a:rPr lang="en-US" dirty="0"/>
              <a:t>. Duis ac ipsum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non vel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Aliquam</a:t>
            </a:r>
            <a:r>
              <a:rPr lang="en-US" dirty="0"/>
              <a:t> id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vel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,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ipsum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3234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3B9C11-F393-9868-71C7-A0E2390CD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011" y="245908"/>
            <a:ext cx="10374405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lang="en-GB" dirty="0"/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CC3B56-F7F9-7E6B-C285-FEB8826A9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4479" y="1116381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lang="en-GB" dirty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773CD61-783E-8B8E-AC79-9FB6F80B36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848" y="1737925"/>
            <a:ext cx="5539540" cy="804750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 lang="en-GB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id </a:t>
            </a:r>
            <a:r>
              <a:rPr lang="en-US" dirty="0" err="1"/>
              <a:t>efficitur</a:t>
            </a:r>
            <a:r>
              <a:rPr lang="en-US" dirty="0"/>
              <a:t> eros. Nam </a:t>
            </a:r>
            <a:r>
              <a:rPr lang="en-US" dirty="0" err="1"/>
              <a:t>aliquam</a:t>
            </a:r>
            <a:r>
              <a:rPr lang="en-US" dirty="0"/>
              <a:t> dolor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non auctor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. Morbi ac ipsum </a:t>
            </a:r>
            <a:r>
              <a:rPr lang="en-US" dirty="0" err="1"/>
              <a:t>imperdiet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et, cursus </a:t>
            </a:r>
            <a:r>
              <a:rPr lang="en-US" dirty="0" err="1"/>
              <a:t>enim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Content Placeholder 23">
            <a:extLst>
              <a:ext uri="{FF2B5EF4-FFF2-40B4-BE49-F238E27FC236}">
                <a16:creationId xmlns:a16="http://schemas.microsoft.com/office/drawing/2014/main" id="{8C67771A-F917-9D00-A279-25B0590450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6989" y="2338138"/>
            <a:ext cx="5531834" cy="3187191"/>
          </a:xfrm>
          <a:solidFill>
            <a:schemeClr val="accent5"/>
          </a:solidFill>
        </p:spPr>
        <p:txBody>
          <a:bodyPr rIns="396000" bIns="0" anchor="ctr">
            <a:normAutofit/>
          </a:bodyPr>
          <a:lstStyle>
            <a:lvl1pPr marL="0" indent="0" algn="r">
              <a:buNone/>
              <a:defRPr sz="1600" b="0" i="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 dirty="0"/>
              <a:t>click on icon to insert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096F2F-947F-F968-EB64-59A51FAC9576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rgbClr val="F0F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4B7D28-C50B-5002-7FD0-9698765AC0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1036" y="1734218"/>
            <a:ext cx="5539540" cy="804750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 lang="en-GB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id </a:t>
            </a:r>
            <a:r>
              <a:rPr lang="en-US" dirty="0" err="1"/>
              <a:t>efficitur</a:t>
            </a:r>
            <a:r>
              <a:rPr lang="en-US" dirty="0"/>
              <a:t> eros. Nam </a:t>
            </a:r>
            <a:r>
              <a:rPr lang="en-US" dirty="0" err="1"/>
              <a:t>aliquam</a:t>
            </a:r>
            <a:r>
              <a:rPr lang="en-US" dirty="0"/>
              <a:t> dolor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non auctor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. Morbi ac ipsum </a:t>
            </a:r>
            <a:r>
              <a:rPr lang="en-US" dirty="0" err="1"/>
              <a:t>imperdiet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et, cursus </a:t>
            </a:r>
            <a:r>
              <a:rPr lang="en-US" dirty="0" err="1"/>
              <a:t>enim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16" name="Content Placeholder 23">
            <a:extLst>
              <a:ext uri="{FF2B5EF4-FFF2-40B4-BE49-F238E27FC236}">
                <a16:creationId xmlns:a16="http://schemas.microsoft.com/office/drawing/2014/main" id="{29CD04A1-3AF9-890C-E6D8-A9BD6894201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83177" y="2352063"/>
            <a:ext cx="5531834" cy="3187191"/>
          </a:xfrm>
          <a:solidFill>
            <a:schemeClr val="accent5"/>
          </a:solidFill>
        </p:spPr>
        <p:txBody>
          <a:bodyPr rIns="396000" bIns="0" anchor="ctr">
            <a:normAutofit/>
          </a:bodyPr>
          <a:lstStyle>
            <a:lvl1pPr marL="0" indent="0" algn="r">
              <a:buNone/>
              <a:defRPr sz="1600" b="0" i="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 dirty="0"/>
              <a:t>click on icon to 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271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with images or ico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E711285-625B-0D4A-EA45-AA326F2AC259}"/>
              </a:ext>
            </a:extLst>
          </p:cNvPr>
          <p:cNvSpPr/>
          <p:nvPr userDrawn="1"/>
        </p:nvSpPr>
        <p:spPr>
          <a:xfrm>
            <a:off x="188494" y="6147435"/>
            <a:ext cx="3118586" cy="5086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A9A33A7-4895-C7F7-E676-93F15DEB5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81001 w 12192000"/>
              <a:gd name="connsiteY0" fmla="*/ 385009 h 6858000"/>
              <a:gd name="connsiteX1" fmla="*/ 381001 w 12192000"/>
              <a:gd name="connsiteY1" fmla="*/ 6464967 h 6858000"/>
              <a:gd name="connsiteX2" fmla="*/ 2792654 w 12192000"/>
              <a:gd name="connsiteY2" fmla="*/ 6464967 h 6858000"/>
              <a:gd name="connsiteX3" fmla="*/ 4199022 w 12192000"/>
              <a:gd name="connsiteY3" fmla="*/ 5058599 h 6858000"/>
              <a:gd name="connsiteX4" fmla="*/ 4199022 w 12192000"/>
              <a:gd name="connsiteY4" fmla="*/ 385009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81001" y="385009"/>
                </a:moveTo>
                <a:lnTo>
                  <a:pt x="381001" y="6464967"/>
                </a:lnTo>
                <a:lnTo>
                  <a:pt x="2792654" y="6464967"/>
                </a:lnTo>
                <a:cubicBezTo>
                  <a:pt x="3569370" y="6464967"/>
                  <a:pt x="4199022" y="5835315"/>
                  <a:pt x="4199022" y="5058599"/>
                </a:cubicBezTo>
                <a:lnTo>
                  <a:pt x="4199022" y="38500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937EDE-4324-BDBF-09C6-30FFE2883D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001" y="632885"/>
            <a:ext cx="2867159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2574868-E932-3D8D-21AE-EAA619517B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469" y="2935918"/>
            <a:ext cx="2694483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2258FFB-800F-208E-8987-9441D36B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938" y="744602"/>
            <a:ext cx="5958457" cy="1508315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.</a:t>
            </a:r>
          </a:p>
          <a:p>
            <a:pPr lvl="0"/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5154234-465A-16DF-89F4-93C13930AC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0938" y="2530730"/>
            <a:ext cx="5958457" cy="1508315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.</a:t>
            </a:r>
          </a:p>
          <a:p>
            <a:pPr lvl="0"/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CC20AF1-CE29-69A8-1F02-7AA5D6136F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10938" y="4316858"/>
            <a:ext cx="5958457" cy="1508315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.</a:t>
            </a:r>
          </a:p>
          <a:p>
            <a:pPr lvl="0"/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</p:txBody>
      </p:sp>
      <p:sp>
        <p:nvSpPr>
          <p:cNvPr id="20" name="Picture Placeholder 46">
            <a:extLst>
              <a:ext uri="{FF2B5EF4-FFF2-40B4-BE49-F238E27FC236}">
                <a16:creationId xmlns:a16="http://schemas.microsoft.com/office/drawing/2014/main" id="{44779986-349B-76A5-96CD-C849772FA4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3549" y="1068559"/>
            <a:ext cx="860400" cy="86040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1" name="Picture Placeholder 46">
            <a:extLst>
              <a:ext uri="{FF2B5EF4-FFF2-40B4-BE49-F238E27FC236}">
                <a16:creationId xmlns:a16="http://schemas.microsoft.com/office/drawing/2014/main" id="{ABC30FA2-E134-4157-616E-31E1829C331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3549" y="2854687"/>
            <a:ext cx="860400" cy="86040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2" name="Picture Placeholder 46">
            <a:extLst>
              <a:ext uri="{FF2B5EF4-FFF2-40B4-BE49-F238E27FC236}">
                <a16:creationId xmlns:a16="http://schemas.microsoft.com/office/drawing/2014/main" id="{C8620FF2-42F5-965C-8057-8DCC1BA67D8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73549" y="4640815"/>
            <a:ext cx="860400" cy="86040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C7A25D-088F-12BC-A320-72F0FE63906B}"/>
              </a:ext>
            </a:extLst>
          </p:cNvPr>
          <p:cNvSpPr txBox="1"/>
          <p:nvPr userDrawn="1"/>
        </p:nvSpPr>
        <p:spPr>
          <a:xfrm>
            <a:off x="10849968" y="5777051"/>
            <a:ext cx="66190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5F8F79-E617-45C0-997E-52E7B409E193}" type="slidenum">
              <a:rPr lang="en-GB" sz="1900" b="1" noProof="0" smtClean="0">
                <a:solidFill>
                  <a:srgbClr val="323232"/>
                </a:solidFill>
                <a:latin typeface="Century Gothic" panose="020B0502020202020204" pitchFamily="34" charset="0"/>
              </a:rPr>
              <a:t>‹#›</a:t>
            </a:fld>
            <a:endParaRPr lang="en-GB" sz="1900" b="1" noProof="0" dirty="0">
              <a:solidFill>
                <a:srgbClr val="323232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9F4849-55E6-8895-603A-1D124440204D}"/>
              </a:ext>
            </a:extLst>
          </p:cNvPr>
          <p:cNvGrpSpPr/>
          <p:nvPr userDrawn="1"/>
        </p:nvGrpSpPr>
        <p:grpSpPr>
          <a:xfrm>
            <a:off x="763452" y="5771605"/>
            <a:ext cx="4125437" cy="395612"/>
            <a:chOff x="755650" y="5776117"/>
            <a:chExt cx="4125437" cy="395612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087C905-B79B-3353-2CA5-6F3C26E2BA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650" y="5841222"/>
              <a:ext cx="895985" cy="256381"/>
            </a:xfrm>
            <a:prstGeom prst="rect">
              <a:avLst/>
            </a:prstGeom>
          </p:spPr>
        </p:pic>
        <p:sp>
          <p:nvSpPr>
            <p:cNvPr id="10" name="Date Placeholder 2">
              <a:extLst>
                <a:ext uri="{FF2B5EF4-FFF2-40B4-BE49-F238E27FC236}">
                  <a16:creationId xmlns:a16="http://schemas.microsoft.com/office/drawing/2014/main" id="{8033BB2A-DCD0-AD72-44AD-6EC46DF5E5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776117"/>
              <a:ext cx="1403192" cy="2159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C3381BF-48E6-42BE-B892-4C5075D8A3B4}" type="datetime6">
                <a:rPr lang="en-GB" sz="890" b="0" i="0" kern="1200" noProof="0" smtClean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March 26</a:t>
              </a:fld>
              <a:endParaRPr lang="en-GB" sz="890" b="0" i="0" kern="1200" noProof="0" dirty="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ooter Placeholder 3">
              <a:extLst>
                <a:ext uri="{FF2B5EF4-FFF2-40B4-BE49-F238E27FC236}">
                  <a16:creationId xmlns:a16="http://schemas.microsoft.com/office/drawing/2014/main" id="{F451A7AF-F484-C88A-0D95-978F89D5E47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955829"/>
              <a:ext cx="2849564" cy="215900"/>
            </a:xfrm>
            <a:prstGeom prst="rect">
              <a:avLst/>
            </a:prstGeom>
          </p:spPr>
          <p:txBody>
            <a:bodyPr vert="horz" lIns="0" tIns="0" rIns="0" bIns="720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700" b="0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890" b="0" i="0" kern="1200" noProof="0" dirty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© </a:t>
              </a:r>
              <a:r>
                <a:rPr lang="en-GB" sz="890" b="0" i="0" kern="1200" noProof="0" dirty="0" err="1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Onafriq</a:t>
              </a:r>
              <a:r>
                <a:rPr lang="en-GB" sz="890" b="0" i="0" kern="1200" noProof="0" dirty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 + Confidential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D2B5375-350C-1E7C-00B2-0870F0F68DD1}"/>
                </a:ext>
              </a:extLst>
            </p:cNvPr>
            <p:cNvCxnSpPr/>
            <p:nvPr userDrawn="1"/>
          </p:nvCxnSpPr>
          <p:spPr>
            <a:xfrm>
              <a:off x="1830705" y="5841222"/>
              <a:ext cx="0" cy="256381"/>
            </a:xfrm>
            <a:prstGeom prst="line">
              <a:avLst/>
            </a:prstGeom>
            <a:ln>
              <a:solidFill>
                <a:srgbClr val="3232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2707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n ca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68504D-6022-B0D2-43D9-7A6607F0C654}"/>
              </a:ext>
            </a:extLst>
          </p:cNvPr>
          <p:cNvSpPr/>
          <p:nvPr userDrawn="1"/>
        </p:nvSpPr>
        <p:spPr>
          <a:xfrm>
            <a:off x="188494" y="6147435"/>
            <a:ext cx="3118586" cy="5086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2CE4E5-65D5-6A98-5929-D8BC95282CE8}"/>
              </a:ext>
            </a:extLst>
          </p:cNvPr>
          <p:cNvSpPr/>
          <p:nvPr userDrawn="1"/>
        </p:nvSpPr>
        <p:spPr>
          <a:xfrm>
            <a:off x="10832592" y="5766816"/>
            <a:ext cx="950976" cy="5364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3B9C11-F393-9868-71C7-A0E2390CD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001" y="462197"/>
            <a:ext cx="10374405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CC3B56-F7F9-7E6B-C285-FEB8826A9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469" y="1332670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40BB9D-BD23-2C82-6268-B7D785B3E3E6}"/>
              </a:ext>
            </a:extLst>
          </p:cNvPr>
          <p:cNvCxnSpPr/>
          <p:nvPr userDrawn="1"/>
        </p:nvCxnSpPr>
        <p:spPr>
          <a:xfrm>
            <a:off x="731469" y="5388864"/>
            <a:ext cx="10692435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773CD61-783E-8B8E-AC79-9FB6F80B36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838" y="1954213"/>
            <a:ext cx="5162550" cy="3233737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pPr lvl="0"/>
            <a:r>
              <a:rPr lang="en-GB" noProof="0" dirty="0"/>
              <a:t>Vestibulum </a:t>
            </a:r>
            <a:r>
              <a:rPr lang="en-GB" noProof="0" dirty="0" err="1"/>
              <a:t>rhoncus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erat</a:t>
            </a:r>
            <a:r>
              <a:rPr lang="en-GB" noProof="0" dirty="0"/>
              <a:t> at </a:t>
            </a:r>
            <a:r>
              <a:rPr lang="en-GB" noProof="0" dirty="0" err="1"/>
              <a:t>sagittis</a:t>
            </a:r>
            <a:r>
              <a:rPr lang="en-GB" noProof="0" dirty="0"/>
              <a:t>. Vestibulum in </a:t>
            </a:r>
            <a:r>
              <a:rPr lang="en-GB" noProof="0" dirty="0" err="1"/>
              <a:t>consequat</a:t>
            </a:r>
            <a:r>
              <a:rPr lang="en-GB" noProof="0" dirty="0"/>
              <a:t> lorem.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varius</a:t>
            </a:r>
            <a:r>
              <a:rPr lang="en-GB" noProof="0" dirty="0"/>
              <a:t> eros </a:t>
            </a:r>
            <a:r>
              <a:rPr lang="en-GB" noProof="0" dirty="0" err="1"/>
              <a:t>lectus</a:t>
            </a:r>
            <a:r>
              <a:rPr lang="en-GB" noProof="0" dirty="0"/>
              <a:t>, ac </a:t>
            </a:r>
            <a:r>
              <a:rPr lang="en-GB" noProof="0" dirty="0" err="1"/>
              <a:t>scelerisque</a:t>
            </a:r>
            <a:r>
              <a:rPr lang="en-GB" noProof="0" dirty="0"/>
              <a:t> ipsum </a:t>
            </a:r>
            <a:r>
              <a:rPr lang="en-GB" noProof="0" dirty="0" err="1"/>
              <a:t>porttitor</a:t>
            </a:r>
            <a:r>
              <a:rPr lang="en-GB" noProof="0" dirty="0"/>
              <a:t> id. </a:t>
            </a:r>
            <a:r>
              <a:rPr lang="en-GB" noProof="0" dirty="0" err="1"/>
              <a:t>Nullam</a:t>
            </a:r>
            <a:r>
              <a:rPr lang="en-GB" noProof="0" dirty="0"/>
              <a:t> </a:t>
            </a:r>
            <a:r>
              <a:rPr lang="en-GB" noProof="0" dirty="0" err="1"/>
              <a:t>turpis</a:t>
            </a:r>
            <a:r>
              <a:rPr lang="en-GB" noProof="0" dirty="0"/>
              <a:t> </a:t>
            </a:r>
            <a:r>
              <a:rPr lang="en-GB" noProof="0" dirty="0" err="1"/>
              <a:t>est</a:t>
            </a:r>
            <a:r>
              <a:rPr lang="en-GB" noProof="0" dirty="0"/>
              <a:t>, </a:t>
            </a:r>
            <a:r>
              <a:rPr lang="en-GB" noProof="0" dirty="0" err="1"/>
              <a:t>rutrum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vestibulum et, </a:t>
            </a:r>
            <a:r>
              <a:rPr lang="en-GB" noProof="0" dirty="0" err="1"/>
              <a:t>ornare</a:t>
            </a:r>
            <a:r>
              <a:rPr lang="en-GB" noProof="0" dirty="0"/>
              <a:t> </a:t>
            </a:r>
            <a:r>
              <a:rPr lang="en-GB" noProof="0" dirty="0" err="1"/>
              <a:t>suscipit</a:t>
            </a:r>
            <a:r>
              <a:rPr lang="en-GB" noProof="0" dirty="0"/>
              <a:t> </a:t>
            </a:r>
            <a:r>
              <a:rPr lang="en-GB" noProof="0" dirty="0" err="1"/>
              <a:t>lacus</a:t>
            </a:r>
            <a:r>
              <a:rPr lang="en-GB" noProof="0" dirty="0"/>
              <a:t>. </a:t>
            </a:r>
            <a:r>
              <a:rPr lang="en-GB" noProof="0" dirty="0" err="1"/>
              <a:t>Vivamus</a:t>
            </a:r>
            <a:r>
              <a:rPr lang="en-GB" noProof="0" dirty="0"/>
              <a:t> lacinia cursus </a:t>
            </a:r>
            <a:r>
              <a:rPr lang="en-GB" noProof="0" dirty="0" err="1"/>
              <a:t>sodales</a:t>
            </a:r>
            <a:r>
              <a:rPr lang="en-GB" noProof="0" dirty="0"/>
              <a:t>. </a:t>
            </a:r>
            <a:r>
              <a:rPr lang="en-GB" noProof="0" dirty="0" err="1"/>
              <a:t>Fusce</a:t>
            </a:r>
            <a:r>
              <a:rPr lang="en-GB" noProof="0" dirty="0"/>
              <a:t>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 a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. Ut </a:t>
            </a:r>
            <a:r>
              <a:rPr lang="en-GB" noProof="0" dirty="0" err="1"/>
              <a:t>dignissim</a:t>
            </a:r>
            <a:r>
              <a:rPr lang="en-GB" noProof="0" dirty="0"/>
              <a:t> auctor </a:t>
            </a:r>
            <a:r>
              <a:rPr lang="en-GB" noProof="0" dirty="0" err="1"/>
              <a:t>posuere</a:t>
            </a:r>
            <a:r>
              <a:rPr lang="en-GB" noProof="0" dirty="0"/>
              <a:t>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risus</a:t>
            </a:r>
            <a:r>
              <a:rPr lang="en-GB" noProof="0" dirty="0"/>
              <a:t> </a:t>
            </a:r>
            <a:r>
              <a:rPr lang="en-GB" noProof="0" dirty="0" err="1"/>
              <a:t>velit</a:t>
            </a:r>
            <a:r>
              <a:rPr lang="en-GB" noProof="0" dirty="0"/>
              <a:t>,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</a:t>
            </a:r>
            <a:r>
              <a:rPr lang="en-GB" noProof="0" dirty="0" err="1"/>
              <a:t>viverra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, </a:t>
            </a:r>
            <a:r>
              <a:rPr lang="en-GB" noProof="0" dirty="0" err="1"/>
              <a:t>consequat</a:t>
            </a:r>
            <a:r>
              <a:rPr lang="en-GB" noProof="0" dirty="0"/>
              <a:t> </a:t>
            </a:r>
            <a:r>
              <a:rPr lang="en-GB" noProof="0" dirty="0" err="1"/>
              <a:t>eget</a:t>
            </a:r>
            <a:r>
              <a:rPr lang="en-GB" noProof="0" dirty="0"/>
              <a:t> </a:t>
            </a:r>
            <a:r>
              <a:rPr lang="en-GB" noProof="0" dirty="0" err="1"/>
              <a:t>massa</a:t>
            </a:r>
            <a:r>
              <a:rPr lang="en-GB" noProof="0" dirty="0"/>
              <a:t>. Integer </a:t>
            </a:r>
            <a:r>
              <a:rPr lang="en-GB" noProof="0" dirty="0" err="1"/>
              <a:t>sodales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orci</a:t>
            </a:r>
            <a:r>
              <a:rPr lang="en-GB" noProof="0" dirty="0"/>
              <a:t> et </a:t>
            </a:r>
            <a:r>
              <a:rPr lang="en-GB" noProof="0" dirty="0" err="1"/>
              <a:t>lobortis</a:t>
            </a:r>
            <a:r>
              <a:rPr lang="en-GB" noProof="0" dirty="0"/>
              <a:t>. Duis ac ipsum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nunc</a:t>
            </a:r>
            <a:r>
              <a:rPr lang="en-GB" noProof="0" dirty="0"/>
              <a:t> </a:t>
            </a:r>
            <a:r>
              <a:rPr lang="en-GB" noProof="0" dirty="0" err="1"/>
              <a:t>condimentum</a:t>
            </a:r>
            <a:r>
              <a:rPr lang="en-GB" noProof="0" dirty="0"/>
              <a:t> </a:t>
            </a:r>
            <a:r>
              <a:rPr lang="en-GB" noProof="0" dirty="0" err="1"/>
              <a:t>ornare</a:t>
            </a:r>
            <a:r>
              <a:rPr lang="en-GB" noProof="0" dirty="0"/>
              <a:t> non </a:t>
            </a:r>
            <a:r>
              <a:rPr lang="en-GB" noProof="0" dirty="0" err="1"/>
              <a:t>vel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1B84EE7-B309-6E29-6643-6A8F2F0244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1354" y="1954213"/>
            <a:ext cx="5162550" cy="3233737"/>
          </a:xfr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defRPr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pPr lvl="0"/>
            <a:r>
              <a:rPr lang="en-GB" noProof="0" dirty="0"/>
              <a:t>Vestibulum </a:t>
            </a:r>
            <a:r>
              <a:rPr lang="en-GB" noProof="0" dirty="0" err="1"/>
              <a:t>rhoncus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erat</a:t>
            </a:r>
            <a:r>
              <a:rPr lang="en-GB" noProof="0" dirty="0"/>
              <a:t> at </a:t>
            </a:r>
            <a:r>
              <a:rPr lang="en-GB" noProof="0" dirty="0" err="1"/>
              <a:t>sagittis</a:t>
            </a:r>
            <a:r>
              <a:rPr lang="en-GB" noProof="0" dirty="0"/>
              <a:t>. Vestibulum in </a:t>
            </a:r>
            <a:r>
              <a:rPr lang="en-GB" noProof="0" dirty="0" err="1"/>
              <a:t>consequat</a:t>
            </a:r>
            <a:r>
              <a:rPr lang="en-GB" noProof="0" dirty="0"/>
              <a:t> lorem.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varius</a:t>
            </a:r>
            <a:r>
              <a:rPr lang="en-GB" noProof="0" dirty="0"/>
              <a:t> eros </a:t>
            </a:r>
            <a:r>
              <a:rPr lang="en-GB" noProof="0" dirty="0" err="1"/>
              <a:t>lectus</a:t>
            </a:r>
            <a:r>
              <a:rPr lang="en-GB" noProof="0" dirty="0"/>
              <a:t>, ac </a:t>
            </a:r>
            <a:r>
              <a:rPr lang="en-GB" noProof="0" dirty="0" err="1"/>
              <a:t>scelerisque</a:t>
            </a:r>
            <a:r>
              <a:rPr lang="en-GB" noProof="0" dirty="0"/>
              <a:t> ipsum </a:t>
            </a:r>
            <a:r>
              <a:rPr lang="en-GB" noProof="0" dirty="0" err="1"/>
              <a:t>porttitor</a:t>
            </a:r>
            <a:r>
              <a:rPr lang="en-GB" noProof="0" dirty="0"/>
              <a:t> id. </a:t>
            </a:r>
            <a:r>
              <a:rPr lang="en-GB" noProof="0" dirty="0" err="1"/>
              <a:t>Nullam</a:t>
            </a:r>
            <a:r>
              <a:rPr lang="en-GB" noProof="0" dirty="0"/>
              <a:t> </a:t>
            </a:r>
            <a:r>
              <a:rPr lang="en-GB" noProof="0" dirty="0" err="1"/>
              <a:t>turpis</a:t>
            </a:r>
            <a:r>
              <a:rPr lang="en-GB" noProof="0" dirty="0"/>
              <a:t> </a:t>
            </a:r>
            <a:r>
              <a:rPr lang="en-GB" noProof="0" dirty="0" err="1"/>
              <a:t>est</a:t>
            </a:r>
            <a:r>
              <a:rPr lang="en-GB" noProof="0" dirty="0"/>
              <a:t>, </a:t>
            </a:r>
            <a:r>
              <a:rPr lang="en-GB" noProof="0" dirty="0" err="1"/>
              <a:t>rutrum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vestibulum et, </a:t>
            </a:r>
            <a:r>
              <a:rPr lang="en-GB" noProof="0" dirty="0" err="1"/>
              <a:t>ornare</a:t>
            </a:r>
            <a:r>
              <a:rPr lang="en-GB" noProof="0" dirty="0"/>
              <a:t> </a:t>
            </a:r>
            <a:r>
              <a:rPr lang="en-GB" noProof="0" dirty="0" err="1"/>
              <a:t>suscipit</a:t>
            </a:r>
            <a:r>
              <a:rPr lang="en-GB" noProof="0" dirty="0"/>
              <a:t> </a:t>
            </a:r>
            <a:r>
              <a:rPr lang="en-GB" noProof="0" dirty="0" err="1"/>
              <a:t>lacus</a:t>
            </a:r>
            <a:r>
              <a:rPr lang="en-GB" noProof="0" dirty="0"/>
              <a:t>. </a:t>
            </a:r>
            <a:r>
              <a:rPr lang="en-GB" noProof="0" dirty="0" err="1"/>
              <a:t>Vivamus</a:t>
            </a:r>
            <a:r>
              <a:rPr lang="en-GB" noProof="0" dirty="0"/>
              <a:t> lacinia cursus </a:t>
            </a:r>
            <a:r>
              <a:rPr lang="en-GB" noProof="0" dirty="0" err="1"/>
              <a:t>sodales</a:t>
            </a:r>
            <a:r>
              <a:rPr lang="en-GB" noProof="0" dirty="0"/>
              <a:t>. </a:t>
            </a:r>
            <a:r>
              <a:rPr lang="en-GB" noProof="0" dirty="0" err="1"/>
              <a:t>Fusce</a:t>
            </a:r>
            <a:r>
              <a:rPr lang="en-GB" noProof="0" dirty="0"/>
              <a:t>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 a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. Ut </a:t>
            </a:r>
            <a:r>
              <a:rPr lang="en-GB" noProof="0" dirty="0" err="1"/>
              <a:t>dignissim</a:t>
            </a:r>
            <a:r>
              <a:rPr lang="en-GB" noProof="0" dirty="0"/>
              <a:t> auctor </a:t>
            </a:r>
            <a:r>
              <a:rPr lang="en-GB" noProof="0" dirty="0" err="1"/>
              <a:t>posuere</a:t>
            </a:r>
            <a:r>
              <a:rPr lang="en-GB" noProof="0" dirty="0"/>
              <a:t>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risus</a:t>
            </a:r>
            <a:r>
              <a:rPr lang="en-GB" noProof="0" dirty="0"/>
              <a:t> </a:t>
            </a:r>
            <a:r>
              <a:rPr lang="en-GB" noProof="0" dirty="0" err="1"/>
              <a:t>velit</a:t>
            </a:r>
            <a:r>
              <a:rPr lang="en-GB" noProof="0" dirty="0"/>
              <a:t>,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</a:t>
            </a:r>
            <a:r>
              <a:rPr lang="en-GB" noProof="0" dirty="0" err="1"/>
              <a:t>viverra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, </a:t>
            </a:r>
            <a:r>
              <a:rPr lang="en-GB" noProof="0" dirty="0" err="1"/>
              <a:t>consequat</a:t>
            </a:r>
            <a:r>
              <a:rPr lang="en-GB" noProof="0" dirty="0"/>
              <a:t> </a:t>
            </a:r>
            <a:r>
              <a:rPr lang="en-GB" noProof="0" dirty="0" err="1"/>
              <a:t>eget</a:t>
            </a:r>
            <a:r>
              <a:rPr lang="en-GB" noProof="0" dirty="0"/>
              <a:t> </a:t>
            </a:r>
            <a:r>
              <a:rPr lang="en-GB" noProof="0" dirty="0" err="1"/>
              <a:t>massa</a:t>
            </a:r>
            <a:r>
              <a:rPr lang="en-GB" noProof="0" dirty="0"/>
              <a:t>. Integer </a:t>
            </a:r>
            <a:r>
              <a:rPr lang="en-GB" noProof="0" dirty="0" err="1"/>
              <a:t>sodales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orci</a:t>
            </a:r>
            <a:r>
              <a:rPr lang="en-GB" noProof="0" dirty="0"/>
              <a:t> et </a:t>
            </a:r>
            <a:r>
              <a:rPr lang="en-GB" noProof="0" dirty="0" err="1"/>
              <a:t>lobortis</a:t>
            </a:r>
            <a:r>
              <a:rPr lang="en-GB" noProof="0" dirty="0"/>
              <a:t>. Duis ac ipsum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nunc</a:t>
            </a:r>
            <a:r>
              <a:rPr lang="en-GB" noProof="0" dirty="0"/>
              <a:t> </a:t>
            </a:r>
            <a:r>
              <a:rPr lang="en-GB" noProof="0" dirty="0" err="1"/>
              <a:t>condimentum</a:t>
            </a:r>
            <a:r>
              <a:rPr lang="en-GB" noProof="0" dirty="0"/>
              <a:t> </a:t>
            </a:r>
            <a:r>
              <a:rPr lang="en-GB" noProof="0" dirty="0" err="1"/>
              <a:t>ornare</a:t>
            </a:r>
            <a:r>
              <a:rPr lang="en-GB" noProof="0" dirty="0"/>
              <a:t> non </a:t>
            </a:r>
            <a:r>
              <a:rPr lang="en-GB" noProof="0" dirty="0" err="1"/>
              <a:t>vel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.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4A4F8E1-48A8-DCC4-5DC6-2CACF9E54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79827 w 12192000"/>
              <a:gd name="connsiteY0" fmla="*/ 394685 h 6858000"/>
              <a:gd name="connsiteX1" fmla="*/ 379827 w 12192000"/>
              <a:gd name="connsiteY1" fmla="*/ 6429570 h 6858000"/>
              <a:gd name="connsiteX2" fmla="*/ 10399418 w 12192000"/>
              <a:gd name="connsiteY2" fmla="*/ 6429570 h 6858000"/>
              <a:gd name="connsiteX3" fmla="*/ 11754853 w 12192000"/>
              <a:gd name="connsiteY3" fmla="*/ 5074135 h 6858000"/>
              <a:gd name="connsiteX4" fmla="*/ 11754853 w 12192000"/>
              <a:gd name="connsiteY4" fmla="*/ 39468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79827" y="394685"/>
                </a:moveTo>
                <a:lnTo>
                  <a:pt x="379827" y="6429570"/>
                </a:lnTo>
                <a:lnTo>
                  <a:pt x="10399418" y="6429570"/>
                </a:lnTo>
                <a:cubicBezTo>
                  <a:pt x="11148004" y="6429570"/>
                  <a:pt x="11754853" y="5822721"/>
                  <a:pt x="11754853" y="5074135"/>
                </a:cubicBezTo>
                <a:lnTo>
                  <a:pt x="11754853" y="3946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217B12-B516-1041-6C94-7D5B7CD91E0A}"/>
              </a:ext>
            </a:extLst>
          </p:cNvPr>
          <p:cNvGrpSpPr/>
          <p:nvPr userDrawn="1"/>
        </p:nvGrpSpPr>
        <p:grpSpPr>
          <a:xfrm>
            <a:off x="763452" y="5771605"/>
            <a:ext cx="4125437" cy="395612"/>
            <a:chOff x="755650" y="5776117"/>
            <a:chExt cx="4125437" cy="39561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A0708D6-029D-E7E1-40CD-007CA5D439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650" y="5841222"/>
              <a:ext cx="895985" cy="256381"/>
            </a:xfrm>
            <a:prstGeom prst="rect">
              <a:avLst/>
            </a:prstGeom>
          </p:spPr>
        </p:pic>
        <p:sp>
          <p:nvSpPr>
            <p:cNvPr id="11" name="Date Placeholder 2">
              <a:extLst>
                <a:ext uri="{FF2B5EF4-FFF2-40B4-BE49-F238E27FC236}">
                  <a16:creationId xmlns:a16="http://schemas.microsoft.com/office/drawing/2014/main" id="{A8AB245A-BE06-20C4-64BE-9C9C40EC1A2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776117"/>
              <a:ext cx="1403192" cy="2159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C3381BF-48E6-42BE-B892-4C5075D8A3B4}" type="datetime6">
                <a:rPr lang="en-GB" sz="890" b="0" i="0" kern="1200" noProof="0" smtClean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March 26</a:t>
              </a:fld>
              <a:endParaRPr lang="en-GB" sz="890" b="0" i="0" kern="1200" noProof="0" dirty="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ooter Placeholder 3">
              <a:extLst>
                <a:ext uri="{FF2B5EF4-FFF2-40B4-BE49-F238E27FC236}">
                  <a16:creationId xmlns:a16="http://schemas.microsoft.com/office/drawing/2014/main" id="{10599C7F-D4B5-BB98-C0F1-08EB953EE7D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955829"/>
              <a:ext cx="2849564" cy="215900"/>
            </a:xfrm>
            <a:prstGeom prst="rect">
              <a:avLst/>
            </a:prstGeom>
          </p:spPr>
          <p:txBody>
            <a:bodyPr vert="horz" lIns="0" tIns="0" rIns="0" bIns="720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700" b="0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890" b="0" i="0" kern="1200" noProof="0" dirty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© </a:t>
              </a:r>
              <a:r>
                <a:rPr lang="en-GB" sz="890" b="0" i="0" kern="1200" noProof="0" dirty="0" err="1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Onafriq</a:t>
              </a:r>
              <a:r>
                <a:rPr lang="en-GB" sz="890" b="0" i="0" kern="1200" noProof="0" dirty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 + Confidential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9ED0264-D664-C9E5-9A78-E6A21954EAA3}"/>
                </a:ext>
              </a:extLst>
            </p:cNvPr>
            <p:cNvCxnSpPr/>
            <p:nvPr userDrawn="1"/>
          </p:nvCxnSpPr>
          <p:spPr>
            <a:xfrm>
              <a:off x="1830705" y="5841222"/>
              <a:ext cx="0" cy="256381"/>
            </a:xfrm>
            <a:prstGeom prst="line">
              <a:avLst/>
            </a:prstGeom>
            <a:ln>
              <a:solidFill>
                <a:srgbClr val="3232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5090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on ca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F8A7EFF-19A1-729B-4B7F-FC0387824E97}"/>
              </a:ext>
            </a:extLst>
          </p:cNvPr>
          <p:cNvSpPr/>
          <p:nvPr userDrawn="1"/>
        </p:nvSpPr>
        <p:spPr>
          <a:xfrm>
            <a:off x="313303" y="5940911"/>
            <a:ext cx="11137392" cy="5364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4A4F8E1-48A8-DCC4-5DC6-2CACF9E54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79827 w 12192000"/>
              <a:gd name="connsiteY0" fmla="*/ 394685 h 6858000"/>
              <a:gd name="connsiteX1" fmla="*/ 379827 w 12192000"/>
              <a:gd name="connsiteY1" fmla="*/ 6429570 h 6858000"/>
              <a:gd name="connsiteX2" fmla="*/ 10399418 w 12192000"/>
              <a:gd name="connsiteY2" fmla="*/ 6429570 h 6858000"/>
              <a:gd name="connsiteX3" fmla="*/ 11754853 w 12192000"/>
              <a:gd name="connsiteY3" fmla="*/ 5074135 h 6858000"/>
              <a:gd name="connsiteX4" fmla="*/ 11754853 w 12192000"/>
              <a:gd name="connsiteY4" fmla="*/ 39468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79827" y="394685"/>
                </a:moveTo>
                <a:lnTo>
                  <a:pt x="379827" y="6429570"/>
                </a:lnTo>
                <a:lnTo>
                  <a:pt x="10399418" y="6429570"/>
                </a:lnTo>
                <a:cubicBezTo>
                  <a:pt x="11148004" y="6429570"/>
                  <a:pt x="11754853" y="5822721"/>
                  <a:pt x="11754853" y="5074135"/>
                </a:cubicBezTo>
                <a:lnTo>
                  <a:pt x="11754853" y="3946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C25338-97C8-3D23-0D4A-D78BC67BEC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857999"/>
          </a:xfrm>
        </p:spPr>
        <p:txBody>
          <a:bodyPr lIns="0" anchor="ctr"/>
          <a:lstStyle>
            <a:lvl1pPr algn="ctr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/>
              <a:t>Pull quote example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B67687A-1272-8DC4-0D31-B30183A3C4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4121" y="5843838"/>
            <a:ext cx="883757" cy="25288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AB37C4D-0D14-4FA8-0A3B-E12F0917A2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5108" y="1187577"/>
            <a:ext cx="772668" cy="65676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8E1CE81-13BD-E936-B0DC-EB6A372E2BB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0187940" y="5040249"/>
            <a:ext cx="772668" cy="6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19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on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EED7A59-E427-8DE0-7094-4F612D445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CC25338-97C8-3D23-0D4A-D78BC67BEC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857999"/>
          </a:xfrm>
        </p:spPr>
        <p:txBody>
          <a:bodyPr lIns="0" anchor="ctr"/>
          <a:lstStyle>
            <a:lvl1pPr algn="ctr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/>
              <a:t>Pull quote example</a:t>
            </a:r>
            <a:br>
              <a:rPr lang="en-GB" noProof="0"/>
            </a:br>
            <a:r>
              <a:rPr lang="en-GB" noProof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B67687A-1272-8DC4-0D31-B30183A3C4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4121" y="5843838"/>
            <a:ext cx="883757" cy="25288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AB37C4D-0D14-4FA8-0A3B-E12F0917A28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5108" y="1187577"/>
            <a:ext cx="772668" cy="65676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8E1CE81-13BD-E936-B0DC-EB6A372E2BB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187940" y="5040249"/>
            <a:ext cx="772668" cy="6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16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3B9C11-F393-9868-71C7-A0E2390CD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7800" y="247190"/>
            <a:ext cx="10374405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CC3B56-F7F9-7E6B-C285-FEB8826A9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268" y="1117663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B5C44120-B934-B9C0-858A-EBE2D6811E31}"/>
              </a:ext>
            </a:extLst>
          </p:cNvPr>
          <p:cNvSpPr/>
          <p:nvPr userDrawn="1"/>
        </p:nvSpPr>
        <p:spPr>
          <a:xfrm rot="10800000">
            <a:off x="781410" y="1997239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B36805D-9B1A-7E42-1A8D-D8CB252C0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0855" y="3029686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19" name="Rectangle: Top Corners One Rounded and One Snipped 18">
            <a:extLst>
              <a:ext uri="{FF2B5EF4-FFF2-40B4-BE49-F238E27FC236}">
                <a16:creationId xmlns:a16="http://schemas.microsoft.com/office/drawing/2014/main" id="{0058AAED-774D-BAC1-8DEF-FB5B2375D9DD}"/>
              </a:ext>
            </a:extLst>
          </p:cNvPr>
          <p:cNvSpPr/>
          <p:nvPr userDrawn="1"/>
        </p:nvSpPr>
        <p:spPr>
          <a:xfrm rot="10800000">
            <a:off x="3527543" y="1997239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DDC2794C-B65B-BDEF-7B84-5E84B8953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6988" y="3029686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2" name="Rectangle: Top Corners One Rounded and One Snipped 21">
            <a:extLst>
              <a:ext uri="{FF2B5EF4-FFF2-40B4-BE49-F238E27FC236}">
                <a16:creationId xmlns:a16="http://schemas.microsoft.com/office/drawing/2014/main" id="{873BFB7D-A4F3-5F11-96D6-85526932D339}"/>
              </a:ext>
            </a:extLst>
          </p:cNvPr>
          <p:cNvSpPr/>
          <p:nvPr userDrawn="1"/>
        </p:nvSpPr>
        <p:spPr>
          <a:xfrm rot="10800000">
            <a:off x="6330917" y="1997239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511A362-2B0F-F8CF-E3DD-558FD3366B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0362" y="3029686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5" name="Rectangle: Top Corners One Rounded and One Snipped 24">
            <a:extLst>
              <a:ext uri="{FF2B5EF4-FFF2-40B4-BE49-F238E27FC236}">
                <a16:creationId xmlns:a16="http://schemas.microsoft.com/office/drawing/2014/main" id="{9E6E1BEE-D41B-CCDC-854F-E2701384636B}"/>
              </a:ext>
            </a:extLst>
          </p:cNvPr>
          <p:cNvSpPr/>
          <p:nvPr userDrawn="1"/>
        </p:nvSpPr>
        <p:spPr>
          <a:xfrm rot="10800000">
            <a:off x="9077050" y="1997239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671E5737-8867-7AD1-E76B-FD65BB3FC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6495" y="3029686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8" name="Rectangle: Top Corners One Rounded and One Snipped 27">
            <a:extLst>
              <a:ext uri="{FF2B5EF4-FFF2-40B4-BE49-F238E27FC236}">
                <a16:creationId xmlns:a16="http://schemas.microsoft.com/office/drawing/2014/main" id="{42F15D76-50C6-FDFB-71AE-6DB9795CD2F8}"/>
              </a:ext>
            </a:extLst>
          </p:cNvPr>
          <p:cNvSpPr/>
          <p:nvPr userDrawn="1"/>
        </p:nvSpPr>
        <p:spPr>
          <a:xfrm rot="10800000">
            <a:off x="781410" y="3884752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4F27FC2-4435-5C38-5AC2-5FFB25D56E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855" y="4917199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31" name="Rectangle: Top Corners One Rounded and One Snipped 30">
            <a:extLst>
              <a:ext uri="{FF2B5EF4-FFF2-40B4-BE49-F238E27FC236}">
                <a16:creationId xmlns:a16="http://schemas.microsoft.com/office/drawing/2014/main" id="{ACE61B9E-1FB4-E227-3E59-C3A19480044F}"/>
              </a:ext>
            </a:extLst>
          </p:cNvPr>
          <p:cNvSpPr/>
          <p:nvPr userDrawn="1"/>
        </p:nvSpPr>
        <p:spPr>
          <a:xfrm rot="10800000">
            <a:off x="3584784" y="3884752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A395904-6A05-0065-80AE-A3F4B55F1E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44229" y="4917199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34" name="Rectangle: Top Corners One Rounded and One Snipped 33">
            <a:extLst>
              <a:ext uri="{FF2B5EF4-FFF2-40B4-BE49-F238E27FC236}">
                <a16:creationId xmlns:a16="http://schemas.microsoft.com/office/drawing/2014/main" id="{4CB77012-E876-AF7B-E9B7-2A553A57CDBD}"/>
              </a:ext>
            </a:extLst>
          </p:cNvPr>
          <p:cNvSpPr/>
          <p:nvPr userDrawn="1"/>
        </p:nvSpPr>
        <p:spPr>
          <a:xfrm rot="10800000">
            <a:off x="6330917" y="3884752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49015619-C31D-242E-84D3-D8D6D6D5DF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90362" y="4917199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37" name="Rectangle: Top Corners One Rounded and One Snipped 36">
            <a:extLst>
              <a:ext uri="{FF2B5EF4-FFF2-40B4-BE49-F238E27FC236}">
                <a16:creationId xmlns:a16="http://schemas.microsoft.com/office/drawing/2014/main" id="{63A65D76-E9A8-0303-5216-906A17B6C1E6}"/>
              </a:ext>
            </a:extLst>
          </p:cNvPr>
          <p:cNvSpPr/>
          <p:nvPr userDrawn="1"/>
        </p:nvSpPr>
        <p:spPr>
          <a:xfrm rot="10800000">
            <a:off x="9088035" y="3884751"/>
            <a:ext cx="236311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6C5EB390-ABF0-F5C7-97F4-2BB95C40B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47480" y="4917198"/>
            <a:ext cx="2414650" cy="467894"/>
          </a:xfrm>
        </p:spPr>
        <p:txBody>
          <a:bodyPr/>
          <a:lstStyle>
            <a:lvl1pPr marL="0" indent="0" algn="ctr">
              <a:buFont typeface="+mj-lt"/>
              <a:buNone/>
              <a:defRPr b="1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3FD28E8-764D-0A7A-0748-D1D56B44DF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050" y="2036763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1EF3B375-B274-3C06-FAC8-E79B91E06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27543" y="2036670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CC784E7D-D521-F942-6B9E-D3F1CB69DF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8570" y="2033402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BBF1E42C-D4A6-E730-D15D-ACE070207D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85063" y="2033309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79F28C6D-14DC-A472-939C-214CBE25DF7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717" y="3925010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9DE927B1-FDD9-06E5-E7BE-23C5F96399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38210" y="3924917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BA8E4633-7A95-EA67-F143-355B559C3C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49237" y="3921649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A8D241B1-4F93-659E-4A75-A82402F1FA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95730" y="3921556"/>
            <a:ext cx="2363788" cy="992187"/>
          </a:xfrm>
        </p:spPr>
        <p:txBody>
          <a:bodyPr anchor="ctr"/>
          <a:lstStyle>
            <a:lvl1pPr marL="0" indent="0" algn="ctr">
              <a:buNone/>
              <a:defRPr sz="5000" b="1"/>
            </a:lvl1pPr>
            <a:lvl2pPr marL="457200" indent="0">
              <a:buNone/>
              <a:defRPr sz="2500" b="1"/>
            </a:lvl2pPr>
            <a:lvl3pPr marL="914400" indent="0">
              <a:buNone/>
              <a:defRPr sz="2500" b="1"/>
            </a:lvl3pPr>
            <a:lvl4pPr marL="1371600" indent="0">
              <a:buNone/>
              <a:defRPr sz="2500" b="1"/>
            </a:lvl4pPr>
            <a:lvl5pPr marL="1828800" indent="0">
              <a:buNone/>
              <a:defRPr sz="2500" b="1"/>
            </a:lvl5pPr>
          </a:lstStyle>
          <a:p>
            <a:pPr lvl="0"/>
            <a:r>
              <a:rPr lang="en-GB" noProof="0" dirty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1301964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B5C44120-B934-B9C0-858A-EBE2D6811E31}"/>
              </a:ext>
            </a:extLst>
          </p:cNvPr>
          <p:cNvSpPr/>
          <p:nvPr userDrawn="1"/>
        </p:nvSpPr>
        <p:spPr>
          <a:xfrm rot="10800000">
            <a:off x="781410" y="1997239"/>
            <a:ext cx="327751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3B9C11-F393-9868-71C7-A0E2390CD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723" y="248836"/>
            <a:ext cx="10374405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CC3B56-F7F9-7E6B-C285-FEB8826A9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9191" y="1119309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B36805D-9B1A-7E42-1A8D-D8CB252C0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81479" y="2161679"/>
            <a:ext cx="214884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.</a:t>
            </a:r>
          </a:p>
        </p:txBody>
      </p:sp>
      <p:sp>
        <p:nvSpPr>
          <p:cNvPr id="4" name="Picture Placeholder 46">
            <a:extLst>
              <a:ext uri="{FF2B5EF4-FFF2-40B4-BE49-F238E27FC236}">
                <a16:creationId xmlns:a16="http://schemas.microsoft.com/office/drawing/2014/main" id="{88B7DD1D-2E56-54F9-C9F1-F5323A2EFC1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9683" y="2201451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3FFA6519-7B7B-33E0-996A-4F735C9A286B}"/>
              </a:ext>
            </a:extLst>
          </p:cNvPr>
          <p:cNvSpPr/>
          <p:nvPr userDrawn="1"/>
        </p:nvSpPr>
        <p:spPr>
          <a:xfrm rot="10800000">
            <a:off x="4457245" y="1998110"/>
            <a:ext cx="3277510" cy="1500340"/>
          </a:xfrm>
          <a:prstGeom prst="snipRoundRect">
            <a:avLst>
              <a:gd name="adj1" fmla="val 31842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32AF4F7-757D-2AAE-211F-1766F00291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57314" y="2162550"/>
            <a:ext cx="214884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.</a:t>
            </a:r>
          </a:p>
        </p:txBody>
      </p:sp>
      <p:sp>
        <p:nvSpPr>
          <p:cNvPr id="9" name="Picture Placeholder 46">
            <a:extLst>
              <a:ext uri="{FF2B5EF4-FFF2-40B4-BE49-F238E27FC236}">
                <a16:creationId xmlns:a16="http://schemas.microsoft.com/office/drawing/2014/main" id="{A6A052B5-4A27-DA50-3B2A-DF2F82AF9C1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45518" y="2202322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2E1CD9F2-7C34-96F0-840F-1FA769571B82}"/>
              </a:ext>
            </a:extLst>
          </p:cNvPr>
          <p:cNvSpPr/>
          <p:nvPr userDrawn="1"/>
        </p:nvSpPr>
        <p:spPr>
          <a:xfrm rot="10800000">
            <a:off x="8133080" y="1998981"/>
            <a:ext cx="327751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7442375-B688-F448-8E7F-826893E22A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33149" y="2163421"/>
            <a:ext cx="214884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.</a:t>
            </a:r>
          </a:p>
        </p:txBody>
      </p:sp>
      <p:sp>
        <p:nvSpPr>
          <p:cNvPr id="14" name="Picture Placeholder 46">
            <a:extLst>
              <a:ext uri="{FF2B5EF4-FFF2-40B4-BE49-F238E27FC236}">
                <a16:creationId xmlns:a16="http://schemas.microsoft.com/office/drawing/2014/main" id="{5B4912DD-A55D-2BB7-0F3E-2557BA220B1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21353" y="2203193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6" name="Rectangle: Top Corners One Rounded and One Snipped 15">
            <a:extLst>
              <a:ext uri="{FF2B5EF4-FFF2-40B4-BE49-F238E27FC236}">
                <a16:creationId xmlns:a16="http://schemas.microsoft.com/office/drawing/2014/main" id="{7E5FECE1-978E-ACA9-796C-2C6388C52CDB}"/>
              </a:ext>
            </a:extLst>
          </p:cNvPr>
          <p:cNvSpPr/>
          <p:nvPr userDrawn="1"/>
        </p:nvSpPr>
        <p:spPr>
          <a:xfrm rot="10800000">
            <a:off x="781410" y="3883011"/>
            <a:ext cx="3277510" cy="1500340"/>
          </a:xfrm>
          <a:prstGeom prst="snipRoundRect">
            <a:avLst>
              <a:gd name="adj1" fmla="val 31842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C674018-66B7-2B03-03C7-C8F4E0B8E0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1479" y="4047451"/>
            <a:ext cx="214884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.</a:t>
            </a:r>
          </a:p>
        </p:txBody>
      </p:sp>
      <p:sp>
        <p:nvSpPr>
          <p:cNvPr id="18" name="Picture Placeholder 46">
            <a:extLst>
              <a:ext uri="{FF2B5EF4-FFF2-40B4-BE49-F238E27FC236}">
                <a16:creationId xmlns:a16="http://schemas.microsoft.com/office/drawing/2014/main" id="{1C0464EE-8584-E273-542E-49846D12A21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9683" y="4087223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40" name="Rectangle: Top Corners One Rounded and One Snipped 39">
            <a:extLst>
              <a:ext uri="{FF2B5EF4-FFF2-40B4-BE49-F238E27FC236}">
                <a16:creationId xmlns:a16="http://schemas.microsoft.com/office/drawing/2014/main" id="{E9F36469-BD19-0AC5-82E8-EDF2CA465DDB}"/>
              </a:ext>
            </a:extLst>
          </p:cNvPr>
          <p:cNvSpPr/>
          <p:nvPr userDrawn="1"/>
        </p:nvSpPr>
        <p:spPr>
          <a:xfrm rot="10800000">
            <a:off x="4457245" y="3883882"/>
            <a:ext cx="327751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6A00706A-1AE2-C205-7765-4A1F3ADFD1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7314" y="4048322"/>
            <a:ext cx="214884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.</a:t>
            </a:r>
          </a:p>
        </p:txBody>
      </p:sp>
      <p:sp>
        <p:nvSpPr>
          <p:cNvPr id="42" name="Picture Placeholder 46">
            <a:extLst>
              <a:ext uri="{FF2B5EF4-FFF2-40B4-BE49-F238E27FC236}">
                <a16:creationId xmlns:a16="http://schemas.microsoft.com/office/drawing/2014/main" id="{4026375A-D181-5E4D-F5A9-9800E4839F0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45518" y="4088094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43" name="Rectangle: Top Corners One Rounded and One Snipped 42">
            <a:extLst>
              <a:ext uri="{FF2B5EF4-FFF2-40B4-BE49-F238E27FC236}">
                <a16:creationId xmlns:a16="http://schemas.microsoft.com/office/drawing/2014/main" id="{789AB6DB-ED5E-57C1-5706-4F6D528BF077}"/>
              </a:ext>
            </a:extLst>
          </p:cNvPr>
          <p:cNvSpPr/>
          <p:nvPr userDrawn="1"/>
        </p:nvSpPr>
        <p:spPr>
          <a:xfrm rot="10800000">
            <a:off x="8133080" y="3884753"/>
            <a:ext cx="3277510" cy="1500340"/>
          </a:xfrm>
          <a:prstGeom prst="snipRoundRect">
            <a:avLst>
              <a:gd name="adj1" fmla="val 31842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AD2A8157-E011-3388-5783-C6C51DDFA5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33149" y="4049193"/>
            <a:ext cx="214884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.</a:t>
            </a:r>
          </a:p>
        </p:txBody>
      </p:sp>
      <p:sp>
        <p:nvSpPr>
          <p:cNvPr id="45" name="Picture Placeholder 46">
            <a:extLst>
              <a:ext uri="{FF2B5EF4-FFF2-40B4-BE49-F238E27FC236}">
                <a16:creationId xmlns:a16="http://schemas.microsoft.com/office/drawing/2014/main" id="{FDEA1CBD-7244-6AD9-F05E-90DB890F494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321353" y="4088965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84EAB8-3A47-EA5A-DB08-E8614986887E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rgbClr val="F0F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502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B5C44120-B934-B9C0-858A-EBE2D6811E31}"/>
              </a:ext>
            </a:extLst>
          </p:cNvPr>
          <p:cNvSpPr/>
          <p:nvPr userDrawn="1"/>
        </p:nvSpPr>
        <p:spPr>
          <a:xfrm rot="10800000">
            <a:off x="781410" y="1997239"/>
            <a:ext cx="511647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3B9C11-F393-9868-71C7-A0E2390CD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563" y="248837"/>
            <a:ext cx="10374405" cy="2960359"/>
          </a:xfrm>
        </p:spPr>
        <p:txBody>
          <a:bodyPr lIns="0" anchor="t"/>
          <a:lstStyle>
            <a:lvl1pPr algn="l">
              <a:lnSpc>
                <a:spcPct val="95000"/>
              </a:lnSpc>
              <a:defRPr sz="5000" b="1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CC3B56-F7F9-7E6B-C285-FEB8826A9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9031" y="1119310"/>
            <a:ext cx="8937910" cy="866521"/>
          </a:xfrm>
        </p:spPr>
        <p:txBody>
          <a:bodyPr lIns="0" anchor="t">
            <a:noAutofit/>
          </a:bodyPr>
          <a:lstStyle>
            <a:lvl1pPr marL="0" indent="0" algn="l">
              <a:buNone/>
              <a:defRPr sz="2500" b="0" i="0">
                <a:solidFill>
                  <a:srgbClr val="323232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B36805D-9B1A-7E42-1A8D-D8CB252C0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06039" y="2161679"/>
            <a:ext cx="304292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.</a:t>
            </a:r>
            <a:r>
              <a:rPr lang="en-GB" b="0" i="0" noProof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 </a:t>
            </a:r>
            <a:endParaRPr lang="en-GB" noProof="0" dirty="0"/>
          </a:p>
        </p:txBody>
      </p:sp>
      <p:sp>
        <p:nvSpPr>
          <p:cNvPr id="12" name="Picture Placeholder 15">
            <a:extLst>
              <a:ext uri="{FF2B5EF4-FFF2-40B4-BE49-F238E27FC236}">
                <a16:creationId xmlns:a16="http://schemas.microsoft.com/office/drawing/2014/main" id="{4460B303-CB06-0A00-C959-7E4DB3FCDD5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7832" y="2183007"/>
            <a:ext cx="1500408" cy="1118993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25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on icon to insert headshot</a:t>
            </a:r>
          </a:p>
        </p:txBody>
      </p:sp>
      <p:sp>
        <p:nvSpPr>
          <p:cNvPr id="19" name="Rectangle: Top Corners One Rounded and One Snipped 18">
            <a:extLst>
              <a:ext uri="{FF2B5EF4-FFF2-40B4-BE49-F238E27FC236}">
                <a16:creationId xmlns:a16="http://schemas.microsoft.com/office/drawing/2014/main" id="{699BB97F-D427-0D28-D918-916F0012C7A3}"/>
              </a:ext>
            </a:extLst>
          </p:cNvPr>
          <p:cNvSpPr/>
          <p:nvPr userDrawn="1"/>
        </p:nvSpPr>
        <p:spPr>
          <a:xfrm rot="10800000">
            <a:off x="6294120" y="1997240"/>
            <a:ext cx="511647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0D480079-13A7-D752-6620-86BBB2B5E2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8749" y="2161680"/>
            <a:ext cx="304292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.</a:t>
            </a:r>
            <a:r>
              <a:rPr lang="en-GB" b="0" i="0" noProof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 </a:t>
            </a:r>
            <a:endParaRPr lang="en-GB" noProof="0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BD0A8FEF-76AC-0FCB-359F-E7F47FFBADA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440542" y="2183008"/>
            <a:ext cx="1500408" cy="1118993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25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on icon to insert headshot</a:t>
            </a:r>
          </a:p>
        </p:txBody>
      </p:sp>
      <p:sp>
        <p:nvSpPr>
          <p:cNvPr id="22" name="Rectangle: Top Corners One Rounded and One Snipped 21">
            <a:extLst>
              <a:ext uri="{FF2B5EF4-FFF2-40B4-BE49-F238E27FC236}">
                <a16:creationId xmlns:a16="http://schemas.microsoft.com/office/drawing/2014/main" id="{C31B791F-43E0-16E4-D1B6-A0F4B3ECF9CD}"/>
              </a:ext>
            </a:extLst>
          </p:cNvPr>
          <p:cNvSpPr/>
          <p:nvPr userDrawn="1"/>
        </p:nvSpPr>
        <p:spPr>
          <a:xfrm rot="10800000">
            <a:off x="781410" y="3810799"/>
            <a:ext cx="511647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69B3F81A-2FAB-6A3B-12E4-EE9773265F7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06039" y="3975239"/>
            <a:ext cx="304292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.</a:t>
            </a:r>
            <a:r>
              <a:rPr lang="en-GB" b="0" i="0" noProof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 </a:t>
            </a:r>
            <a:endParaRPr lang="en-GB" noProof="0" dirty="0"/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81114E2C-9B86-99F7-244C-143D8704EA6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27832" y="3996567"/>
            <a:ext cx="1500408" cy="1118993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25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on icon to insert headshot</a:t>
            </a:r>
          </a:p>
        </p:txBody>
      </p:sp>
      <p:sp>
        <p:nvSpPr>
          <p:cNvPr id="25" name="Rectangle: Top Corners One Rounded and One Snipped 24">
            <a:extLst>
              <a:ext uri="{FF2B5EF4-FFF2-40B4-BE49-F238E27FC236}">
                <a16:creationId xmlns:a16="http://schemas.microsoft.com/office/drawing/2014/main" id="{9D863B7B-6646-5B02-6979-A2A5C6334181}"/>
              </a:ext>
            </a:extLst>
          </p:cNvPr>
          <p:cNvSpPr/>
          <p:nvPr userDrawn="1"/>
        </p:nvSpPr>
        <p:spPr>
          <a:xfrm rot="10800000">
            <a:off x="6294120" y="3810800"/>
            <a:ext cx="5116470" cy="1500340"/>
          </a:xfrm>
          <a:prstGeom prst="snipRoundRect">
            <a:avLst>
              <a:gd name="adj1" fmla="val 3184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203D74F0-ADB3-768F-9D86-1C900E2507F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8749" y="3975240"/>
            <a:ext cx="3042921" cy="1298389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.</a:t>
            </a:r>
            <a:r>
              <a:rPr lang="en-GB" b="0" i="0" noProof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endParaRPr lang="en-GB" noProof="0" dirty="0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8204CB23-6CCE-0763-7AAC-4B76A2873A3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40542" y="3996568"/>
            <a:ext cx="1500408" cy="1118993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25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on icon to insert headshot</a:t>
            </a:r>
          </a:p>
        </p:txBody>
      </p:sp>
    </p:spTree>
    <p:extLst>
      <p:ext uri="{BB962C8B-B14F-4D97-AF65-F5344CB8AC3E}">
        <p14:creationId xmlns:p14="http://schemas.microsoft.com/office/powerpoint/2010/main" val="3713436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82D49A6-6D11-0F42-29C7-5146556CBD27}"/>
              </a:ext>
            </a:extLst>
          </p:cNvPr>
          <p:cNvSpPr/>
          <p:nvPr userDrawn="1"/>
        </p:nvSpPr>
        <p:spPr>
          <a:xfrm>
            <a:off x="0" y="1512485"/>
            <a:ext cx="12192000" cy="7593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58E663-C8DB-90AA-1AD2-89981822D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786" y="408635"/>
            <a:ext cx="10394506" cy="670764"/>
          </a:xfrm>
        </p:spPr>
        <p:txBody>
          <a:bodyPr lIns="0" tIns="0" rIns="90000" anchor="t"/>
          <a:lstStyle>
            <a:lvl1pPr>
              <a:lnSpc>
                <a:spcPct val="74000"/>
              </a:lnSpc>
              <a:defRPr lang="en-US" sz="4800" dirty="0"/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10" name="Picture Placeholder 46">
            <a:extLst>
              <a:ext uri="{FF2B5EF4-FFF2-40B4-BE49-F238E27FC236}">
                <a16:creationId xmlns:a16="http://schemas.microsoft.com/office/drawing/2014/main" id="{729328C9-A1B2-B847-7156-15ACF5E46A8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91557" y="1626614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B4E70E0-71E7-1FE8-A8B8-042F89D48A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1754" y="1512485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1B66AA-F6AF-3E80-A99F-AE477F7B45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382" y="1512485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FEF250-0097-A341-688E-29C8E87E89A1}"/>
              </a:ext>
            </a:extLst>
          </p:cNvPr>
          <p:cNvSpPr/>
          <p:nvPr userDrawn="1"/>
        </p:nvSpPr>
        <p:spPr>
          <a:xfrm>
            <a:off x="0" y="2286217"/>
            <a:ext cx="12192000" cy="75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16" name="Picture Placeholder 46">
            <a:extLst>
              <a:ext uri="{FF2B5EF4-FFF2-40B4-BE49-F238E27FC236}">
                <a16:creationId xmlns:a16="http://schemas.microsoft.com/office/drawing/2014/main" id="{9037B11C-AADF-C22E-FB4E-6458C698BE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91557" y="2400346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lang="en-US" dirty="0"/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558AA3B-BC77-4446-611F-86F97ABD13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1754" y="2286217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lang="en-GB" dirty="0" smtClean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C1547BF-92D5-D4CF-5B1A-1862C93E13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72382" y="2286217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lang="en-GB" dirty="0" smtClean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2A61DA-FDF6-F57D-555A-B27301F0D255}"/>
              </a:ext>
            </a:extLst>
          </p:cNvPr>
          <p:cNvSpPr/>
          <p:nvPr userDrawn="1"/>
        </p:nvSpPr>
        <p:spPr>
          <a:xfrm>
            <a:off x="0" y="3058594"/>
            <a:ext cx="12192000" cy="7593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1" name="Picture Placeholder 46">
            <a:extLst>
              <a:ext uri="{FF2B5EF4-FFF2-40B4-BE49-F238E27FC236}">
                <a16:creationId xmlns:a16="http://schemas.microsoft.com/office/drawing/2014/main" id="{9194BC9A-0471-C213-210B-811B8F4ADE9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391557" y="3172723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36358D01-A20C-3EEE-9B90-F0D1861870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31754" y="3058594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09F77D88-11DE-7117-258D-B0685B8E7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72382" y="3058594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72620A-036B-3BD4-993D-A90AAB3BFB13}"/>
              </a:ext>
            </a:extLst>
          </p:cNvPr>
          <p:cNvSpPr/>
          <p:nvPr userDrawn="1"/>
        </p:nvSpPr>
        <p:spPr>
          <a:xfrm>
            <a:off x="0" y="3832326"/>
            <a:ext cx="12192000" cy="75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26" name="Picture Placeholder 46">
            <a:extLst>
              <a:ext uri="{FF2B5EF4-FFF2-40B4-BE49-F238E27FC236}">
                <a16:creationId xmlns:a16="http://schemas.microsoft.com/office/drawing/2014/main" id="{EE529585-5675-92F4-297B-A9B4345745C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391557" y="3946455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lang="en-US" dirty="0"/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4BDFF07-3783-E4D3-83BF-04C7E2B375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31754" y="3832326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lang="en-GB" dirty="0" smtClean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ECA9AE1-5C2E-9FA9-04F5-8B7A83388B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72382" y="3832326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lang="en-GB" dirty="0" smtClean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2E1EEA-934C-79E7-358A-4A2AA92A7355}"/>
              </a:ext>
            </a:extLst>
          </p:cNvPr>
          <p:cNvSpPr/>
          <p:nvPr userDrawn="1"/>
        </p:nvSpPr>
        <p:spPr>
          <a:xfrm>
            <a:off x="0" y="4604703"/>
            <a:ext cx="12192000" cy="7593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31" name="Picture Placeholder 46">
            <a:extLst>
              <a:ext uri="{FF2B5EF4-FFF2-40B4-BE49-F238E27FC236}">
                <a16:creationId xmlns:a16="http://schemas.microsoft.com/office/drawing/2014/main" id="{4298C1C0-37C0-F8BF-4BF1-0EC5473E976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391557" y="4718832"/>
            <a:ext cx="546829" cy="546829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 algn="ctr">
              <a:buNone/>
              <a:defRPr sz="10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8EBAEEF8-8221-F092-416F-D94A8CB1B91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31754" y="4604703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96C044B-43E8-0E37-1F00-811B97C55F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2382" y="4604703"/>
            <a:ext cx="3860801" cy="759392"/>
          </a:xfrm>
        </p:spPr>
        <p:txBody>
          <a:bodyPr anchor="ctr"/>
          <a:lstStyle>
            <a:lvl1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 b="0"/>
            </a:lvl1pPr>
          </a:lstStyle>
          <a:p>
            <a:pPr lvl="0"/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4D1E8DC4-1BE0-59D0-4EEF-10FEAD3C5D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2123" y="1512888"/>
            <a:ext cx="1939925" cy="758825"/>
          </a:xfrm>
        </p:spPr>
        <p:txBody>
          <a:bodyPr anchor="ctr"/>
          <a:lstStyle>
            <a:lvl1pPr marL="0" indent="0">
              <a:buNone/>
              <a:defRPr sz="2500" b="1"/>
            </a:lvl1pPr>
          </a:lstStyle>
          <a:p>
            <a:pPr lvl="0"/>
            <a:r>
              <a:rPr lang="en-GB" noProof="0" dirty="0"/>
              <a:t>Point one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ABE8C441-5A19-85C7-B350-61183A9602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2123" y="2271713"/>
            <a:ext cx="1939925" cy="758825"/>
          </a:xfrm>
        </p:spPr>
        <p:txBody>
          <a:bodyPr anchor="ctr"/>
          <a:lstStyle>
            <a:lvl1pPr marL="0" indent="0">
              <a:buNone/>
              <a:defRPr sz="2500" b="1"/>
            </a:lvl1pPr>
          </a:lstStyle>
          <a:p>
            <a:pPr lvl="0"/>
            <a:r>
              <a:rPr lang="en-GB" noProof="0" dirty="0"/>
              <a:t>Point two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CD0D60B8-0D9B-1997-AB22-8AD3C8F0361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2123" y="3053567"/>
            <a:ext cx="1939925" cy="758825"/>
          </a:xfrm>
        </p:spPr>
        <p:txBody>
          <a:bodyPr anchor="ctr"/>
          <a:lstStyle>
            <a:lvl1pPr marL="0" indent="0">
              <a:buNone/>
              <a:defRPr sz="2500" b="1"/>
            </a:lvl1pPr>
          </a:lstStyle>
          <a:p>
            <a:pPr lvl="0"/>
            <a:r>
              <a:rPr lang="en-GB" noProof="0" dirty="0"/>
              <a:t>Point three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0EC24DC9-2369-A8F3-B06D-F625E231F53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1502" y="3832893"/>
            <a:ext cx="1939925" cy="758825"/>
          </a:xfrm>
        </p:spPr>
        <p:txBody>
          <a:bodyPr anchor="ctr"/>
          <a:lstStyle>
            <a:lvl1pPr marL="0" indent="0">
              <a:buNone/>
              <a:defRPr sz="2500" b="1"/>
            </a:lvl1pPr>
          </a:lstStyle>
          <a:p>
            <a:pPr lvl="0"/>
            <a:r>
              <a:rPr lang="en-GB" noProof="0" dirty="0"/>
              <a:t>Point four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E0E19B65-94C2-F480-7938-38D1587F6F4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1501" y="4591718"/>
            <a:ext cx="1939925" cy="758825"/>
          </a:xfrm>
        </p:spPr>
        <p:txBody>
          <a:bodyPr anchor="ctr"/>
          <a:lstStyle>
            <a:lvl1pPr marL="0" indent="0">
              <a:buNone/>
              <a:defRPr sz="2500" b="1"/>
            </a:lvl1pPr>
          </a:lstStyle>
          <a:p>
            <a:pPr lvl="0"/>
            <a:r>
              <a:rPr lang="en-GB" noProof="0" dirty="0"/>
              <a:t>Point five</a:t>
            </a:r>
          </a:p>
        </p:txBody>
      </p:sp>
    </p:spTree>
    <p:extLst>
      <p:ext uri="{BB962C8B-B14F-4D97-AF65-F5344CB8AC3E}">
        <p14:creationId xmlns:p14="http://schemas.microsoft.com/office/powerpoint/2010/main" val="4276564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58E663-C8DB-90AA-1AD2-89981822D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817" y="406399"/>
            <a:ext cx="10394506" cy="670764"/>
          </a:xfrm>
        </p:spPr>
        <p:txBody>
          <a:bodyPr lIns="0" tIns="0" rIns="90000" anchor="t"/>
          <a:lstStyle>
            <a:lvl1pPr>
              <a:lnSpc>
                <a:spcPct val="74000"/>
              </a:lnSpc>
              <a:defRPr lang="en-US" sz="4800" dirty="0"/>
            </a:lvl1pPr>
          </a:lstStyle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sp>
        <p:nvSpPr>
          <p:cNvPr id="2" name="Table Placeholder 3">
            <a:extLst>
              <a:ext uri="{FF2B5EF4-FFF2-40B4-BE49-F238E27FC236}">
                <a16:creationId xmlns:a16="http://schemas.microsoft.com/office/drawing/2014/main" id="{2B396FEA-F752-635D-6B7E-3DDCC30ED6B9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0" y="1465303"/>
            <a:ext cx="12192000" cy="4137937"/>
          </a:xfrm>
          <a:solidFill>
            <a:schemeClr val="accent5"/>
          </a:solidFill>
        </p:spPr>
        <p:txBody>
          <a:bodyPr rIns="648000" bIns="0" anchor="ctr"/>
          <a:lstStyle>
            <a:lvl1pPr marL="0" indent="0" algn="r">
              <a:buNone/>
              <a:defRPr sz="1800" b="0" i="0">
                <a:latin typeface="Century Gothic" panose="020B0502020202020204" pitchFamily="34" charset="0"/>
              </a:defRPr>
            </a:lvl1pPr>
          </a:lstStyle>
          <a:p>
            <a:r>
              <a:rPr lang="en-GB" noProof="0" dirty="0"/>
              <a:t>click on icon to insert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909957-3CFB-56A4-7DBB-5B89573813A3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rgbClr val="F0F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694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58E663-C8DB-90AA-1AD2-89981822D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817" y="407469"/>
            <a:ext cx="10394506" cy="670764"/>
          </a:xfrm>
        </p:spPr>
        <p:txBody>
          <a:bodyPr lIns="0" tIns="0" rIns="90000" anchor="t"/>
          <a:lstStyle>
            <a:lvl1pPr>
              <a:lnSpc>
                <a:spcPct val="74000"/>
              </a:lnSpc>
              <a:defRPr lang="en-US" sz="4800" dirty="0"/>
            </a:lvl1pPr>
          </a:lstStyle>
          <a:p>
            <a:r>
              <a:rPr lang="en-GB" noProof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976886-59E5-1D1B-AB48-455AE76933CA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rgbClr val="F0F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451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58E663-C8DB-90AA-1AD2-89981822D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817" y="407469"/>
            <a:ext cx="10394506" cy="670764"/>
          </a:xfrm>
        </p:spPr>
        <p:txBody>
          <a:bodyPr lIns="0" tIns="0" rIns="90000" anchor="t"/>
          <a:lstStyle>
            <a:lvl1pPr>
              <a:lnSpc>
                <a:spcPct val="74000"/>
              </a:lnSpc>
              <a:defRPr lang="en-US" sz="4800" dirty="0"/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976886-59E5-1D1B-AB48-455AE76933CA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757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58E663-C8DB-90AA-1AD2-89981822D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817" y="407469"/>
            <a:ext cx="10394506" cy="670764"/>
          </a:xfrm>
        </p:spPr>
        <p:txBody>
          <a:bodyPr lIns="0" tIns="0" rIns="90000" anchor="t"/>
          <a:lstStyle>
            <a:lvl1pPr>
              <a:lnSpc>
                <a:spcPct val="74000"/>
              </a:lnSpc>
              <a:defRPr lang="en-US" sz="4800" dirty="0">
                <a:solidFill>
                  <a:srgbClr val="F0F000"/>
                </a:solidFill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976886-59E5-1D1B-AB48-455AE76933CA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rgbClr val="F0F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E3319B1-F244-EABA-9164-4EA054A08246}"/>
              </a:ext>
            </a:extLst>
          </p:cNvPr>
          <p:cNvGrpSpPr/>
          <p:nvPr userDrawn="1"/>
        </p:nvGrpSpPr>
        <p:grpSpPr>
          <a:xfrm>
            <a:off x="380547" y="6150700"/>
            <a:ext cx="4125437" cy="395612"/>
            <a:chOff x="755650" y="5776117"/>
            <a:chExt cx="4125437" cy="39561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11686A5-F4B1-20BF-88AA-08BD11BDB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650" y="5841222"/>
              <a:ext cx="895985" cy="256381"/>
            </a:xfrm>
            <a:prstGeom prst="rect">
              <a:avLst/>
            </a:prstGeom>
          </p:spPr>
        </p:pic>
        <p:sp>
          <p:nvSpPr>
            <p:cNvPr id="11" name="Date Placeholder 2">
              <a:extLst>
                <a:ext uri="{FF2B5EF4-FFF2-40B4-BE49-F238E27FC236}">
                  <a16:creationId xmlns:a16="http://schemas.microsoft.com/office/drawing/2014/main" id="{67D2CDF2-3A32-6A6A-3C15-986EA00D26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776117"/>
              <a:ext cx="1403192" cy="2159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C3381BF-48E6-42BE-B892-4C5075D8A3B4}" type="datetime6">
                <a:rPr lang="en-US" sz="890" b="0" i="0" kern="1200" smtClean="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March 26</a:t>
              </a:fld>
              <a:endParaRPr lang="en-GB" sz="89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ooter Placeholder 3">
              <a:extLst>
                <a:ext uri="{FF2B5EF4-FFF2-40B4-BE49-F238E27FC236}">
                  <a16:creationId xmlns:a16="http://schemas.microsoft.com/office/drawing/2014/main" id="{C82660E2-1C09-5FD3-DA25-0CF243780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955829"/>
              <a:ext cx="2849564" cy="215900"/>
            </a:xfrm>
            <a:prstGeom prst="rect">
              <a:avLst/>
            </a:prstGeom>
          </p:spPr>
          <p:txBody>
            <a:bodyPr vert="horz" lIns="0" tIns="0" rIns="0" bIns="720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700" b="0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890" b="0" i="0" kern="1200" dirty="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© </a:t>
              </a:r>
              <a:r>
                <a:rPr lang="en-GB" sz="890" b="0" i="0" kern="1200" dirty="0" err="1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Onafriq</a:t>
              </a:r>
              <a:r>
                <a:rPr lang="en-GB" sz="890" b="0" i="0" kern="1200" dirty="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 + Confidential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9E92AA-3EFB-A260-308A-252B8E061066}"/>
                </a:ext>
              </a:extLst>
            </p:cNvPr>
            <p:cNvCxnSpPr/>
            <p:nvPr userDrawn="1"/>
          </p:nvCxnSpPr>
          <p:spPr>
            <a:xfrm>
              <a:off x="1830705" y="5841222"/>
              <a:ext cx="0" cy="2563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884B2F9-A965-777E-9705-B81856165931}"/>
              </a:ext>
            </a:extLst>
          </p:cNvPr>
          <p:cNvSpPr txBox="1"/>
          <p:nvPr userDrawn="1"/>
        </p:nvSpPr>
        <p:spPr>
          <a:xfrm>
            <a:off x="11235552" y="6192947"/>
            <a:ext cx="66190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5F8F79-E617-45C0-997E-52E7B409E193}" type="slidenum">
              <a:rPr lang="en-GB" sz="1900" b="1" noProof="0" smtClean="0">
                <a:solidFill>
                  <a:srgbClr val="F0F000"/>
                </a:solidFill>
                <a:latin typeface="Century Gothic" panose="020B0502020202020204" pitchFamily="34" charset="0"/>
              </a:rPr>
              <a:t>‹#›</a:t>
            </a:fld>
            <a:endParaRPr lang="en-GB" sz="1900" b="1" noProof="0" dirty="0">
              <a:solidFill>
                <a:srgbClr val="F0F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202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yel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AA08B12-E191-8337-4F74-27B282698A01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: Top Corners One Rounded and One Snipped 70">
            <a:extLst>
              <a:ext uri="{FF2B5EF4-FFF2-40B4-BE49-F238E27FC236}">
                <a16:creationId xmlns:a16="http://schemas.microsoft.com/office/drawing/2014/main" id="{727EEB78-0637-4EEC-B629-861DF0502551}"/>
              </a:ext>
            </a:extLst>
          </p:cNvPr>
          <p:cNvSpPr/>
          <p:nvPr userDrawn="1"/>
        </p:nvSpPr>
        <p:spPr>
          <a:xfrm rot="10800000">
            <a:off x="384908" y="1771924"/>
            <a:ext cx="5111331" cy="907866"/>
          </a:xfrm>
          <a:prstGeom prst="snipRoundRect">
            <a:avLst>
              <a:gd name="adj1" fmla="val 33886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A61708-7B6A-01E4-CCD1-97F84097E6A8}"/>
              </a:ext>
            </a:extLst>
          </p:cNvPr>
          <p:cNvSpPr txBox="1"/>
          <p:nvPr userDrawn="1"/>
        </p:nvSpPr>
        <p:spPr>
          <a:xfrm>
            <a:off x="458432" y="2745566"/>
            <a:ext cx="178356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noProof="0" dirty="0">
                <a:latin typeface="Century Gothic" panose="020B0502020202020204" pitchFamily="34" charset="0"/>
              </a:rPr>
              <a:t>Uganda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Plot 8 Sunna II Road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Ntinda</a:t>
            </a:r>
            <a:r>
              <a:rPr lang="en-GB" sz="700" b="0" noProof="0" dirty="0">
                <a:latin typeface="Century Gothic" panose="020B0502020202020204" pitchFamily="34" charset="0"/>
              </a:rPr>
              <a:t>, Kampala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noProof="0" dirty="0">
                <a:latin typeface="Century Gothic" panose="020B0502020202020204" pitchFamily="34" charset="0"/>
              </a:rPr>
              <a:t>Democratic Republic of Congo</a:t>
            </a:r>
            <a:endParaRPr lang="en-GB" sz="700" b="1" noProof="0" dirty="0">
              <a:latin typeface="Open Sans" panose="020B0606030504020204" pitchFamily="34" charset="0"/>
            </a:endParaRP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Dont</a:t>
            </a:r>
            <a:r>
              <a:rPr lang="en-GB" sz="700" b="0" noProof="0" dirty="0">
                <a:latin typeface="Century Gothic" panose="020B0502020202020204" pitchFamily="34" charset="0"/>
              </a:rPr>
              <a:t> le </a:t>
            </a:r>
            <a:r>
              <a:rPr lang="en-GB" sz="700" b="0" noProof="0" dirty="0" err="1">
                <a:latin typeface="Century Gothic" panose="020B0502020202020204" pitchFamily="34" charset="0"/>
              </a:rPr>
              <a:t>Siège</a:t>
            </a:r>
            <a:r>
              <a:rPr lang="en-GB" sz="700" b="0" noProof="0" dirty="0">
                <a:latin typeface="Century Gothic" panose="020B0502020202020204" pitchFamily="34" charset="0"/>
              </a:rPr>
              <a:t> Social </a:t>
            </a:r>
            <a:r>
              <a:rPr lang="en-GB" sz="700" b="0" noProof="0" dirty="0" err="1">
                <a:latin typeface="Century Gothic" panose="020B0502020202020204" pitchFamily="34" charset="0"/>
              </a:rPr>
              <a:t>est</a:t>
            </a:r>
            <a:r>
              <a:rPr lang="en-GB" sz="700" b="0" noProof="0" dirty="0">
                <a:latin typeface="Century Gothic" panose="020B0502020202020204" pitchFamily="34" charset="0"/>
              </a:rPr>
              <a:t> </a:t>
            </a:r>
            <a:r>
              <a:rPr lang="en-GB" sz="700" b="0" noProof="0" dirty="0" err="1">
                <a:latin typeface="Century Gothic" panose="020B0502020202020204" pitchFamily="34" charset="0"/>
              </a:rPr>
              <a:t>situé</a:t>
            </a:r>
            <a:r>
              <a:rPr lang="en-GB" sz="700" b="0" noProof="0" dirty="0">
                <a:latin typeface="Century Gothic" panose="020B0502020202020204" pitchFamily="34" charset="0"/>
              </a:rPr>
              <a:t> 700,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7ème Étage </a:t>
            </a:r>
            <a:r>
              <a:rPr lang="en-GB" sz="700" b="0" noProof="0" dirty="0" err="1">
                <a:latin typeface="Century Gothic" panose="020B0502020202020204" pitchFamily="34" charset="0"/>
              </a:rPr>
              <a:t>Immeuble</a:t>
            </a:r>
            <a:r>
              <a:rPr lang="en-GB" sz="700" b="0" noProof="0" dirty="0">
                <a:latin typeface="Century Gothic" panose="020B0502020202020204" pitchFamily="34" charset="0"/>
              </a:rPr>
              <a:t> QUANTUM,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sur 8177 Boulevard du 30 </a:t>
            </a:r>
            <a:r>
              <a:rPr lang="en-GB" sz="700" b="0" noProof="0" dirty="0" err="1">
                <a:latin typeface="Century Gothic" panose="020B0502020202020204" pitchFamily="34" charset="0"/>
              </a:rPr>
              <a:t>Juin</a:t>
            </a:r>
            <a:endParaRPr lang="en-GB" sz="700" b="0" noProof="0" dirty="0">
              <a:latin typeface="Century Gothic" panose="020B0502020202020204" pitchFamily="34" charset="0"/>
            </a:endParaRP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Gombe, Kinshasa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Kenya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9th floor, 623 Wood Avenue Plaza,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Kilimani</a:t>
            </a:r>
            <a:endParaRPr lang="en-GB" sz="700" b="0" noProof="0" dirty="0">
              <a:latin typeface="Century Gothic" panose="020B0502020202020204" pitchFamily="34" charset="0"/>
            </a:endParaRP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South Africa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3rd Floor, The Place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1 Sandton Drive, Sandhurst,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Sandton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CD8B0785-6414-580A-2187-2302D21F99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67032" y="1969259"/>
            <a:ext cx="549740" cy="506164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1D14E557-5826-2325-DA33-3C81F97ABC1B}"/>
              </a:ext>
            </a:extLst>
          </p:cNvPr>
          <p:cNvSpPr txBox="1"/>
          <p:nvPr userDrawn="1"/>
        </p:nvSpPr>
        <p:spPr>
          <a:xfrm>
            <a:off x="250931" y="172030"/>
            <a:ext cx="57719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 noProof="0" dirty="0">
                <a:latin typeface="Century Gothic" panose="020B0502020202020204" pitchFamily="34" charset="0"/>
              </a:rPr>
              <a:t>Got questions?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DA4CF8-D061-7EFD-9151-05AE6C065944}"/>
              </a:ext>
            </a:extLst>
          </p:cNvPr>
          <p:cNvSpPr txBox="1"/>
          <p:nvPr userDrawn="1"/>
        </p:nvSpPr>
        <p:spPr>
          <a:xfrm>
            <a:off x="270640" y="990096"/>
            <a:ext cx="220090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0" noProof="0" dirty="0">
                <a:latin typeface="Century Gothic" panose="020B0502020202020204" pitchFamily="34" charset="0"/>
              </a:rPr>
              <a:t>Contact us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E7FE67-66C8-8D37-8C19-55CAD039AA67}"/>
              </a:ext>
            </a:extLst>
          </p:cNvPr>
          <p:cNvSpPr txBox="1"/>
          <p:nvPr userDrawn="1"/>
        </p:nvSpPr>
        <p:spPr>
          <a:xfrm>
            <a:off x="3896565" y="2745566"/>
            <a:ext cx="23977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noProof="0" dirty="0">
                <a:latin typeface="Century Gothic" panose="020B0502020202020204" pitchFamily="34" charset="0"/>
              </a:rPr>
              <a:t>United States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5001 E 68th St #500, Tulsa,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OK 74136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Mauritius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Felix House, 24 Dr Joseph Riviere Street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Port Louis, Mauritius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Shanghai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Shui On Plaza，333 Middle </a:t>
            </a:r>
            <a:r>
              <a:rPr lang="en-GB" sz="700" b="0" noProof="0" dirty="0" err="1">
                <a:latin typeface="Century Gothic" panose="020B0502020202020204" pitchFamily="34" charset="0"/>
              </a:rPr>
              <a:t>Huaihai</a:t>
            </a:r>
            <a:r>
              <a:rPr lang="en-GB" sz="700" b="0" noProof="0" dirty="0">
                <a:latin typeface="Century Gothic" panose="020B0502020202020204" pitchFamily="34" charset="0"/>
              </a:rPr>
              <a:t> Rd.,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#1705，Huangpu District，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Shanghai，China</a:t>
            </a:r>
            <a:r>
              <a:rPr lang="en-GB" sz="700" b="0" noProof="0" dirty="0">
                <a:latin typeface="Century Gothic" panose="020B0502020202020204" pitchFamily="34" charset="0"/>
              </a:rPr>
              <a:t>, 200021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Rwanda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Norrsken</a:t>
            </a:r>
            <a:r>
              <a:rPr lang="en-GB" sz="700" b="0" noProof="0" dirty="0">
                <a:latin typeface="Century Gothic" panose="020B0502020202020204" pitchFamily="34" charset="0"/>
              </a:rPr>
              <a:t> House Kigali,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KN 78 St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Kigali, Rwanda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United Kingdom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51 </a:t>
            </a:r>
            <a:r>
              <a:rPr lang="en-GB" sz="700" b="0" noProof="0" dirty="0" err="1">
                <a:latin typeface="Century Gothic" panose="020B0502020202020204" pitchFamily="34" charset="0"/>
              </a:rPr>
              <a:t>Eastcheap</a:t>
            </a:r>
            <a:r>
              <a:rPr lang="en-GB" sz="700" b="0" noProof="0" dirty="0">
                <a:latin typeface="Century Gothic" panose="020B0502020202020204" pitchFamily="34" charset="0"/>
              </a:rPr>
              <a:t>, London,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EC3M 1JP</a:t>
            </a:r>
            <a:endParaRPr lang="en-GB" sz="1250" b="0" noProof="0" dirty="0">
              <a:latin typeface="Century Gothic" panose="020B0502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6BA01B-2FD7-E1E8-806D-A1184B66E5A6}"/>
              </a:ext>
            </a:extLst>
          </p:cNvPr>
          <p:cNvSpPr txBox="1"/>
          <p:nvPr userDrawn="1"/>
        </p:nvSpPr>
        <p:spPr>
          <a:xfrm>
            <a:off x="2181023" y="2745566"/>
            <a:ext cx="177892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noProof="0" dirty="0">
                <a:latin typeface="Century Gothic" panose="020B0502020202020204" pitchFamily="34" charset="0"/>
              </a:rPr>
              <a:t>Côte d’Ivoire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Immeuble</a:t>
            </a:r>
            <a:r>
              <a:rPr lang="en-GB" sz="700" b="0" noProof="0" dirty="0">
                <a:latin typeface="Century Gothic" panose="020B0502020202020204" pitchFamily="34" charset="0"/>
              </a:rPr>
              <a:t> IXORA,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rue du Commerce,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Plateau - Abidjan Côte d'Ivoire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Tanzania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ZO Spaces, Plot No: 04,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Room 807, Block 45A,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P.O Box 5182,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Bagamoyo Rd, Dar es Salaam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Ghana 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2nd Floor, PWC Tower,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A4 Rangoon Lane,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Cantonments City, Cantonments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Accra, Ghana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Nigeria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3 </a:t>
            </a:r>
            <a:r>
              <a:rPr lang="en-GB" sz="700" b="0" noProof="0" dirty="0" err="1">
                <a:latin typeface="Century Gothic" panose="020B0502020202020204" pitchFamily="34" charset="0"/>
              </a:rPr>
              <a:t>Muritala</a:t>
            </a:r>
            <a:r>
              <a:rPr lang="en-GB" sz="700" b="0" noProof="0" dirty="0">
                <a:latin typeface="Century Gothic" panose="020B0502020202020204" pitchFamily="34" charset="0"/>
              </a:rPr>
              <a:t> Muhammed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International Airport Road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Ajao Estate Lagos, Nigeria</a:t>
            </a:r>
          </a:p>
        </p:txBody>
      </p:sp>
      <p:sp>
        <p:nvSpPr>
          <p:cNvPr id="82" name="Text Placeholder 11">
            <a:extLst>
              <a:ext uri="{FF2B5EF4-FFF2-40B4-BE49-F238E27FC236}">
                <a16:creationId xmlns:a16="http://schemas.microsoft.com/office/drawing/2014/main" id="{9AFEDB7D-AAAC-9F6F-E34D-8C83040DDF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3758" y="2337986"/>
            <a:ext cx="3870085" cy="330590"/>
          </a:xfrm>
        </p:spPr>
        <p:txBody>
          <a:bodyPr/>
          <a:lstStyle>
            <a:lvl1pPr marL="0" indent="0" algn="l"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Regional Sales Manager &gt; email@onafriq.com</a:t>
            </a:r>
          </a:p>
        </p:txBody>
      </p:sp>
      <p:sp>
        <p:nvSpPr>
          <p:cNvPr id="83" name="Text Placeholder 11">
            <a:extLst>
              <a:ext uri="{FF2B5EF4-FFF2-40B4-BE49-F238E27FC236}">
                <a16:creationId xmlns:a16="http://schemas.microsoft.com/office/drawing/2014/main" id="{8DFA418C-D990-73EA-E1CF-6B36D55B4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8618" y="1937848"/>
            <a:ext cx="3870085" cy="330590"/>
          </a:xfrm>
        </p:spPr>
        <p:txBody>
          <a:bodyPr/>
          <a:lstStyle>
            <a:lvl1pPr marL="0" indent="0" algn="l">
              <a:buFont typeface="+mj-lt"/>
              <a:buNone/>
              <a:defRPr sz="2500" b="1"/>
            </a:lvl1pPr>
          </a:lstStyle>
          <a:p>
            <a:pPr lvl="0"/>
            <a:r>
              <a:rPr lang="en-GB" noProof="0" dirty="0"/>
              <a:t>John Doe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96E039-6D22-2D06-8B61-888B0C32F2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4516" y="254387"/>
            <a:ext cx="3823726" cy="5415959"/>
          </a:xfrm>
          <a:prstGeom prst="rect">
            <a:avLst/>
          </a:prstGeom>
        </p:spPr>
      </p:pic>
      <p:sp>
        <p:nvSpPr>
          <p:cNvPr id="4" name="Graphic 167">
            <a:extLst>
              <a:ext uri="{FF2B5EF4-FFF2-40B4-BE49-F238E27FC236}">
                <a16:creationId xmlns:a16="http://schemas.microsoft.com/office/drawing/2014/main" id="{C22FE5B7-E1A9-E52D-CA73-58AF05BA6CD6}"/>
              </a:ext>
            </a:extLst>
          </p:cNvPr>
          <p:cNvSpPr/>
          <p:nvPr userDrawn="1"/>
        </p:nvSpPr>
        <p:spPr>
          <a:xfrm>
            <a:off x="9483505" y="348999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Graphic 167">
            <a:extLst>
              <a:ext uri="{FF2B5EF4-FFF2-40B4-BE49-F238E27FC236}">
                <a16:creationId xmlns:a16="http://schemas.microsoft.com/office/drawing/2014/main" id="{CE10DF5D-1F37-5296-E6BB-006E7158848A}"/>
              </a:ext>
            </a:extLst>
          </p:cNvPr>
          <p:cNvSpPr/>
          <p:nvPr userDrawn="1"/>
        </p:nvSpPr>
        <p:spPr>
          <a:xfrm>
            <a:off x="8665911" y="375127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167">
            <a:extLst>
              <a:ext uri="{FF2B5EF4-FFF2-40B4-BE49-F238E27FC236}">
                <a16:creationId xmlns:a16="http://schemas.microsoft.com/office/drawing/2014/main" id="{B37DA3DD-A9AA-D62E-674A-54AFAC5C13CF}"/>
              </a:ext>
            </a:extLst>
          </p:cNvPr>
          <p:cNvSpPr/>
          <p:nvPr userDrawn="1"/>
        </p:nvSpPr>
        <p:spPr>
          <a:xfrm>
            <a:off x="7675917" y="3212776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Graphic 167">
            <a:extLst>
              <a:ext uri="{FF2B5EF4-FFF2-40B4-BE49-F238E27FC236}">
                <a16:creationId xmlns:a16="http://schemas.microsoft.com/office/drawing/2014/main" id="{221C7CD3-5D24-B295-B44F-7F98AE4DD498}"/>
              </a:ext>
            </a:extLst>
          </p:cNvPr>
          <p:cNvSpPr/>
          <p:nvPr userDrawn="1"/>
        </p:nvSpPr>
        <p:spPr>
          <a:xfrm>
            <a:off x="9749809" y="3912606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Graphic 167">
            <a:extLst>
              <a:ext uri="{FF2B5EF4-FFF2-40B4-BE49-F238E27FC236}">
                <a16:creationId xmlns:a16="http://schemas.microsoft.com/office/drawing/2014/main" id="{78B63EB9-01D2-8225-6A46-9ABAC473C33F}"/>
              </a:ext>
            </a:extLst>
          </p:cNvPr>
          <p:cNvSpPr/>
          <p:nvPr userDrawn="1"/>
        </p:nvSpPr>
        <p:spPr>
          <a:xfrm>
            <a:off x="7850831" y="3212776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Graphic 167">
            <a:extLst>
              <a:ext uri="{FF2B5EF4-FFF2-40B4-BE49-F238E27FC236}">
                <a16:creationId xmlns:a16="http://schemas.microsoft.com/office/drawing/2014/main" id="{501FC4FD-B6B9-F13F-8502-CC2B3429F37D}"/>
              </a:ext>
            </a:extLst>
          </p:cNvPr>
          <p:cNvSpPr/>
          <p:nvPr userDrawn="1"/>
        </p:nvSpPr>
        <p:spPr>
          <a:xfrm>
            <a:off x="9329990" y="363621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Graphic 163">
            <a:extLst>
              <a:ext uri="{FF2B5EF4-FFF2-40B4-BE49-F238E27FC236}">
                <a16:creationId xmlns:a16="http://schemas.microsoft.com/office/drawing/2014/main" id="{B7248C43-95BB-BDA6-A277-F4C5FAA30752}"/>
              </a:ext>
            </a:extLst>
          </p:cNvPr>
          <p:cNvSpPr/>
          <p:nvPr userDrawn="1"/>
        </p:nvSpPr>
        <p:spPr>
          <a:xfrm>
            <a:off x="9251328" y="5032612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Graphic 149">
            <a:extLst>
              <a:ext uri="{FF2B5EF4-FFF2-40B4-BE49-F238E27FC236}">
                <a16:creationId xmlns:a16="http://schemas.microsoft.com/office/drawing/2014/main" id="{724DE91E-06D0-6BC5-F403-920FC2F887BD}"/>
              </a:ext>
            </a:extLst>
          </p:cNvPr>
          <p:cNvSpPr/>
          <p:nvPr userDrawn="1"/>
        </p:nvSpPr>
        <p:spPr>
          <a:xfrm>
            <a:off x="10674728" y="463870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12" name="Graphic 167">
            <a:extLst>
              <a:ext uri="{FF2B5EF4-FFF2-40B4-BE49-F238E27FC236}">
                <a16:creationId xmlns:a16="http://schemas.microsoft.com/office/drawing/2014/main" id="{248AAA7B-1D05-FEED-8807-69F0D0420BB3}"/>
              </a:ext>
            </a:extLst>
          </p:cNvPr>
          <p:cNvSpPr/>
          <p:nvPr userDrawn="1"/>
        </p:nvSpPr>
        <p:spPr>
          <a:xfrm>
            <a:off x="9715682" y="355862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Graphic 167">
            <a:extLst>
              <a:ext uri="{FF2B5EF4-FFF2-40B4-BE49-F238E27FC236}">
                <a16:creationId xmlns:a16="http://schemas.microsoft.com/office/drawing/2014/main" id="{EE1417D0-3E54-BA25-6061-6CF033A6BD9D}"/>
              </a:ext>
            </a:extLst>
          </p:cNvPr>
          <p:cNvSpPr/>
          <p:nvPr userDrawn="1"/>
        </p:nvSpPr>
        <p:spPr>
          <a:xfrm>
            <a:off x="8043336" y="3133917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Graphic 167">
            <a:extLst>
              <a:ext uri="{FF2B5EF4-FFF2-40B4-BE49-F238E27FC236}">
                <a16:creationId xmlns:a16="http://schemas.microsoft.com/office/drawing/2014/main" id="{E9F3422B-1160-3696-01B9-4EE631B12EE1}"/>
              </a:ext>
            </a:extLst>
          </p:cNvPr>
          <p:cNvSpPr/>
          <p:nvPr userDrawn="1"/>
        </p:nvSpPr>
        <p:spPr>
          <a:xfrm>
            <a:off x="9026072" y="113927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Graphic 167">
            <a:extLst>
              <a:ext uri="{FF2B5EF4-FFF2-40B4-BE49-F238E27FC236}">
                <a16:creationId xmlns:a16="http://schemas.microsoft.com/office/drawing/2014/main" id="{F7FC58EE-7581-4221-63D0-10B853DB28AD}"/>
              </a:ext>
            </a:extLst>
          </p:cNvPr>
          <p:cNvSpPr/>
          <p:nvPr userDrawn="1"/>
        </p:nvSpPr>
        <p:spPr>
          <a:xfrm>
            <a:off x="10605803" y="79781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Graphic 167">
            <a:extLst>
              <a:ext uri="{FF2B5EF4-FFF2-40B4-BE49-F238E27FC236}">
                <a16:creationId xmlns:a16="http://schemas.microsoft.com/office/drawing/2014/main" id="{C9641914-4B5A-4E65-0FD0-DD39D65FDB8D}"/>
              </a:ext>
            </a:extLst>
          </p:cNvPr>
          <p:cNvSpPr/>
          <p:nvPr userDrawn="1"/>
        </p:nvSpPr>
        <p:spPr>
          <a:xfrm>
            <a:off x="7675917" y="83828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71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67F791E-145F-C1D1-789A-887D368FA551}"/>
              </a:ext>
            </a:extLst>
          </p:cNvPr>
          <p:cNvCxnSpPr>
            <a:cxnSpLocks/>
          </p:cNvCxnSpPr>
          <p:nvPr userDrawn="1"/>
        </p:nvCxnSpPr>
        <p:spPr>
          <a:xfrm>
            <a:off x="397072" y="5934296"/>
            <a:ext cx="11438022" cy="0"/>
          </a:xfrm>
          <a:prstGeom prst="line">
            <a:avLst/>
          </a:prstGeom>
          <a:ln w="38100">
            <a:solidFill>
              <a:srgbClr val="F0F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: Top Corners One Rounded and One Snipped 70">
            <a:extLst>
              <a:ext uri="{FF2B5EF4-FFF2-40B4-BE49-F238E27FC236}">
                <a16:creationId xmlns:a16="http://schemas.microsoft.com/office/drawing/2014/main" id="{727EEB78-0637-4EEC-B629-861DF0502551}"/>
              </a:ext>
            </a:extLst>
          </p:cNvPr>
          <p:cNvSpPr/>
          <p:nvPr userDrawn="1"/>
        </p:nvSpPr>
        <p:spPr>
          <a:xfrm rot="10800000">
            <a:off x="384908" y="1771924"/>
            <a:ext cx="5111331" cy="907866"/>
          </a:xfrm>
          <a:prstGeom prst="snipRoundRect">
            <a:avLst>
              <a:gd name="adj1" fmla="val 33886"/>
              <a:gd name="adj2" fmla="val 0"/>
            </a:avLst>
          </a:prstGeom>
          <a:solidFill>
            <a:srgbClr val="F0F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Century Gothic" panose="020B0502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A61708-7B6A-01E4-CCD1-97F84097E6A8}"/>
              </a:ext>
            </a:extLst>
          </p:cNvPr>
          <p:cNvSpPr txBox="1"/>
          <p:nvPr userDrawn="1"/>
        </p:nvSpPr>
        <p:spPr>
          <a:xfrm>
            <a:off x="458432" y="2745566"/>
            <a:ext cx="178356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noProof="0" dirty="0">
                <a:latin typeface="Century Gothic" panose="020B0502020202020204" pitchFamily="34" charset="0"/>
              </a:rPr>
              <a:t>Uganda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Plot 8 Sunna II Road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Ntinda</a:t>
            </a:r>
            <a:r>
              <a:rPr lang="en-GB" sz="700" b="0" noProof="0" dirty="0">
                <a:latin typeface="Century Gothic" panose="020B0502020202020204" pitchFamily="34" charset="0"/>
              </a:rPr>
              <a:t>, Kampala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noProof="0" dirty="0">
                <a:latin typeface="Century Gothic" panose="020B0502020202020204" pitchFamily="34" charset="0"/>
              </a:rPr>
              <a:t>Democratic Republic of Congo</a:t>
            </a:r>
            <a:endParaRPr lang="en-GB" sz="700" b="1" noProof="0" dirty="0">
              <a:latin typeface="Open Sans" panose="020B0606030504020204" pitchFamily="34" charset="0"/>
            </a:endParaRP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Dont</a:t>
            </a:r>
            <a:r>
              <a:rPr lang="en-GB" sz="700" b="0" noProof="0" dirty="0">
                <a:latin typeface="Century Gothic" panose="020B0502020202020204" pitchFamily="34" charset="0"/>
              </a:rPr>
              <a:t> le </a:t>
            </a:r>
            <a:r>
              <a:rPr lang="en-GB" sz="700" b="0" noProof="0" dirty="0" err="1">
                <a:latin typeface="Century Gothic" panose="020B0502020202020204" pitchFamily="34" charset="0"/>
              </a:rPr>
              <a:t>Siège</a:t>
            </a:r>
            <a:r>
              <a:rPr lang="en-GB" sz="700" b="0" noProof="0" dirty="0">
                <a:latin typeface="Century Gothic" panose="020B0502020202020204" pitchFamily="34" charset="0"/>
              </a:rPr>
              <a:t> Social </a:t>
            </a:r>
            <a:r>
              <a:rPr lang="en-GB" sz="700" b="0" noProof="0" dirty="0" err="1">
                <a:latin typeface="Century Gothic" panose="020B0502020202020204" pitchFamily="34" charset="0"/>
              </a:rPr>
              <a:t>est</a:t>
            </a:r>
            <a:r>
              <a:rPr lang="en-GB" sz="700" b="0" noProof="0" dirty="0">
                <a:latin typeface="Century Gothic" panose="020B0502020202020204" pitchFamily="34" charset="0"/>
              </a:rPr>
              <a:t> </a:t>
            </a:r>
            <a:r>
              <a:rPr lang="en-GB" sz="700" b="0" noProof="0" dirty="0" err="1">
                <a:latin typeface="Century Gothic" panose="020B0502020202020204" pitchFamily="34" charset="0"/>
              </a:rPr>
              <a:t>situé</a:t>
            </a:r>
            <a:r>
              <a:rPr lang="en-GB" sz="700" b="0" noProof="0" dirty="0">
                <a:latin typeface="Century Gothic" panose="020B0502020202020204" pitchFamily="34" charset="0"/>
              </a:rPr>
              <a:t> 700,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7ème Étage </a:t>
            </a:r>
            <a:r>
              <a:rPr lang="en-GB" sz="700" b="0" noProof="0" dirty="0" err="1">
                <a:latin typeface="Century Gothic" panose="020B0502020202020204" pitchFamily="34" charset="0"/>
              </a:rPr>
              <a:t>Immeuble</a:t>
            </a:r>
            <a:r>
              <a:rPr lang="en-GB" sz="700" b="0" noProof="0" dirty="0">
                <a:latin typeface="Century Gothic" panose="020B0502020202020204" pitchFamily="34" charset="0"/>
              </a:rPr>
              <a:t> QUANTUM,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sur 8177 Boulevard du 30 </a:t>
            </a:r>
            <a:r>
              <a:rPr lang="en-GB" sz="700" b="0" noProof="0" dirty="0" err="1">
                <a:latin typeface="Century Gothic" panose="020B0502020202020204" pitchFamily="34" charset="0"/>
              </a:rPr>
              <a:t>Juin</a:t>
            </a:r>
            <a:endParaRPr lang="en-GB" sz="700" b="0" noProof="0" dirty="0">
              <a:latin typeface="Century Gothic" panose="020B0502020202020204" pitchFamily="34" charset="0"/>
            </a:endParaRP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Gombe, Kinshasa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Kenya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9th floor, 623 Wood Avenue Plaza,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Kilimani</a:t>
            </a:r>
            <a:endParaRPr lang="en-GB" sz="700" b="0" noProof="0" dirty="0">
              <a:latin typeface="Century Gothic" panose="020B0502020202020204" pitchFamily="34" charset="0"/>
            </a:endParaRP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South Africa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3rd Floor, The Place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1 Sandton Drive, Sandhurst,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Sandton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CD8B0785-6414-580A-2187-2302D21F99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67032" y="1969259"/>
            <a:ext cx="549740" cy="506164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1D14E557-5826-2325-DA33-3C81F97ABC1B}"/>
              </a:ext>
            </a:extLst>
          </p:cNvPr>
          <p:cNvSpPr txBox="1"/>
          <p:nvPr userDrawn="1"/>
        </p:nvSpPr>
        <p:spPr>
          <a:xfrm>
            <a:off x="250931" y="172030"/>
            <a:ext cx="57719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 noProof="0" dirty="0">
                <a:latin typeface="Century Gothic" panose="020B0502020202020204" pitchFamily="34" charset="0"/>
              </a:rPr>
              <a:t>Got questions?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DA4CF8-D061-7EFD-9151-05AE6C065944}"/>
              </a:ext>
            </a:extLst>
          </p:cNvPr>
          <p:cNvSpPr txBox="1"/>
          <p:nvPr userDrawn="1"/>
        </p:nvSpPr>
        <p:spPr>
          <a:xfrm>
            <a:off x="270640" y="990096"/>
            <a:ext cx="220090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0" noProof="0" dirty="0">
                <a:latin typeface="Century Gothic" panose="020B0502020202020204" pitchFamily="34" charset="0"/>
              </a:rPr>
              <a:t>Contact us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E7FE67-66C8-8D37-8C19-55CAD039AA67}"/>
              </a:ext>
            </a:extLst>
          </p:cNvPr>
          <p:cNvSpPr txBox="1"/>
          <p:nvPr userDrawn="1"/>
        </p:nvSpPr>
        <p:spPr>
          <a:xfrm>
            <a:off x="3896565" y="2745566"/>
            <a:ext cx="23977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noProof="0" dirty="0">
                <a:latin typeface="Century Gothic" panose="020B0502020202020204" pitchFamily="34" charset="0"/>
              </a:rPr>
              <a:t>United States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5001 E 68th St #500, Tulsa,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OK 74136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Mauritius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Felix House, 24 Dr Joseph Riviere Street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Port Louis, Mauritius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Shanghai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Shui On Plaza，333 Middle </a:t>
            </a:r>
            <a:r>
              <a:rPr lang="en-GB" sz="700" b="0" noProof="0" dirty="0" err="1">
                <a:latin typeface="Century Gothic" panose="020B0502020202020204" pitchFamily="34" charset="0"/>
              </a:rPr>
              <a:t>Huaihai</a:t>
            </a:r>
            <a:r>
              <a:rPr lang="en-GB" sz="700" b="0" noProof="0" dirty="0">
                <a:latin typeface="Century Gothic" panose="020B0502020202020204" pitchFamily="34" charset="0"/>
              </a:rPr>
              <a:t> Rd.,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#1705，Huangpu District，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Shanghai，China</a:t>
            </a:r>
            <a:r>
              <a:rPr lang="en-GB" sz="700" b="0" noProof="0" dirty="0">
                <a:latin typeface="Century Gothic" panose="020B0502020202020204" pitchFamily="34" charset="0"/>
              </a:rPr>
              <a:t>, 200021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Rwanda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Norrsken</a:t>
            </a:r>
            <a:r>
              <a:rPr lang="en-GB" sz="700" b="0" noProof="0" dirty="0">
                <a:latin typeface="Century Gothic" panose="020B0502020202020204" pitchFamily="34" charset="0"/>
              </a:rPr>
              <a:t> House Kigali,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KN 78 St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Kigali, Rwanda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United Kingdom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51 </a:t>
            </a:r>
            <a:r>
              <a:rPr lang="en-GB" sz="700" b="0" noProof="0" dirty="0" err="1">
                <a:latin typeface="Century Gothic" panose="020B0502020202020204" pitchFamily="34" charset="0"/>
              </a:rPr>
              <a:t>Eastcheap</a:t>
            </a:r>
            <a:r>
              <a:rPr lang="en-GB" sz="700" b="0" noProof="0" dirty="0">
                <a:latin typeface="Century Gothic" panose="020B0502020202020204" pitchFamily="34" charset="0"/>
              </a:rPr>
              <a:t>, London,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EC3M 1JP</a:t>
            </a:r>
            <a:endParaRPr lang="en-GB" sz="1250" b="0" noProof="0" dirty="0">
              <a:latin typeface="Century Gothic" panose="020B0502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6BA01B-2FD7-E1E8-806D-A1184B66E5A6}"/>
              </a:ext>
            </a:extLst>
          </p:cNvPr>
          <p:cNvSpPr txBox="1"/>
          <p:nvPr userDrawn="1"/>
        </p:nvSpPr>
        <p:spPr>
          <a:xfrm>
            <a:off x="2181023" y="2745566"/>
            <a:ext cx="177892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noProof="0" dirty="0">
                <a:latin typeface="Century Gothic" panose="020B0502020202020204" pitchFamily="34" charset="0"/>
              </a:rPr>
              <a:t>Côte d’Ivoire</a:t>
            </a:r>
          </a:p>
          <a:p>
            <a:r>
              <a:rPr lang="en-GB" sz="700" b="0" noProof="0" dirty="0" err="1">
                <a:latin typeface="Century Gothic" panose="020B0502020202020204" pitchFamily="34" charset="0"/>
              </a:rPr>
              <a:t>Immeuble</a:t>
            </a:r>
            <a:r>
              <a:rPr lang="en-GB" sz="700" b="0" noProof="0" dirty="0">
                <a:latin typeface="Century Gothic" panose="020B0502020202020204" pitchFamily="34" charset="0"/>
              </a:rPr>
              <a:t> IXORA,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rue du Commerce,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Plateau - Abidjan Côte d'Ivoire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Tanzania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ZO Spaces, Plot No: 04,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Room 807, Block 45A,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P.O Box 5182,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Bagamoyo Rd, Dar es Salaam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Ghana 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2nd Floor, PWC Tower,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A4 Rangoon Lane,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Cantonments City, Cantonments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Accra, Ghana</a:t>
            </a:r>
          </a:p>
          <a:p>
            <a:endParaRPr lang="en-GB" sz="700" b="1" noProof="0" dirty="0">
              <a:latin typeface="Century Gothic" panose="020B0502020202020204" pitchFamily="34" charset="0"/>
            </a:endParaRPr>
          </a:p>
          <a:p>
            <a:r>
              <a:rPr lang="en-GB" sz="700" b="1" noProof="0" dirty="0">
                <a:latin typeface="Century Gothic" panose="020B0502020202020204" pitchFamily="34" charset="0"/>
              </a:rPr>
              <a:t>Nigeria</a:t>
            </a:r>
          </a:p>
          <a:p>
            <a:r>
              <a:rPr lang="en-GB" sz="700" b="0" noProof="0" dirty="0">
                <a:latin typeface="Century Gothic" panose="020B0502020202020204" pitchFamily="34" charset="0"/>
              </a:rPr>
              <a:t>3 </a:t>
            </a:r>
            <a:r>
              <a:rPr lang="en-GB" sz="700" b="0" noProof="0" dirty="0" err="1">
                <a:latin typeface="Century Gothic" panose="020B0502020202020204" pitchFamily="34" charset="0"/>
              </a:rPr>
              <a:t>Muritala</a:t>
            </a:r>
            <a:r>
              <a:rPr lang="en-GB" sz="700" b="0" noProof="0" dirty="0">
                <a:latin typeface="Century Gothic" panose="020B0502020202020204" pitchFamily="34" charset="0"/>
              </a:rPr>
              <a:t> Muhammed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International Airport Road </a:t>
            </a:r>
            <a:br>
              <a:rPr lang="en-GB" sz="700" b="0" noProof="0" dirty="0">
                <a:latin typeface="Century Gothic" panose="020B0502020202020204" pitchFamily="34" charset="0"/>
              </a:rPr>
            </a:br>
            <a:r>
              <a:rPr lang="en-GB" sz="700" b="0" noProof="0" dirty="0">
                <a:latin typeface="Century Gothic" panose="020B0502020202020204" pitchFamily="34" charset="0"/>
              </a:rPr>
              <a:t>Ajao Estate Lagos, Nigeria</a:t>
            </a:r>
          </a:p>
        </p:txBody>
      </p:sp>
      <p:sp>
        <p:nvSpPr>
          <p:cNvPr id="82" name="Text Placeholder 11">
            <a:extLst>
              <a:ext uri="{FF2B5EF4-FFF2-40B4-BE49-F238E27FC236}">
                <a16:creationId xmlns:a16="http://schemas.microsoft.com/office/drawing/2014/main" id="{9AFEDB7D-AAAC-9F6F-E34D-8C83040DDF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3758" y="2337986"/>
            <a:ext cx="3870085" cy="330590"/>
          </a:xfrm>
        </p:spPr>
        <p:txBody>
          <a:bodyPr/>
          <a:lstStyle>
            <a:lvl1pPr marL="0" indent="0" algn="l">
              <a:buFont typeface="+mj-lt"/>
              <a:buNone/>
              <a:defRPr b="0"/>
            </a:lvl1pPr>
          </a:lstStyle>
          <a:p>
            <a:pPr lvl="0"/>
            <a:r>
              <a:rPr lang="en-GB" noProof="0" dirty="0"/>
              <a:t>Regional Sales Manager &gt; email@onafriq.com</a:t>
            </a:r>
          </a:p>
        </p:txBody>
      </p:sp>
      <p:sp>
        <p:nvSpPr>
          <p:cNvPr id="83" name="Text Placeholder 11">
            <a:extLst>
              <a:ext uri="{FF2B5EF4-FFF2-40B4-BE49-F238E27FC236}">
                <a16:creationId xmlns:a16="http://schemas.microsoft.com/office/drawing/2014/main" id="{8DFA418C-D990-73EA-E1CF-6B36D55B4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8618" y="1937848"/>
            <a:ext cx="3870085" cy="330590"/>
          </a:xfrm>
        </p:spPr>
        <p:txBody>
          <a:bodyPr/>
          <a:lstStyle>
            <a:lvl1pPr marL="0" indent="0" algn="l">
              <a:buFont typeface="+mj-lt"/>
              <a:buNone/>
              <a:defRPr sz="2500" b="1"/>
            </a:lvl1pPr>
          </a:lstStyle>
          <a:p>
            <a:pPr lvl="0"/>
            <a:r>
              <a:rPr lang="en-GB" noProof="0" dirty="0"/>
              <a:t>John Doe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C4348FA-AEC3-771D-3EBB-D0FC14CFF2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4516" y="254387"/>
            <a:ext cx="3823726" cy="5415959"/>
          </a:xfrm>
          <a:prstGeom prst="rect">
            <a:avLst/>
          </a:prstGeom>
        </p:spPr>
      </p:pic>
      <p:sp>
        <p:nvSpPr>
          <p:cNvPr id="4" name="Graphic 167">
            <a:extLst>
              <a:ext uri="{FF2B5EF4-FFF2-40B4-BE49-F238E27FC236}">
                <a16:creationId xmlns:a16="http://schemas.microsoft.com/office/drawing/2014/main" id="{E794E615-7B9A-37E0-B98C-F6490134D02F}"/>
              </a:ext>
            </a:extLst>
          </p:cNvPr>
          <p:cNvSpPr/>
          <p:nvPr userDrawn="1"/>
        </p:nvSpPr>
        <p:spPr>
          <a:xfrm>
            <a:off x="9483505" y="348999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Graphic 167">
            <a:extLst>
              <a:ext uri="{FF2B5EF4-FFF2-40B4-BE49-F238E27FC236}">
                <a16:creationId xmlns:a16="http://schemas.microsoft.com/office/drawing/2014/main" id="{112BF287-2A8D-C37F-4493-EFD757D984BF}"/>
              </a:ext>
            </a:extLst>
          </p:cNvPr>
          <p:cNvSpPr/>
          <p:nvPr userDrawn="1"/>
        </p:nvSpPr>
        <p:spPr>
          <a:xfrm>
            <a:off x="7675917" y="3212776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167">
            <a:extLst>
              <a:ext uri="{FF2B5EF4-FFF2-40B4-BE49-F238E27FC236}">
                <a16:creationId xmlns:a16="http://schemas.microsoft.com/office/drawing/2014/main" id="{12D37732-4922-35CA-FA9E-7C757BBC7AC1}"/>
              </a:ext>
            </a:extLst>
          </p:cNvPr>
          <p:cNvSpPr/>
          <p:nvPr userDrawn="1"/>
        </p:nvSpPr>
        <p:spPr>
          <a:xfrm>
            <a:off x="9749809" y="3912606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Graphic 167">
            <a:extLst>
              <a:ext uri="{FF2B5EF4-FFF2-40B4-BE49-F238E27FC236}">
                <a16:creationId xmlns:a16="http://schemas.microsoft.com/office/drawing/2014/main" id="{444E5186-5A3F-BA9C-DC1F-EE0D7CFC07AC}"/>
              </a:ext>
            </a:extLst>
          </p:cNvPr>
          <p:cNvSpPr/>
          <p:nvPr userDrawn="1"/>
        </p:nvSpPr>
        <p:spPr>
          <a:xfrm>
            <a:off x="7850831" y="3212776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Graphic 167">
            <a:extLst>
              <a:ext uri="{FF2B5EF4-FFF2-40B4-BE49-F238E27FC236}">
                <a16:creationId xmlns:a16="http://schemas.microsoft.com/office/drawing/2014/main" id="{5C519810-5D5F-BBFE-6708-D4291BB29909}"/>
              </a:ext>
            </a:extLst>
          </p:cNvPr>
          <p:cNvSpPr/>
          <p:nvPr userDrawn="1"/>
        </p:nvSpPr>
        <p:spPr>
          <a:xfrm>
            <a:off x="9329990" y="363621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Graphic 163">
            <a:extLst>
              <a:ext uri="{FF2B5EF4-FFF2-40B4-BE49-F238E27FC236}">
                <a16:creationId xmlns:a16="http://schemas.microsoft.com/office/drawing/2014/main" id="{88AB0467-7C4F-0220-2037-413621140536}"/>
              </a:ext>
            </a:extLst>
          </p:cNvPr>
          <p:cNvSpPr/>
          <p:nvPr userDrawn="1"/>
        </p:nvSpPr>
        <p:spPr>
          <a:xfrm>
            <a:off x="9251328" y="5032612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Graphic 167">
            <a:extLst>
              <a:ext uri="{FF2B5EF4-FFF2-40B4-BE49-F238E27FC236}">
                <a16:creationId xmlns:a16="http://schemas.microsoft.com/office/drawing/2014/main" id="{08B8E589-824E-D132-3B8F-DA02C3C3175B}"/>
              </a:ext>
            </a:extLst>
          </p:cNvPr>
          <p:cNvSpPr/>
          <p:nvPr userDrawn="1"/>
        </p:nvSpPr>
        <p:spPr>
          <a:xfrm>
            <a:off x="9715682" y="355862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Graphic 167">
            <a:extLst>
              <a:ext uri="{FF2B5EF4-FFF2-40B4-BE49-F238E27FC236}">
                <a16:creationId xmlns:a16="http://schemas.microsoft.com/office/drawing/2014/main" id="{500CD7A6-B193-778C-EA5D-4F97AEDA04DB}"/>
              </a:ext>
            </a:extLst>
          </p:cNvPr>
          <p:cNvSpPr/>
          <p:nvPr userDrawn="1"/>
        </p:nvSpPr>
        <p:spPr>
          <a:xfrm>
            <a:off x="8043336" y="3133917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Graphic 167">
            <a:extLst>
              <a:ext uri="{FF2B5EF4-FFF2-40B4-BE49-F238E27FC236}">
                <a16:creationId xmlns:a16="http://schemas.microsoft.com/office/drawing/2014/main" id="{84A9923A-F330-FCAF-5477-6097A1DE30E6}"/>
              </a:ext>
            </a:extLst>
          </p:cNvPr>
          <p:cNvSpPr/>
          <p:nvPr userDrawn="1"/>
        </p:nvSpPr>
        <p:spPr>
          <a:xfrm>
            <a:off x="9026072" y="113927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Graphic 167">
            <a:extLst>
              <a:ext uri="{FF2B5EF4-FFF2-40B4-BE49-F238E27FC236}">
                <a16:creationId xmlns:a16="http://schemas.microsoft.com/office/drawing/2014/main" id="{71648251-4346-2C57-D90E-8DF753EE19D5}"/>
              </a:ext>
            </a:extLst>
          </p:cNvPr>
          <p:cNvSpPr/>
          <p:nvPr userDrawn="1"/>
        </p:nvSpPr>
        <p:spPr>
          <a:xfrm>
            <a:off x="10605803" y="79781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Graphic 167">
            <a:extLst>
              <a:ext uri="{FF2B5EF4-FFF2-40B4-BE49-F238E27FC236}">
                <a16:creationId xmlns:a16="http://schemas.microsoft.com/office/drawing/2014/main" id="{B13FB04C-B788-B74D-8BD3-7CF2CD291FF7}"/>
              </a:ext>
            </a:extLst>
          </p:cNvPr>
          <p:cNvSpPr/>
          <p:nvPr userDrawn="1"/>
        </p:nvSpPr>
        <p:spPr>
          <a:xfrm>
            <a:off x="7675917" y="838281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Graphic 167">
            <a:extLst>
              <a:ext uri="{FF2B5EF4-FFF2-40B4-BE49-F238E27FC236}">
                <a16:creationId xmlns:a16="http://schemas.microsoft.com/office/drawing/2014/main" id="{0DB15A5B-1F0A-2E8A-0532-EB13984C4D0D}"/>
              </a:ext>
            </a:extLst>
          </p:cNvPr>
          <p:cNvSpPr/>
          <p:nvPr userDrawn="1"/>
        </p:nvSpPr>
        <p:spPr>
          <a:xfrm>
            <a:off x="8665911" y="375127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FAF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Graphic 149">
            <a:extLst>
              <a:ext uri="{FF2B5EF4-FFF2-40B4-BE49-F238E27FC236}">
                <a16:creationId xmlns:a16="http://schemas.microsoft.com/office/drawing/2014/main" id="{49A9478C-2CC8-5BA7-637B-B2A1CF216402}"/>
              </a:ext>
            </a:extLst>
          </p:cNvPr>
          <p:cNvSpPr/>
          <p:nvPr userDrawn="1"/>
        </p:nvSpPr>
        <p:spPr>
          <a:xfrm>
            <a:off x="10674728" y="4638704"/>
            <a:ext cx="157324" cy="235990"/>
          </a:xfrm>
          <a:custGeom>
            <a:avLst/>
            <a:gdLst>
              <a:gd name="connsiteX0" fmla="*/ 107189 w 214371"/>
              <a:gd name="connsiteY0" fmla="*/ 0 h 321561"/>
              <a:gd name="connsiteX1" fmla="*/ 37890 w 214371"/>
              <a:gd name="connsiteY1" fmla="*/ 25423 h 321561"/>
              <a:gd name="connsiteX2" fmla="*/ 1450 w 214371"/>
              <a:gd name="connsiteY2" fmla="*/ 89610 h 321561"/>
              <a:gd name="connsiteX3" fmla="*/ 15142 w 214371"/>
              <a:gd name="connsiteY3" fmla="*/ 162138 h 321561"/>
              <a:gd name="connsiteX4" fmla="*/ 107189 w 214371"/>
              <a:gd name="connsiteY4" fmla="*/ 321561 h 321561"/>
              <a:gd name="connsiteX5" fmla="*/ 199300 w 214371"/>
              <a:gd name="connsiteY5" fmla="*/ 162026 h 321561"/>
              <a:gd name="connsiteX6" fmla="*/ 212903 w 214371"/>
              <a:gd name="connsiteY6" fmla="*/ 89523 h 321561"/>
              <a:gd name="connsiteX7" fmla="*/ 176451 w 214371"/>
              <a:gd name="connsiteY7" fmla="*/ 25401 h 321561"/>
              <a:gd name="connsiteX8" fmla="*/ 107190 w 214371"/>
              <a:gd name="connsiteY8" fmla="*/ 3 h 321561"/>
              <a:gd name="connsiteX9" fmla="*/ 107189 w 214371"/>
              <a:gd name="connsiteY9" fmla="*/ 143056 h 321561"/>
              <a:gd name="connsiteX10" fmla="*/ 74052 w 214371"/>
              <a:gd name="connsiteY10" fmla="*/ 120911 h 321561"/>
              <a:gd name="connsiteX11" fmla="*/ 81828 w 214371"/>
              <a:gd name="connsiteY11" fmla="*/ 81822 h 321561"/>
              <a:gd name="connsiteX12" fmla="*/ 120917 w 214371"/>
              <a:gd name="connsiteY12" fmla="*/ 74047 h 321561"/>
              <a:gd name="connsiteX13" fmla="*/ 143062 w 214371"/>
              <a:gd name="connsiteY13" fmla="*/ 107184 h 321561"/>
              <a:gd name="connsiteX14" fmla="*/ 132561 w 214371"/>
              <a:gd name="connsiteY14" fmla="*/ 132557 h 321561"/>
              <a:gd name="connsiteX15" fmla="*/ 107188 w 214371"/>
              <a:gd name="connsiteY15" fmla="*/ 143058 h 3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371" h="321561">
                <a:moveTo>
                  <a:pt x="107189" y="0"/>
                </a:moveTo>
                <a:cubicBezTo>
                  <a:pt x="81816" y="0"/>
                  <a:pt x="57260" y="9006"/>
                  <a:pt x="37890" y="25423"/>
                </a:cubicBezTo>
                <a:cubicBezTo>
                  <a:pt x="18533" y="41828"/>
                  <a:pt x="5621" y="64577"/>
                  <a:pt x="1450" y="89610"/>
                </a:cubicBezTo>
                <a:cubicBezTo>
                  <a:pt x="-2708" y="114644"/>
                  <a:pt x="2141" y="140343"/>
                  <a:pt x="15142" y="162138"/>
                </a:cubicBezTo>
                <a:lnTo>
                  <a:pt x="107189" y="321561"/>
                </a:lnTo>
                <a:lnTo>
                  <a:pt x="199300" y="162026"/>
                </a:lnTo>
                <a:cubicBezTo>
                  <a:pt x="212262" y="140232"/>
                  <a:pt x="217086" y="114544"/>
                  <a:pt x="212903" y="89523"/>
                </a:cubicBezTo>
                <a:cubicBezTo>
                  <a:pt x="208720" y="64514"/>
                  <a:pt x="195808" y="41791"/>
                  <a:pt x="176451" y="25401"/>
                </a:cubicBezTo>
                <a:cubicBezTo>
                  <a:pt x="157095" y="9009"/>
                  <a:pt x="132552" y="3"/>
                  <a:pt x="107190" y="3"/>
                </a:cubicBezTo>
                <a:close/>
                <a:moveTo>
                  <a:pt x="107189" y="143056"/>
                </a:moveTo>
                <a:cubicBezTo>
                  <a:pt x="92681" y="143056"/>
                  <a:pt x="79605" y="134313"/>
                  <a:pt x="74052" y="120911"/>
                </a:cubicBezTo>
                <a:cubicBezTo>
                  <a:pt x="68500" y="107508"/>
                  <a:pt x="71578" y="92084"/>
                  <a:pt x="81828" y="81822"/>
                </a:cubicBezTo>
                <a:cubicBezTo>
                  <a:pt x="92090" y="71560"/>
                  <a:pt x="107515" y="68495"/>
                  <a:pt x="120917" y="74047"/>
                </a:cubicBezTo>
                <a:cubicBezTo>
                  <a:pt x="134319" y="79599"/>
                  <a:pt x="143062" y="92675"/>
                  <a:pt x="143062" y="107184"/>
                </a:cubicBezTo>
                <a:cubicBezTo>
                  <a:pt x="143062" y="116705"/>
                  <a:pt x="139281" y="125824"/>
                  <a:pt x="132561" y="132557"/>
                </a:cubicBezTo>
                <a:cubicBezTo>
                  <a:pt x="125828" y="139277"/>
                  <a:pt x="116696" y="143058"/>
                  <a:pt x="107188" y="143058"/>
                </a:cubicBezTo>
                <a:close/>
              </a:path>
            </a:pathLst>
          </a:custGeom>
          <a:solidFill>
            <a:srgbClr val="F0F000"/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849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2365A-BBFE-E447-8774-7429C71F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70" y="665053"/>
            <a:ext cx="10875159" cy="99422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A73C-70DA-484D-9407-F84AA8E63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94" y="1620799"/>
            <a:ext cx="10871181" cy="458764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6530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9" r:id="rId2"/>
    <p:sldLayoutId id="2147483735" r:id="rId3"/>
    <p:sldLayoutId id="2147483752" r:id="rId4"/>
  </p:sldLayoutIdLst>
  <p:hf sldNum="0" hdr="0"/>
  <p:txStyles>
    <p:titleStyle>
      <a:lvl1pPr algn="l" defTabSz="914400" rtl="0" eaLnBrk="1" latinLnBrk="0" hangingPunct="1">
        <a:lnSpc>
          <a:spcPct val="74000"/>
        </a:lnSpc>
        <a:spcBef>
          <a:spcPct val="0"/>
        </a:spcBef>
        <a:buNone/>
        <a:defRPr sz="5000" b="1" i="0" kern="1200">
          <a:solidFill>
            <a:srgbClr val="32323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6108" userDrawn="1">
          <p15:clr>
            <a:srgbClr val="F26B43"/>
          </p15:clr>
        </p15:guide>
        <p15:guide id="4" pos="6335" userDrawn="1">
          <p15:clr>
            <a:srgbClr val="A4A3A4"/>
          </p15:clr>
        </p15:guide>
        <p15:guide id="5" pos="6562" userDrawn="1">
          <p15:clr>
            <a:srgbClr val="F26B43"/>
          </p15:clr>
        </p15:guide>
        <p15:guide id="7" pos="6992" userDrawn="1">
          <p15:clr>
            <a:srgbClr val="F26B43"/>
          </p15:clr>
        </p15:guide>
        <p15:guide id="8" pos="7242" userDrawn="1">
          <p15:clr>
            <a:srgbClr val="A4A3A4"/>
          </p15:clr>
        </p15:guide>
        <p15:guide id="9" pos="3386" userDrawn="1">
          <p15:clr>
            <a:srgbClr val="F26B43"/>
          </p15:clr>
        </p15:guide>
        <p15:guide id="10" pos="3182" userDrawn="1">
          <p15:clr>
            <a:srgbClr val="A4A3A4"/>
          </p15:clr>
        </p15:guide>
        <p15:guide id="11" pos="2933" userDrawn="1">
          <p15:clr>
            <a:srgbClr val="F26B43"/>
          </p15:clr>
        </p15:guide>
        <p15:guide id="13" pos="2457" userDrawn="1">
          <p15:clr>
            <a:srgbClr val="F26B43"/>
          </p15:clr>
        </p15:guide>
        <p15:guide id="14" pos="2275" userDrawn="1">
          <p15:clr>
            <a:srgbClr val="A4A3A4"/>
          </p15:clr>
        </p15:guide>
        <p15:guide id="15" pos="2003" userDrawn="1">
          <p15:clr>
            <a:srgbClr val="F26B43"/>
          </p15:clr>
        </p15:guide>
        <p15:guide id="17" pos="1572" userDrawn="1">
          <p15:clr>
            <a:srgbClr val="F26B43"/>
          </p15:clr>
        </p15:guide>
        <p15:guide id="18" pos="1345" userDrawn="1">
          <p15:clr>
            <a:srgbClr val="A4A3A4"/>
          </p15:clr>
        </p15:guide>
        <p15:guide id="19" pos="1096" userDrawn="1">
          <p15:clr>
            <a:srgbClr val="F26B43"/>
          </p15:clr>
        </p15:guide>
        <p15:guide id="21" pos="665" userDrawn="1">
          <p15:clr>
            <a:srgbClr val="F26B43"/>
          </p15:clr>
        </p15:guide>
        <p15:guide id="22" pos="438" userDrawn="1">
          <p15:clr>
            <a:srgbClr val="A4A3A4"/>
          </p15:clr>
        </p15:guide>
        <p15:guide id="26" pos="5677" userDrawn="1">
          <p15:clr>
            <a:srgbClr val="F26B43"/>
          </p15:clr>
        </p15:guide>
        <p15:guide id="27" pos="5405" userDrawn="1">
          <p15:clr>
            <a:srgbClr val="A4A3A4"/>
          </p15:clr>
        </p15:guide>
        <p15:guide id="28" pos="5223" userDrawn="1">
          <p15:clr>
            <a:srgbClr val="F26B43"/>
          </p15:clr>
        </p15:guide>
        <p15:guide id="30" pos="4747" userDrawn="1">
          <p15:clr>
            <a:srgbClr val="F26B43"/>
          </p15:clr>
        </p15:guide>
        <p15:guide id="31" pos="4498" userDrawn="1">
          <p15:clr>
            <a:srgbClr val="A4A3A4"/>
          </p15:clr>
        </p15:guide>
        <p15:guide id="32" pos="3840" userDrawn="1">
          <p15:clr>
            <a:srgbClr val="F26B43"/>
          </p15:clr>
        </p15:guide>
        <p15:guide id="36" orient="horz" pos="391" userDrawn="1">
          <p15:clr>
            <a:srgbClr val="F26B43"/>
          </p15:clr>
        </p15:guide>
        <p15:guide id="38" orient="horz" pos="663" userDrawn="1">
          <p15:clr>
            <a:srgbClr val="F26B43"/>
          </p15:clr>
        </p15:guide>
        <p15:guide id="39" orient="horz" pos="799" userDrawn="1">
          <p15:clr>
            <a:srgbClr val="A4A3A4"/>
          </p15:clr>
        </p15:guide>
        <p15:guide id="40" orient="horz" pos="935" userDrawn="1">
          <p15:clr>
            <a:srgbClr val="F26B43"/>
          </p15:clr>
        </p15:guide>
        <p15:guide id="42" orient="horz" pos="1207" userDrawn="1">
          <p15:clr>
            <a:srgbClr val="F26B43"/>
          </p15:clr>
        </p15:guide>
        <p15:guide id="43" orient="horz" pos="1344" userDrawn="1">
          <p15:clr>
            <a:srgbClr val="A4A3A4"/>
          </p15:clr>
        </p15:guide>
        <p15:guide id="44" orient="horz" pos="1480" userDrawn="1">
          <p15:clr>
            <a:srgbClr val="F26B43"/>
          </p15:clr>
        </p15:guide>
        <p15:guide id="46" orient="horz" pos="1752" userDrawn="1">
          <p15:clr>
            <a:srgbClr val="F26B43"/>
          </p15:clr>
        </p15:guide>
        <p15:guide id="47" orient="horz" pos="1911" userDrawn="1">
          <p15:clr>
            <a:srgbClr val="A4A3A4"/>
          </p15:clr>
        </p15:guide>
        <p15:guide id="48" orient="horz" pos="2047" userDrawn="1">
          <p15:clr>
            <a:srgbClr val="F26B43"/>
          </p15:clr>
        </p15:guide>
        <p15:guide id="51" orient="horz" pos="2432" userDrawn="1">
          <p15:clr>
            <a:srgbClr val="A4A3A4"/>
          </p15:clr>
        </p15:guide>
        <p15:guide id="52" orient="horz" pos="2568" userDrawn="1">
          <p15:clr>
            <a:srgbClr val="F26B43"/>
          </p15:clr>
        </p15:guide>
        <p15:guide id="54" orient="horz" pos="2840" userDrawn="1">
          <p15:clr>
            <a:srgbClr val="F26B43"/>
          </p15:clr>
        </p15:guide>
        <p15:guide id="55" orient="horz" pos="2976" userDrawn="1">
          <p15:clr>
            <a:srgbClr val="A4A3A4"/>
          </p15:clr>
        </p15:guide>
        <p15:guide id="56" orient="horz" pos="3113" userDrawn="1">
          <p15:clr>
            <a:srgbClr val="F26B43"/>
          </p15:clr>
        </p15:guide>
        <p15:guide id="58" orient="horz" pos="3385" userDrawn="1">
          <p15:clr>
            <a:srgbClr val="F26B43"/>
          </p15:clr>
        </p15:guide>
        <p15:guide id="59" orient="horz" pos="3521" userDrawn="1">
          <p15:clr>
            <a:srgbClr val="A4A3A4"/>
          </p15:clr>
        </p15:guide>
        <p15:guide id="60" orient="horz" pos="3657" userDrawn="1">
          <p15:clr>
            <a:srgbClr val="F26B43"/>
          </p15:clr>
        </p15:guide>
        <p15:guide id="62" orient="horz" pos="3929" userDrawn="1">
          <p15:clr>
            <a:srgbClr val="F26B43"/>
          </p15:clr>
        </p15:guide>
        <p15:guide id="63" orient="horz" pos="2296" userDrawn="1">
          <p15:clr>
            <a:srgbClr val="F26B43"/>
          </p15:clr>
        </p15:guide>
        <p15:guide id="64" pos="4294" userDrawn="1">
          <p15:clr>
            <a:srgbClr val="F26B43"/>
          </p15:clr>
        </p15:guide>
        <p15:guide id="65" pos="3613" userDrawn="1">
          <p15:clr>
            <a:srgbClr val="A4A3A4"/>
          </p15:clr>
        </p15:guide>
        <p15:guide id="66" pos="4067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2365A-BBFE-E447-8774-7429C71F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93" y="408523"/>
            <a:ext cx="10875159" cy="99422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A73C-70DA-484D-9407-F84AA8E63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417" y="1364269"/>
            <a:ext cx="10871181" cy="458764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875D20-691C-519E-F173-929810E1CDB3}"/>
              </a:ext>
            </a:extLst>
          </p:cNvPr>
          <p:cNvGrpSpPr/>
          <p:nvPr userDrawn="1"/>
        </p:nvGrpSpPr>
        <p:grpSpPr>
          <a:xfrm>
            <a:off x="378660" y="6158052"/>
            <a:ext cx="4125437" cy="395612"/>
            <a:chOff x="755650" y="5776117"/>
            <a:chExt cx="4125437" cy="395612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47101A78-5246-A28D-06DB-B10E755EC0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55650" y="5841222"/>
              <a:ext cx="895985" cy="256381"/>
            </a:xfrm>
            <a:prstGeom prst="rect">
              <a:avLst/>
            </a:prstGeom>
          </p:spPr>
        </p:pic>
        <p:sp>
          <p:nvSpPr>
            <p:cNvPr id="6" name="Date Placeholder 2">
              <a:extLst>
                <a:ext uri="{FF2B5EF4-FFF2-40B4-BE49-F238E27FC236}">
                  <a16:creationId xmlns:a16="http://schemas.microsoft.com/office/drawing/2014/main" id="{9758CDD3-867B-0555-268B-8A4FE23F377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776117"/>
              <a:ext cx="1403192" cy="2159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C3381BF-48E6-42BE-B892-4C5075D8A3B4}" type="datetime6">
                <a:rPr lang="en-GB" sz="890" b="0" i="0" kern="1200" noProof="0" smtClean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March 26</a:t>
              </a:fld>
              <a:endParaRPr lang="en-GB" sz="890" b="0" i="0" kern="1200" noProof="0" dirty="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ooter Placeholder 3">
              <a:extLst>
                <a:ext uri="{FF2B5EF4-FFF2-40B4-BE49-F238E27FC236}">
                  <a16:creationId xmlns:a16="http://schemas.microsoft.com/office/drawing/2014/main" id="{67043AE1-5B9B-87FB-913D-FAFDCDBEBC0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31523" y="5955829"/>
              <a:ext cx="2849564" cy="215900"/>
            </a:xfrm>
            <a:prstGeom prst="rect">
              <a:avLst/>
            </a:prstGeom>
          </p:spPr>
          <p:txBody>
            <a:bodyPr vert="horz" lIns="0" tIns="0" rIns="0" bIns="720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700" b="0" i="0" kern="1200">
                  <a:solidFill>
                    <a:schemeClr val="tx2"/>
                  </a:solidFill>
                  <a:latin typeface="Radikal" pitchFamily="50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890" b="0" i="0" kern="1200" noProof="0" dirty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© </a:t>
              </a:r>
              <a:r>
                <a:rPr lang="en-GB" sz="890" b="0" i="0" kern="1200" noProof="0" dirty="0" err="1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Onafriq</a:t>
              </a:r>
              <a:r>
                <a:rPr lang="en-GB" sz="890" b="0" i="0" kern="1200" noProof="0" dirty="0">
                  <a:solidFill>
                    <a:srgbClr val="323232"/>
                  </a:solidFill>
                  <a:latin typeface="Century Gothic" panose="020B0502020202020204" pitchFamily="34" charset="0"/>
                  <a:ea typeface="+mn-ea"/>
                  <a:cs typeface="+mn-cs"/>
                </a:rPr>
                <a:t> + Confidential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9813E88-4651-AB0B-2393-083D0146C42B}"/>
                </a:ext>
              </a:extLst>
            </p:cNvPr>
            <p:cNvCxnSpPr/>
            <p:nvPr userDrawn="1"/>
          </p:nvCxnSpPr>
          <p:spPr>
            <a:xfrm>
              <a:off x="1830705" y="5841222"/>
              <a:ext cx="0" cy="256381"/>
            </a:xfrm>
            <a:prstGeom prst="line">
              <a:avLst/>
            </a:prstGeom>
            <a:ln>
              <a:solidFill>
                <a:srgbClr val="3232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1ED1ED3-3825-5228-844C-8C2BD5EAAF8D}"/>
              </a:ext>
            </a:extLst>
          </p:cNvPr>
          <p:cNvSpPr txBox="1"/>
          <p:nvPr userDrawn="1"/>
        </p:nvSpPr>
        <p:spPr>
          <a:xfrm>
            <a:off x="11235552" y="6192947"/>
            <a:ext cx="66190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5F8F79-E617-45C0-997E-52E7B409E193}" type="slidenum">
              <a:rPr lang="en-GB" sz="1900" b="1" noProof="0" smtClean="0">
                <a:solidFill>
                  <a:srgbClr val="323232"/>
                </a:solidFill>
                <a:latin typeface="Century Gothic" panose="020B0502020202020204" pitchFamily="34" charset="0"/>
              </a:rPr>
              <a:t>‹#›</a:t>
            </a:fld>
            <a:endParaRPr lang="en-GB" sz="1900" b="1" noProof="0" dirty="0">
              <a:solidFill>
                <a:srgbClr val="323232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22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34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51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08" r:id="rId18"/>
    <p:sldLayoutId id="2147483750" r:id="rId19"/>
    <p:sldLayoutId id="2147483753" r:id="rId20"/>
    <p:sldLayoutId id="2147483757" r:id="rId21"/>
    <p:sldLayoutId id="2147483758" r:id="rId22"/>
    <p:sldLayoutId id="2147483748" r:id="rId23"/>
    <p:sldLayoutId id="2147483755" r:id="rId24"/>
  </p:sldLayoutIdLst>
  <p:hf sldNum="0" hdr="0"/>
  <p:txStyles>
    <p:titleStyle>
      <a:lvl1pPr algn="l" defTabSz="914400" rtl="0" eaLnBrk="1" latinLnBrk="0" hangingPunct="1">
        <a:lnSpc>
          <a:spcPct val="74000"/>
        </a:lnSpc>
        <a:spcBef>
          <a:spcPct val="0"/>
        </a:spcBef>
        <a:buNone/>
        <a:defRPr sz="5000" b="1" i="0" kern="1200">
          <a:solidFill>
            <a:srgbClr val="32323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50" b="0" i="0" kern="1200">
          <a:solidFill>
            <a:srgbClr val="323232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6108" userDrawn="1">
          <p15:clr>
            <a:srgbClr val="F26B43"/>
          </p15:clr>
        </p15:guide>
        <p15:guide id="4" pos="6335" userDrawn="1">
          <p15:clr>
            <a:srgbClr val="A4A3A4"/>
          </p15:clr>
        </p15:guide>
        <p15:guide id="5" pos="6562" userDrawn="1">
          <p15:clr>
            <a:srgbClr val="F26B43"/>
          </p15:clr>
        </p15:guide>
        <p15:guide id="7" pos="6992" userDrawn="1">
          <p15:clr>
            <a:srgbClr val="F26B43"/>
          </p15:clr>
        </p15:guide>
        <p15:guide id="8" pos="7242" userDrawn="1">
          <p15:clr>
            <a:srgbClr val="A4A3A4"/>
          </p15:clr>
        </p15:guide>
        <p15:guide id="9" pos="3386" userDrawn="1">
          <p15:clr>
            <a:srgbClr val="F26B43"/>
          </p15:clr>
        </p15:guide>
        <p15:guide id="10" pos="3182" userDrawn="1">
          <p15:clr>
            <a:srgbClr val="A4A3A4"/>
          </p15:clr>
        </p15:guide>
        <p15:guide id="11" pos="2933" userDrawn="1">
          <p15:clr>
            <a:srgbClr val="F26B43"/>
          </p15:clr>
        </p15:guide>
        <p15:guide id="13" pos="2457" userDrawn="1">
          <p15:clr>
            <a:srgbClr val="F26B43"/>
          </p15:clr>
        </p15:guide>
        <p15:guide id="14" pos="2275" userDrawn="1">
          <p15:clr>
            <a:srgbClr val="A4A3A4"/>
          </p15:clr>
        </p15:guide>
        <p15:guide id="15" pos="2003" userDrawn="1">
          <p15:clr>
            <a:srgbClr val="F26B43"/>
          </p15:clr>
        </p15:guide>
        <p15:guide id="17" pos="1572" userDrawn="1">
          <p15:clr>
            <a:srgbClr val="F26B43"/>
          </p15:clr>
        </p15:guide>
        <p15:guide id="18" pos="1345" userDrawn="1">
          <p15:clr>
            <a:srgbClr val="A4A3A4"/>
          </p15:clr>
        </p15:guide>
        <p15:guide id="19" pos="1096" userDrawn="1">
          <p15:clr>
            <a:srgbClr val="F26B43"/>
          </p15:clr>
        </p15:guide>
        <p15:guide id="21" pos="665" userDrawn="1">
          <p15:clr>
            <a:srgbClr val="F26B43"/>
          </p15:clr>
        </p15:guide>
        <p15:guide id="22" pos="438" userDrawn="1">
          <p15:clr>
            <a:srgbClr val="A4A3A4"/>
          </p15:clr>
        </p15:guide>
        <p15:guide id="26" pos="5677" userDrawn="1">
          <p15:clr>
            <a:srgbClr val="F26B43"/>
          </p15:clr>
        </p15:guide>
        <p15:guide id="27" pos="5405" userDrawn="1">
          <p15:clr>
            <a:srgbClr val="A4A3A4"/>
          </p15:clr>
        </p15:guide>
        <p15:guide id="28" pos="5223" userDrawn="1">
          <p15:clr>
            <a:srgbClr val="F26B43"/>
          </p15:clr>
        </p15:guide>
        <p15:guide id="30" pos="4747" userDrawn="1">
          <p15:clr>
            <a:srgbClr val="F26B43"/>
          </p15:clr>
        </p15:guide>
        <p15:guide id="31" pos="4498" userDrawn="1">
          <p15:clr>
            <a:srgbClr val="A4A3A4"/>
          </p15:clr>
        </p15:guide>
        <p15:guide id="32" pos="3840" userDrawn="1">
          <p15:clr>
            <a:srgbClr val="F26B43"/>
          </p15:clr>
        </p15:guide>
        <p15:guide id="36" orient="horz" pos="391" userDrawn="1">
          <p15:clr>
            <a:srgbClr val="F26B43"/>
          </p15:clr>
        </p15:guide>
        <p15:guide id="38" orient="horz" pos="663" userDrawn="1">
          <p15:clr>
            <a:srgbClr val="F26B43"/>
          </p15:clr>
        </p15:guide>
        <p15:guide id="39" orient="horz" pos="799" userDrawn="1">
          <p15:clr>
            <a:srgbClr val="A4A3A4"/>
          </p15:clr>
        </p15:guide>
        <p15:guide id="40" orient="horz" pos="935" userDrawn="1">
          <p15:clr>
            <a:srgbClr val="F26B43"/>
          </p15:clr>
        </p15:guide>
        <p15:guide id="42" orient="horz" pos="1207" userDrawn="1">
          <p15:clr>
            <a:srgbClr val="F26B43"/>
          </p15:clr>
        </p15:guide>
        <p15:guide id="43" orient="horz" pos="1344" userDrawn="1">
          <p15:clr>
            <a:srgbClr val="A4A3A4"/>
          </p15:clr>
        </p15:guide>
        <p15:guide id="44" orient="horz" pos="1480" userDrawn="1">
          <p15:clr>
            <a:srgbClr val="F26B43"/>
          </p15:clr>
        </p15:guide>
        <p15:guide id="46" orient="horz" pos="1752" userDrawn="1">
          <p15:clr>
            <a:srgbClr val="F26B43"/>
          </p15:clr>
        </p15:guide>
        <p15:guide id="47" orient="horz" pos="1911" userDrawn="1">
          <p15:clr>
            <a:srgbClr val="A4A3A4"/>
          </p15:clr>
        </p15:guide>
        <p15:guide id="48" orient="horz" pos="2047" userDrawn="1">
          <p15:clr>
            <a:srgbClr val="F26B43"/>
          </p15:clr>
        </p15:guide>
        <p15:guide id="51" orient="horz" pos="2432" userDrawn="1">
          <p15:clr>
            <a:srgbClr val="A4A3A4"/>
          </p15:clr>
        </p15:guide>
        <p15:guide id="52" orient="horz" pos="2568" userDrawn="1">
          <p15:clr>
            <a:srgbClr val="F26B43"/>
          </p15:clr>
        </p15:guide>
        <p15:guide id="54" orient="horz" pos="2840" userDrawn="1">
          <p15:clr>
            <a:srgbClr val="F26B43"/>
          </p15:clr>
        </p15:guide>
        <p15:guide id="55" orient="horz" pos="2976" userDrawn="1">
          <p15:clr>
            <a:srgbClr val="A4A3A4"/>
          </p15:clr>
        </p15:guide>
        <p15:guide id="56" orient="horz" pos="3113" userDrawn="1">
          <p15:clr>
            <a:srgbClr val="F26B43"/>
          </p15:clr>
        </p15:guide>
        <p15:guide id="58" orient="horz" pos="3385" userDrawn="1">
          <p15:clr>
            <a:srgbClr val="F26B43"/>
          </p15:clr>
        </p15:guide>
        <p15:guide id="59" orient="horz" pos="3521" userDrawn="1">
          <p15:clr>
            <a:srgbClr val="A4A3A4"/>
          </p15:clr>
        </p15:guide>
        <p15:guide id="60" orient="horz" pos="3657" userDrawn="1">
          <p15:clr>
            <a:srgbClr val="F26B43"/>
          </p15:clr>
        </p15:guide>
        <p15:guide id="62" orient="horz" pos="3929" userDrawn="1">
          <p15:clr>
            <a:srgbClr val="F26B43"/>
          </p15:clr>
        </p15:guide>
        <p15:guide id="63" orient="horz" pos="2296" userDrawn="1">
          <p15:clr>
            <a:srgbClr val="F26B43"/>
          </p15:clr>
        </p15:guide>
        <p15:guide id="64" pos="4294" userDrawn="1">
          <p15:clr>
            <a:srgbClr val="F26B43"/>
          </p15:clr>
        </p15:guide>
        <p15:guide id="65" pos="3613" userDrawn="1">
          <p15:clr>
            <a:srgbClr val="A4A3A4"/>
          </p15:clr>
        </p15:guide>
        <p15:guide id="66" pos="4067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41.png"/><Relationship Id="rId3" Type="http://schemas.openxmlformats.org/officeDocument/2006/relationships/image" Target="../media/image24.svg"/><Relationship Id="rId21" Type="http://schemas.openxmlformats.org/officeDocument/2006/relationships/image" Target="../media/image44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17" Type="http://schemas.openxmlformats.org/officeDocument/2006/relationships/image" Target="../media/image40.svg"/><Relationship Id="rId25" Type="http://schemas.openxmlformats.org/officeDocument/2006/relationships/image" Target="../media/image48.svg"/><Relationship Id="rId2" Type="http://schemas.openxmlformats.org/officeDocument/2006/relationships/image" Target="../media/image23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24" Type="http://schemas.openxmlformats.org/officeDocument/2006/relationships/image" Target="../media/image47.png"/><Relationship Id="rId5" Type="http://schemas.openxmlformats.org/officeDocument/2006/relationships/image" Target="../media/image28.svg"/><Relationship Id="rId15" Type="http://schemas.openxmlformats.org/officeDocument/2006/relationships/image" Target="../media/image38.svg"/><Relationship Id="rId23" Type="http://schemas.openxmlformats.org/officeDocument/2006/relationships/image" Target="../media/image46.svg"/><Relationship Id="rId10" Type="http://schemas.openxmlformats.org/officeDocument/2006/relationships/image" Target="../media/image33.png"/><Relationship Id="rId19" Type="http://schemas.openxmlformats.org/officeDocument/2006/relationships/image" Target="../media/image42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18" Type="http://schemas.openxmlformats.org/officeDocument/2006/relationships/image" Target="../media/image65.png"/><Relationship Id="rId3" Type="http://schemas.openxmlformats.org/officeDocument/2006/relationships/image" Target="../media/image50.svg"/><Relationship Id="rId21" Type="http://schemas.openxmlformats.org/officeDocument/2006/relationships/image" Target="../media/image68.svg"/><Relationship Id="rId7" Type="http://schemas.openxmlformats.org/officeDocument/2006/relationships/image" Target="../media/image54.svg"/><Relationship Id="rId12" Type="http://schemas.openxmlformats.org/officeDocument/2006/relationships/image" Target="../media/image59.png"/><Relationship Id="rId17" Type="http://schemas.openxmlformats.org/officeDocument/2006/relationships/image" Target="../media/image64.svg"/><Relationship Id="rId25" Type="http://schemas.openxmlformats.org/officeDocument/2006/relationships/image" Target="../media/image72.sv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24" Type="http://schemas.openxmlformats.org/officeDocument/2006/relationships/image" Target="../media/image71.pn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23" Type="http://schemas.openxmlformats.org/officeDocument/2006/relationships/image" Target="../media/image70.svg"/><Relationship Id="rId10" Type="http://schemas.openxmlformats.org/officeDocument/2006/relationships/image" Target="../media/image57.png"/><Relationship Id="rId19" Type="http://schemas.openxmlformats.org/officeDocument/2006/relationships/image" Target="../media/image66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Relationship Id="rId14" Type="http://schemas.openxmlformats.org/officeDocument/2006/relationships/image" Target="../media/image61.png"/><Relationship Id="rId22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svg"/><Relationship Id="rId18" Type="http://schemas.openxmlformats.org/officeDocument/2006/relationships/image" Target="../media/image89.png"/><Relationship Id="rId3" Type="http://schemas.openxmlformats.org/officeDocument/2006/relationships/image" Target="../media/image74.svg"/><Relationship Id="rId21" Type="http://schemas.openxmlformats.org/officeDocument/2006/relationships/image" Target="../media/image92.svg"/><Relationship Id="rId7" Type="http://schemas.openxmlformats.org/officeDocument/2006/relationships/image" Target="../media/image78.svg"/><Relationship Id="rId12" Type="http://schemas.openxmlformats.org/officeDocument/2006/relationships/image" Target="../media/image83.png"/><Relationship Id="rId17" Type="http://schemas.openxmlformats.org/officeDocument/2006/relationships/image" Target="../media/image88.svg"/><Relationship Id="rId25" Type="http://schemas.openxmlformats.org/officeDocument/2006/relationships/image" Target="../media/image96.sv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77.png"/><Relationship Id="rId11" Type="http://schemas.openxmlformats.org/officeDocument/2006/relationships/image" Target="../media/image82.svg"/><Relationship Id="rId24" Type="http://schemas.openxmlformats.org/officeDocument/2006/relationships/image" Target="../media/image95.png"/><Relationship Id="rId5" Type="http://schemas.openxmlformats.org/officeDocument/2006/relationships/image" Target="../media/image76.svg"/><Relationship Id="rId15" Type="http://schemas.openxmlformats.org/officeDocument/2006/relationships/image" Target="../media/image86.svg"/><Relationship Id="rId23" Type="http://schemas.openxmlformats.org/officeDocument/2006/relationships/image" Target="../media/image94.svg"/><Relationship Id="rId10" Type="http://schemas.openxmlformats.org/officeDocument/2006/relationships/image" Target="../media/image81.png"/><Relationship Id="rId19" Type="http://schemas.openxmlformats.org/officeDocument/2006/relationships/image" Target="../media/image90.svg"/><Relationship Id="rId4" Type="http://schemas.openxmlformats.org/officeDocument/2006/relationships/image" Target="../media/image75.png"/><Relationship Id="rId9" Type="http://schemas.openxmlformats.org/officeDocument/2006/relationships/image" Target="../media/image80.svg"/><Relationship Id="rId14" Type="http://schemas.openxmlformats.org/officeDocument/2006/relationships/image" Target="../media/image85.png"/><Relationship Id="rId22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3" Type="http://schemas.openxmlformats.org/officeDocument/2006/relationships/image" Target="../media/image103.sv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6.png"/><Relationship Id="rId5" Type="http://schemas.openxmlformats.org/officeDocument/2006/relationships/image" Target="../media/image105.svg"/><Relationship Id="rId4" Type="http://schemas.openxmlformats.org/officeDocument/2006/relationships/image" Target="../media/image10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2C471-3CC5-689A-0D45-62CE4D7613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0" dirty="0"/>
              <a:t>You can replace the background image </a:t>
            </a:r>
          </a:p>
          <a:p>
            <a:r>
              <a:rPr lang="en-GB" b="0" dirty="0"/>
              <a:t>with the instructions on the left.</a:t>
            </a:r>
          </a:p>
          <a:p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067152-FC9A-85AA-23EC-10A220BB8740}"/>
              </a:ext>
            </a:extLst>
          </p:cNvPr>
          <p:cNvSpPr txBox="1">
            <a:spLocks/>
          </p:cNvSpPr>
          <p:nvPr/>
        </p:nvSpPr>
        <p:spPr>
          <a:xfrm>
            <a:off x="678324" y="2544335"/>
            <a:ext cx="10374405" cy="29603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5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for external </a:t>
            </a:r>
            <a:br>
              <a:rPr lang="en-GB" dirty="0"/>
            </a:br>
            <a:r>
              <a:rPr lang="en-GB" dirty="0"/>
              <a:t>audiences</a:t>
            </a:r>
          </a:p>
        </p:txBody>
      </p:sp>
    </p:spTree>
    <p:extLst>
      <p:ext uri="{BB962C8B-B14F-4D97-AF65-F5344CB8AC3E}">
        <p14:creationId xmlns:p14="http://schemas.microsoft.com/office/powerpoint/2010/main" val="3141217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1715-5AEE-A483-CF40-5AE324614E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Subsection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9BE96-0F76-2B4F-5C7F-CA0A49A999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You can replace the background image with the instructions on the left.</a:t>
            </a:r>
          </a:p>
        </p:txBody>
      </p:sp>
    </p:spTree>
    <p:extLst>
      <p:ext uri="{BB962C8B-B14F-4D97-AF65-F5344CB8AC3E}">
        <p14:creationId xmlns:p14="http://schemas.microsoft.com/office/powerpoint/2010/main" val="144832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6427E8-9454-C0AC-BAC7-7F822303A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Feature slide on photo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E994A0-CE42-869B-9EE3-19E91611A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0" dirty="0"/>
              <a:t>You can replace the background image </a:t>
            </a:r>
          </a:p>
          <a:p>
            <a:r>
              <a:rPr lang="en-GB" b="0" dirty="0"/>
              <a:t>with the instructions on the left</a:t>
            </a:r>
          </a:p>
        </p:txBody>
      </p:sp>
    </p:spTree>
    <p:extLst>
      <p:ext uri="{BB962C8B-B14F-4D97-AF65-F5344CB8AC3E}">
        <p14:creationId xmlns:p14="http://schemas.microsoft.com/office/powerpoint/2010/main" val="24084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41AF11-6F62-511A-C29D-3DEE61F722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Card slide on photo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2529EB-204A-5AE4-381F-D2831FA3C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0" noProof="0" dirty="0"/>
              <a:t>Lorem ipsum </a:t>
            </a:r>
            <a:r>
              <a:rPr lang="en-GB" b="0" noProof="0" dirty="0" err="1"/>
              <a:t>dolor</a:t>
            </a:r>
            <a:r>
              <a:rPr lang="en-GB" b="0" noProof="0" dirty="0"/>
              <a:t> sit </a:t>
            </a:r>
            <a:r>
              <a:rPr lang="en-GB" b="0" noProof="0" dirty="0" err="1"/>
              <a:t>amet</a:t>
            </a:r>
            <a:endParaRPr lang="en-GB" b="0" noProof="0" dirty="0"/>
          </a:p>
        </p:txBody>
      </p:sp>
    </p:spTree>
    <p:extLst>
      <p:ext uri="{BB962C8B-B14F-4D97-AF65-F5344CB8AC3E}">
        <p14:creationId xmlns:p14="http://schemas.microsoft.com/office/powerpoint/2010/main" val="107522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7AD25B-9749-056E-4660-BDD0FB82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23" y="3007919"/>
            <a:ext cx="10875159" cy="649681"/>
          </a:xfrm>
        </p:spPr>
        <p:txBody>
          <a:bodyPr/>
          <a:lstStyle/>
          <a:p>
            <a:r>
              <a:rPr lang="en-GB" noProof="0" dirty="0"/>
              <a:t>Section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84A257D-E559-8152-AB79-617DD30A0F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Explanation lorem ipsum</a:t>
            </a:r>
          </a:p>
        </p:txBody>
      </p:sp>
    </p:spTree>
    <p:extLst>
      <p:ext uri="{BB962C8B-B14F-4D97-AF65-F5344CB8AC3E}">
        <p14:creationId xmlns:p14="http://schemas.microsoft.com/office/powerpoint/2010/main" val="128681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5B33F-443D-0233-D07F-AE5797DD83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noProof="0" dirty="0"/>
              <a:t>Section title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571E782E-7D37-4753-975E-08CF08BB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23" y="3007919"/>
            <a:ext cx="10875159" cy="649681"/>
          </a:xfrm>
        </p:spPr>
        <p:txBody>
          <a:bodyPr/>
          <a:lstStyle/>
          <a:p>
            <a:r>
              <a:rPr lang="en-GB" noProof="0" dirty="0"/>
              <a:t>Subsection title</a:t>
            </a: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D047F79C-BB02-10CE-133C-96437624C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523" y="3699210"/>
            <a:ext cx="10374405" cy="866521"/>
          </a:xfrm>
        </p:spPr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9133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2408-A14B-860D-D8C5-23665CA81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Statement of confidentiality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22A11-54E7-EC40-5D78-D281BFF30A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noProof="0" dirty="0"/>
              <a:t>Body copy to be placed here. </a:t>
            </a:r>
            <a:br>
              <a:rPr lang="en-GB" noProof="0" dirty="0"/>
            </a:br>
            <a:r>
              <a:rPr lang="en-GB" noProof="0" dirty="0"/>
              <a:t>The information contained in this presentation </a:t>
            </a:r>
            <a:br>
              <a:rPr lang="en-GB" noProof="0" dirty="0"/>
            </a:br>
            <a:r>
              <a:rPr lang="en-GB" noProof="0" dirty="0"/>
              <a:t>slide-pack is confidential information and should not be disclosed without </a:t>
            </a:r>
            <a:r>
              <a:rPr lang="en-GB" noProof="0" dirty="0" err="1"/>
              <a:t>Onafriq’s</a:t>
            </a:r>
            <a:r>
              <a:rPr lang="en-GB" noProof="0" dirty="0"/>
              <a:t> permission. </a:t>
            </a:r>
          </a:p>
          <a:p>
            <a:pPr lvl="0"/>
            <a:r>
              <a:rPr lang="en-GB" noProof="0" dirty="0"/>
              <a:t>No part of this document may be disclosed, printed, copied, or disseminated in any form or by any means, without prior permission from </a:t>
            </a:r>
            <a:r>
              <a:rPr lang="en-GB" noProof="0" dirty="0" err="1"/>
              <a:t>Onafriq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94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D00F-99C0-87A3-0A8F-E076B6AB3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Extra slide with title only</a:t>
            </a:r>
          </a:p>
        </p:txBody>
      </p:sp>
    </p:spTree>
    <p:extLst>
      <p:ext uri="{BB962C8B-B14F-4D97-AF65-F5344CB8AC3E}">
        <p14:creationId xmlns:p14="http://schemas.microsoft.com/office/powerpoint/2010/main" val="324469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55B8228C-4C18-DE78-A2F7-5C4CDE2F310C}"/>
              </a:ext>
            </a:extLst>
          </p:cNvPr>
          <p:cNvSpPr txBox="1">
            <a:spLocks/>
          </p:cNvSpPr>
          <p:nvPr/>
        </p:nvSpPr>
        <p:spPr>
          <a:xfrm>
            <a:off x="731469" y="3649901"/>
            <a:ext cx="5095291" cy="866521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00" b="1" i="0" kern="120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323232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consectetur</a:t>
            </a:r>
            <a:r>
              <a:rPr lang="en-GB" b="0" dirty="0"/>
              <a:t> </a:t>
            </a:r>
            <a:r>
              <a:rPr lang="en-GB" b="0" dirty="0" err="1"/>
              <a:t>adipiscing</a:t>
            </a:r>
            <a:r>
              <a:rPr lang="en-GB" b="0" dirty="0"/>
              <a:t> </a:t>
            </a:r>
            <a:r>
              <a:rPr lang="en-GB" b="0" dirty="0" err="1"/>
              <a:t>elit</a:t>
            </a:r>
            <a:r>
              <a:rPr lang="en-GB" b="0" dirty="0"/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DDF926-3F50-26B6-5308-D967C7E62E3F}"/>
              </a:ext>
            </a:extLst>
          </p:cNvPr>
          <p:cNvSpPr txBox="1">
            <a:spLocks/>
          </p:cNvSpPr>
          <p:nvPr/>
        </p:nvSpPr>
        <p:spPr>
          <a:xfrm>
            <a:off x="731469" y="2073309"/>
            <a:ext cx="10374405" cy="13556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5000" b="1" i="0" kern="1200">
                <a:solidFill>
                  <a:srgbClr val="323232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GB" dirty="0"/>
              <a:t>Extra slide with title</a:t>
            </a:r>
            <a:br>
              <a:rPr lang="en-GB" dirty="0"/>
            </a:br>
            <a:r>
              <a:rPr lang="en-GB" dirty="0"/>
              <a:t>and subtitle</a:t>
            </a:r>
          </a:p>
        </p:txBody>
      </p:sp>
    </p:spTree>
    <p:extLst>
      <p:ext uri="{BB962C8B-B14F-4D97-AF65-F5344CB8AC3E}">
        <p14:creationId xmlns:p14="http://schemas.microsoft.com/office/powerpoint/2010/main" val="6067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71AD56-850E-ED77-C0BE-F95A69538A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consectetur</a:t>
            </a:r>
            <a:r>
              <a:rPr lang="en-GB" b="0" dirty="0"/>
              <a:t> </a:t>
            </a:r>
            <a:r>
              <a:rPr lang="en-GB" b="0" dirty="0" err="1"/>
              <a:t>adipiscing</a:t>
            </a:r>
            <a:r>
              <a:rPr lang="en-GB" b="0" dirty="0"/>
              <a:t> </a:t>
            </a:r>
            <a:r>
              <a:rPr lang="en-GB" b="0" dirty="0" err="1"/>
              <a:t>elit</a:t>
            </a:r>
            <a:r>
              <a:rPr lang="en-GB" b="0" dirty="0"/>
              <a:t>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A47DC62-10EA-8244-5E3F-32E47B7C7162}"/>
              </a:ext>
            </a:extLst>
          </p:cNvPr>
          <p:cNvSpPr txBox="1">
            <a:spLocks/>
          </p:cNvSpPr>
          <p:nvPr/>
        </p:nvSpPr>
        <p:spPr>
          <a:xfrm>
            <a:off x="350469" y="2073309"/>
            <a:ext cx="10374405" cy="13556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5000" b="1" i="0" kern="1200">
                <a:solidFill>
                  <a:srgbClr val="323232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GB" dirty="0"/>
              <a:t>Extra slide with title, subtitle and body copy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2DCD9A8-5B28-0E05-9C03-15C5036B4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4249959"/>
            <a:ext cx="6283325" cy="974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  <a:r>
              <a:rPr lang="en-GB" dirty="0" err="1"/>
              <a:t>Nulla</a:t>
            </a:r>
            <a:r>
              <a:rPr lang="en-GB" dirty="0"/>
              <a:t> id </a:t>
            </a:r>
            <a:r>
              <a:rPr lang="en-GB" dirty="0" err="1"/>
              <a:t>efficitur</a:t>
            </a:r>
            <a:r>
              <a:rPr lang="en-GB" dirty="0"/>
              <a:t> eros. Nam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id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luctus</a:t>
            </a:r>
            <a:r>
              <a:rPr lang="en-GB" dirty="0"/>
              <a:t>, non auctor </a:t>
            </a:r>
            <a:r>
              <a:rPr lang="en-GB" dirty="0" err="1"/>
              <a:t>justo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. Morbi ac ipsum </a:t>
            </a:r>
            <a:r>
              <a:rPr lang="en-GB" dirty="0" err="1"/>
              <a:t>imperdiet</a:t>
            </a:r>
            <a:r>
              <a:rPr lang="en-GB" dirty="0"/>
              <a:t>, </a:t>
            </a:r>
            <a:r>
              <a:rPr lang="en-GB" dirty="0" err="1"/>
              <a:t>vehicula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 et, cursus </a:t>
            </a:r>
            <a:r>
              <a:rPr lang="en-GB" dirty="0" err="1"/>
              <a:t>enim</a:t>
            </a:r>
            <a:r>
              <a:rPr lang="en-GB" dirty="0"/>
              <a:t>. Cras </a:t>
            </a:r>
            <a:r>
              <a:rPr lang="en-GB" dirty="0" err="1"/>
              <a:t>hendrerit</a:t>
            </a:r>
            <a:r>
              <a:rPr lang="en-GB" dirty="0"/>
              <a:t> eros a ex auctor </a:t>
            </a:r>
            <a:r>
              <a:rPr lang="en-GB" dirty="0" err="1"/>
              <a:t>rutrum</a:t>
            </a:r>
            <a:r>
              <a:rPr lang="en-GB" dirty="0"/>
              <a:t>. </a:t>
            </a:r>
            <a:r>
              <a:rPr lang="en-GB" dirty="0" err="1"/>
              <a:t>Mauris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ex at ipsum </a:t>
            </a:r>
            <a:r>
              <a:rPr lang="en-GB" dirty="0" err="1"/>
              <a:t>dignissim</a:t>
            </a:r>
            <a:r>
              <a:rPr lang="en-GB" dirty="0"/>
              <a:t> pulvinar non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. Sed </a:t>
            </a:r>
            <a:r>
              <a:rPr lang="en-GB" dirty="0" err="1"/>
              <a:t>sollicitudin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non </a:t>
            </a:r>
            <a:r>
              <a:rPr lang="en-GB" dirty="0" err="1"/>
              <a:t>velit</a:t>
            </a:r>
            <a:r>
              <a:rPr lang="en-GB" dirty="0"/>
              <a:t> cursus pulvinar. </a:t>
            </a:r>
            <a:r>
              <a:rPr lang="en-GB" dirty="0" err="1"/>
              <a:t>Quisque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eros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tortor</a:t>
            </a:r>
            <a:r>
              <a:rPr lang="en-GB" dirty="0"/>
              <a:t> </a:t>
            </a:r>
            <a:r>
              <a:rPr lang="en-GB" dirty="0" err="1"/>
              <a:t>scelerisque</a:t>
            </a:r>
            <a:r>
              <a:rPr lang="en-GB" dirty="0"/>
              <a:t> lacinia. Nunc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dapibus</a:t>
            </a:r>
            <a:r>
              <a:rPr lang="en-GB" dirty="0"/>
              <a:t> semper.</a:t>
            </a:r>
          </a:p>
        </p:txBody>
      </p:sp>
    </p:spTree>
    <p:extLst>
      <p:ext uri="{BB962C8B-B14F-4D97-AF65-F5344CB8AC3E}">
        <p14:creationId xmlns:p14="http://schemas.microsoft.com/office/powerpoint/2010/main" val="3489254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A9857B5-96A1-C9C6-12F4-51BA214967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Content with side card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302CAC7-A157-5808-220C-06BF925D37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9442" y="1719051"/>
            <a:ext cx="2959843" cy="27366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  <a:r>
              <a:rPr lang="en-GB" dirty="0" err="1"/>
              <a:t>Nulla</a:t>
            </a:r>
            <a:r>
              <a:rPr lang="en-GB" dirty="0"/>
              <a:t> id </a:t>
            </a:r>
            <a:r>
              <a:rPr lang="en-GB" dirty="0" err="1"/>
              <a:t>efficitur</a:t>
            </a:r>
            <a:r>
              <a:rPr lang="en-GB" dirty="0"/>
              <a:t> eros. Nam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id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luctus</a:t>
            </a:r>
            <a:r>
              <a:rPr lang="en-GB" dirty="0"/>
              <a:t>, non auctor </a:t>
            </a:r>
            <a:r>
              <a:rPr lang="en-GB" dirty="0" err="1"/>
              <a:t>justo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. Morbi ac ipsum </a:t>
            </a:r>
            <a:r>
              <a:rPr lang="en-GB" dirty="0" err="1"/>
              <a:t>imperdiet</a:t>
            </a:r>
            <a:r>
              <a:rPr lang="en-GB" dirty="0"/>
              <a:t>, </a:t>
            </a:r>
            <a:r>
              <a:rPr lang="en-GB" dirty="0" err="1"/>
              <a:t>vehicula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 et, cursus </a:t>
            </a:r>
            <a:r>
              <a:rPr lang="en-GB" dirty="0" err="1"/>
              <a:t>enim</a:t>
            </a:r>
            <a:r>
              <a:rPr lang="en-GB" dirty="0"/>
              <a:t>. Cras </a:t>
            </a:r>
            <a:r>
              <a:rPr lang="en-GB" dirty="0" err="1"/>
              <a:t>hendrerit</a:t>
            </a:r>
            <a:r>
              <a:rPr lang="en-GB" dirty="0"/>
              <a:t> eros a ex auctor </a:t>
            </a:r>
            <a:r>
              <a:rPr lang="en-GB" dirty="0" err="1"/>
              <a:t>rutrum</a:t>
            </a:r>
            <a:r>
              <a:rPr lang="en-GB" dirty="0"/>
              <a:t>. </a:t>
            </a:r>
            <a:r>
              <a:rPr lang="en-GB" dirty="0" err="1"/>
              <a:t>Mauris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ex at ipsum </a:t>
            </a:r>
            <a:r>
              <a:rPr lang="en-GB" dirty="0" err="1"/>
              <a:t>dignissim</a:t>
            </a:r>
            <a:r>
              <a:rPr lang="en-GB" dirty="0"/>
              <a:t> pulvinar non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. Sed </a:t>
            </a:r>
            <a:r>
              <a:rPr lang="en-GB" dirty="0" err="1"/>
              <a:t>sollicitudin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non </a:t>
            </a:r>
            <a:r>
              <a:rPr lang="en-GB" dirty="0" err="1"/>
              <a:t>velit</a:t>
            </a:r>
            <a:r>
              <a:rPr lang="en-GB" dirty="0"/>
              <a:t> cursus pulvinar. </a:t>
            </a:r>
            <a:r>
              <a:rPr lang="en-GB" dirty="0" err="1"/>
              <a:t>Quisque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eros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tortor</a:t>
            </a:r>
            <a:r>
              <a:rPr lang="en-GB" dirty="0"/>
              <a:t> </a:t>
            </a:r>
            <a:r>
              <a:rPr lang="en-GB" dirty="0" err="1"/>
              <a:t>scelerisque</a:t>
            </a:r>
            <a:r>
              <a:rPr lang="en-GB" dirty="0"/>
              <a:t> lacinia. Nunc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dapibus</a:t>
            </a:r>
            <a:r>
              <a:rPr lang="en-GB" dirty="0"/>
              <a:t> semper.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C96BB-E57F-03BC-FC63-3DC4BDE8851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32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42795A-2F71-3386-3BE9-8553FC775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Full width content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1BF659-0C15-07ED-46C9-97D1CB6A85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Could be graphs, photos or anything else we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B2E2-132D-929E-B060-5BFC185002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6076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3080-400D-739A-6DA4-40C81239D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Two columns text only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D7853F34-2591-76E6-0562-63A647A62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BF41751-8E4D-659F-E847-0704591494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r>
              <a:rPr lang="en-GB" noProof="0" dirty="0"/>
              <a:t>Vestibulum </a:t>
            </a:r>
            <a:r>
              <a:rPr lang="en-GB" noProof="0" dirty="0" err="1"/>
              <a:t>rhoncus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erat</a:t>
            </a:r>
            <a:r>
              <a:rPr lang="en-GB" noProof="0" dirty="0"/>
              <a:t> at </a:t>
            </a:r>
            <a:r>
              <a:rPr lang="en-GB" noProof="0" dirty="0" err="1"/>
              <a:t>sagittis</a:t>
            </a:r>
            <a:r>
              <a:rPr lang="en-GB" noProof="0" dirty="0"/>
              <a:t>. Vestibulum in </a:t>
            </a:r>
            <a:r>
              <a:rPr lang="en-GB" noProof="0" dirty="0" err="1"/>
              <a:t>consequat</a:t>
            </a:r>
            <a:r>
              <a:rPr lang="en-GB" noProof="0" dirty="0"/>
              <a:t> lorem.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varius</a:t>
            </a:r>
            <a:r>
              <a:rPr lang="en-GB" noProof="0" dirty="0"/>
              <a:t> eros </a:t>
            </a:r>
            <a:r>
              <a:rPr lang="en-GB" noProof="0" dirty="0" err="1"/>
              <a:t>lectus</a:t>
            </a:r>
            <a:r>
              <a:rPr lang="en-GB" noProof="0" dirty="0"/>
              <a:t>, ac </a:t>
            </a:r>
            <a:r>
              <a:rPr lang="en-GB" noProof="0" dirty="0" err="1"/>
              <a:t>scelerisque</a:t>
            </a:r>
            <a:r>
              <a:rPr lang="en-GB" noProof="0" dirty="0"/>
              <a:t> ipsum </a:t>
            </a:r>
            <a:r>
              <a:rPr lang="en-GB" noProof="0" dirty="0" err="1"/>
              <a:t>porttitor</a:t>
            </a:r>
            <a:r>
              <a:rPr lang="en-GB" noProof="0" dirty="0"/>
              <a:t> id. </a:t>
            </a:r>
            <a:r>
              <a:rPr lang="en-GB" noProof="0" dirty="0" err="1"/>
              <a:t>Nullam</a:t>
            </a:r>
            <a:r>
              <a:rPr lang="en-GB" noProof="0" dirty="0"/>
              <a:t> </a:t>
            </a:r>
            <a:r>
              <a:rPr lang="en-GB" noProof="0" dirty="0" err="1"/>
              <a:t>turpis</a:t>
            </a:r>
            <a:r>
              <a:rPr lang="en-GB" noProof="0" dirty="0"/>
              <a:t> </a:t>
            </a:r>
            <a:r>
              <a:rPr lang="en-GB" noProof="0" dirty="0" err="1"/>
              <a:t>est</a:t>
            </a:r>
            <a:r>
              <a:rPr lang="en-GB" noProof="0" dirty="0"/>
              <a:t>, </a:t>
            </a:r>
            <a:r>
              <a:rPr lang="en-GB" noProof="0" dirty="0" err="1"/>
              <a:t>rutrum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vestibulum et, </a:t>
            </a:r>
            <a:r>
              <a:rPr lang="en-GB" noProof="0" dirty="0" err="1"/>
              <a:t>ornare</a:t>
            </a:r>
            <a:r>
              <a:rPr lang="en-GB" noProof="0" dirty="0"/>
              <a:t> </a:t>
            </a:r>
            <a:r>
              <a:rPr lang="en-GB" noProof="0" dirty="0" err="1"/>
              <a:t>suscipit</a:t>
            </a:r>
            <a:r>
              <a:rPr lang="en-GB" noProof="0" dirty="0"/>
              <a:t> </a:t>
            </a:r>
            <a:r>
              <a:rPr lang="en-GB" noProof="0" dirty="0" err="1"/>
              <a:t>lacus</a:t>
            </a:r>
            <a:r>
              <a:rPr lang="en-GB" noProof="0" dirty="0"/>
              <a:t>. </a:t>
            </a:r>
            <a:r>
              <a:rPr lang="en-GB" noProof="0" dirty="0" err="1"/>
              <a:t>Vivamus</a:t>
            </a:r>
            <a:r>
              <a:rPr lang="en-GB" noProof="0" dirty="0"/>
              <a:t> lacinia cursus </a:t>
            </a:r>
            <a:r>
              <a:rPr lang="en-GB" noProof="0" dirty="0" err="1"/>
              <a:t>sodales</a:t>
            </a:r>
            <a:r>
              <a:rPr lang="en-GB" noProof="0" dirty="0"/>
              <a:t>. </a:t>
            </a:r>
            <a:r>
              <a:rPr lang="en-GB" noProof="0" dirty="0" err="1"/>
              <a:t>Fusce</a:t>
            </a:r>
            <a:r>
              <a:rPr lang="en-GB" noProof="0" dirty="0"/>
              <a:t>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 a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. Ut </a:t>
            </a:r>
            <a:r>
              <a:rPr lang="en-GB" noProof="0" dirty="0" err="1"/>
              <a:t>dignissim</a:t>
            </a:r>
            <a:r>
              <a:rPr lang="en-GB" noProof="0" dirty="0"/>
              <a:t> auctor </a:t>
            </a:r>
            <a:r>
              <a:rPr lang="en-GB" noProof="0" dirty="0" err="1"/>
              <a:t>posuere</a:t>
            </a:r>
            <a:r>
              <a:rPr lang="en-GB" noProof="0" dirty="0"/>
              <a:t>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risus</a:t>
            </a:r>
            <a:r>
              <a:rPr lang="en-GB" noProof="0" dirty="0"/>
              <a:t> </a:t>
            </a:r>
            <a:r>
              <a:rPr lang="en-GB" noProof="0" dirty="0" err="1"/>
              <a:t>velit</a:t>
            </a:r>
            <a:r>
              <a:rPr lang="en-GB" noProof="0" dirty="0"/>
              <a:t>,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</a:t>
            </a:r>
            <a:r>
              <a:rPr lang="en-GB" noProof="0" dirty="0" err="1"/>
              <a:t>viverra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, </a:t>
            </a:r>
            <a:r>
              <a:rPr lang="en-GB" noProof="0" dirty="0" err="1"/>
              <a:t>consequat</a:t>
            </a:r>
            <a:r>
              <a:rPr lang="en-GB" noProof="0" dirty="0"/>
              <a:t> </a:t>
            </a:r>
            <a:r>
              <a:rPr lang="en-GB" noProof="0" dirty="0" err="1"/>
              <a:t>eget</a:t>
            </a:r>
            <a:r>
              <a:rPr lang="en-GB" noProof="0" dirty="0"/>
              <a:t> </a:t>
            </a:r>
            <a:r>
              <a:rPr lang="en-GB" noProof="0" dirty="0" err="1"/>
              <a:t>massa</a:t>
            </a:r>
            <a:r>
              <a:rPr lang="en-GB" noProof="0" dirty="0"/>
              <a:t>. Integer </a:t>
            </a:r>
            <a:r>
              <a:rPr lang="en-GB" noProof="0" dirty="0" err="1"/>
              <a:t>sodales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orci</a:t>
            </a:r>
            <a:r>
              <a:rPr lang="en-GB" noProof="0" dirty="0"/>
              <a:t> et </a:t>
            </a:r>
            <a:r>
              <a:rPr lang="en-GB" noProof="0" dirty="0" err="1"/>
              <a:t>lobortis</a:t>
            </a:r>
            <a:r>
              <a:rPr lang="en-GB" noProof="0" dirty="0"/>
              <a:t>. Duis ac ipsum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nunc</a:t>
            </a:r>
            <a:r>
              <a:rPr lang="en-GB" noProof="0" dirty="0"/>
              <a:t> </a:t>
            </a:r>
            <a:r>
              <a:rPr lang="en-GB" noProof="0" dirty="0" err="1"/>
              <a:t>condimentum</a:t>
            </a:r>
            <a:r>
              <a:rPr lang="en-GB" noProof="0" dirty="0"/>
              <a:t> </a:t>
            </a:r>
            <a:r>
              <a:rPr lang="en-GB" noProof="0" dirty="0" err="1"/>
              <a:t>ornare</a:t>
            </a:r>
            <a:r>
              <a:rPr lang="en-GB" noProof="0" dirty="0"/>
              <a:t> non </a:t>
            </a:r>
            <a:r>
              <a:rPr lang="en-GB" noProof="0" dirty="0" err="1"/>
              <a:t>vel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.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9C79006-1B07-F08F-8AF0-A8D99E9D6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r>
              <a:rPr lang="en-GB" noProof="0" dirty="0"/>
              <a:t>Vestibulum </a:t>
            </a:r>
            <a:r>
              <a:rPr lang="en-GB" noProof="0" dirty="0" err="1"/>
              <a:t>rhoncus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erat</a:t>
            </a:r>
            <a:r>
              <a:rPr lang="en-GB" noProof="0" dirty="0"/>
              <a:t> at </a:t>
            </a:r>
            <a:r>
              <a:rPr lang="en-GB" noProof="0" dirty="0" err="1"/>
              <a:t>sagittis</a:t>
            </a:r>
            <a:r>
              <a:rPr lang="en-GB" noProof="0" dirty="0"/>
              <a:t>. Vestibulum in </a:t>
            </a:r>
            <a:r>
              <a:rPr lang="en-GB" noProof="0" dirty="0" err="1"/>
              <a:t>consequat</a:t>
            </a:r>
            <a:r>
              <a:rPr lang="en-GB" noProof="0" dirty="0"/>
              <a:t> lorem.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varius</a:t>
            </a:r>
            <a:r>
              <a:rPr lang="en-GB" noProof="0" dirty="0"/>
              <a:t> eros </a:t>
            </a:r>
            <a:r>
              <a:rPr lang="en-GB" noProof="0" dirty="0" err="1"/>
              <a:t>lectus</a:t>
            </a:r>
            <a:r>
              <a:rPr lang="en-GB" noProof="0" dirty="0"/>
              <a:t>, ac </a:t>
            </a:r>
            <a:r>
              <a:rPr lang="en-GB" noProof="0" dirty="0" err="1"/>
              <a:t>scelerisque</a:t>
            </a:r>
            <a:r>
              <a:rPr lang="en-GB" noProof="0" dirty="0"/>
              <a:t> ipsum </a:t>
            </a:r>
            <a:r>
              <a:rPr lang="en-GB" noProof="0" dirty="0" err="1"/>
              <a:t>porttitor</a:t>
            </a:r>
            <a:r>
              <a:rPr lang="en-GB" noProof="0" dirty="0"/>
              <a:t> id. </a:t>
            </a:r>
            <a:r>
              <a:rPr lang="en-GB" noProof="0" dirty="0" err="1"/>
              <a:t>Nullam</a:t>
            </a:r>
            <a:r>
              <a:rPr lang="en-GB" noProof="0" dirty="0"/>
              <a:t> </a:t>
            </a:r>
            <a:r>
              <a:rPr lang="en-GB" noProof="0" dirty="0" err="1"/>
              <a:t>turpis</a:t>
            </a:r>
            <a:r>
              <a:rPr lang="en-GB" noProof="0" dirty="0"/>
              <a:t> </a:t>
            </a:r>
            <a:r>
              <a:rPr lang="en-GB" noProof="0" dirty="0" err="1"/>
              <a:t>est</a:t>
            </a:r>
            <a:r>
              <a:rPr lang="en-GB" noProof="0" dirty="0"/>
              <a:t>, </a:t>
            </a:r>
            <a:r>
              <a:rPr lang="en-GB" noProof="0" dirty="0" err="1"/>
              <a:t>rutrum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vestibulum et, </a:t>
            </a:r>
            <a:r>
              <a:rPr lang="en-GB" noProof="0" dirty="0" err="1"/>
              <a:t>ornare</a:t>
            </a:r>
            <a:r>
              <a:rPr lang="en-GB" noProof="0" dirty="0"/>
              <a:t> </a:t>
            </a:r>
            <a:r>
              <a:rPr lang="en-GB" noProof="0" dirty="0" err="1"/>
              <a:t>suscipit</a:t>
            </a:r>
            <a:r>
              <a:rPr lang="en-GB" noProof="0" dirty="0"/>
              <a:t> </a:t>
            </a:r>
            <a:r>
              <a:rPr lang="en-GB" noProof="0" dirty="0" err="1"/>
              <a:t>lacus</a:t>
            </a:r>
            <a:r>
              <a:rPr lang="en-GB" noProof="0" dirty="0"/>
              <a:t>. </a:t>
            </a:r>
            <a:r>
              <a:rPr lang="en-GB" noProof="0" dirty="0" err="1"/>
              <a:t>Vivamus</a:t>
            </a:r>
            <a:r>
              <a:rPr lang="en-GB" noProof="0" dirty="0"/>
              <a:t> lacinia cursus </a:t>
            </a:r>
            <a:r>
              <a:rPr lang="en-GB" noProof="0" dirty="0" err="1"/>
              <a:t>sodales</a:t>
            </a:r>
            <a:r>
              <a:rPr lang="en-GB" noProof="0" dirty="0"/>
              <a:t>. </a:t>
            </a:r>
            <a:r>
              <a:rPr lang="en-GB" noProof="0" dirty="0" err="1"/>
              <a:t>Fusce</a:t>
            </a:r>
            <a:r>
              <a:rPr lang="en-GB" noProof="0" dirty="0"/>
              <a:t>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 a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. Ut </a:t>
            </a:r>
            <a:r>
              <a:rPr lang="en-GB" noProof="0" dirty="0" err="1"/>
              <a:t>dignissim</a:t>
            </a:r>
            <a:r>
              <a:rPr lang="en-GB" noProof="0" dirty="0"/>
              <a:t> auctor </a:t>
            </a:r>
            <a:r>
              <a:rPr lang="en-GB" noProof="0" dirty="0" err="1"/>
              <a:t>posuere</a:t>
            </a:r>
            <a:r>
              <a:rPr lang="en-GB" noProof="0" dirty="0"/>
              <a:t>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risus</a:t>
            </a:r>
            <a:r>
              <a:rPr lang="en-GB" noProof="0" dirty="0"/>
              <a:t> </a:t>
            </a:r>
            <a:r>
              <a:rPr lang="en-GB" noProof="0" dirty="0" err="1"/>
              <a:t>velit</a:t>
            </a:r>
            <a:r>
              <a:rPr lang="en-GB" noProof="0" dirty="0"/>
              <a:t>,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</a:t>
            </a:r>
            <a:r>
              <a:rPr lang="en-GB" noProof="0" dirty="0" err="1"/>
              <a:t>viverra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, </a:t>
            </a:r>
            <a:r>
              <a:rPr lang="en-GB" noProof="0" dirty="0" err="1"/>
              <a:t>consequat</a:t>
            </a:r>
            <a:r>
              <a:rPr lang="en-GB" noProof="0" dirty="0"/>
              <a:t> </a:t>
            </a:r>
            <a:r>
              <a:rPr lang="en-GB" noProof="0" dirty="0" err="1"/>
              <a:t>eget</a:t>
            </a:r>
            <a:r>
              <a:rPr lang="en-GB" noProof="0" dirty="0"/>
              <a:t> </a:t>
            </a:r>
            <a:r>
              <a:rPr lang="en-GB" noProof="0" dirty="0" err="1"/>
              <a:t>massa</a:t>
            </a:r>
            <a:r>
              <a:rPr lang="en-GB" noProof="0" dirty="0"/>
              <a:t>. Integer </a:t>
            </a:r>
            <a:r>
              <a:rPr lang="en-GB" noProof="0" dirty="0" err="1"/>
              <a:t>sodales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orci</a:t>
            </a:r>
            <a:r>
              <a:rPr lang="en-GB" noProof="0" dirty="0"/>
              <a:t> et </a:t>
            </a:r>
            <a:r>
              <a:rPr lang="en-GB" noProof="0" dirty="0" err="1"/>
              <a:t>lobortis</a:t>
            </a:r>
            <a:r>
              <a:rPr lang="en-GB" noProof="0" dirty="0"/>
              <a:t>. Duis ac ipsum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nunc</a:t>
            </a:r>
            <a:r>
              <a:rPr lang="en-GB" noProof="0" dirty="0"/>
              <a:t> </a:t>
            </a:r>
            <a:r>
              <a:rPr lang="en-GB" noProof="0" dirty="0" err="1"/>
              <a:t>condimentum</a:t>
            </a:r>
            <a:r>
              <a:rPr lang="en-GB" noProof="0" dirty="0"/>
              <a:t> </a:t>
            </a:r>
            <a:r>
              <a:rPr lang="en-GB" noProof="0" dirty="0" err="1"/>
              <a:t>ornare</a:t>
            </a:r>
            <a:r>
              <a:rPr lang="en-GB" noProof="0" dirty="0"/>
              <a:t> non </a:t>
            </a:r>
            <a:r>
              <a:rPr lang="en-GB" noProof="0" dirty="0" err="1"/>
              <a:t>vel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07187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7815-FD1B-31DE-ABB6-4F87854D41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Two columns with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842B5-66F6-FF94-4C59-1E51734DB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Graphs could be swapped with images, for example.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DF6055-2128-AFCB-4F22-838EBD3EAC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.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1FBC9D63-FCC1-71B6-BC94-93B89ADC3A4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175727168"/>
              </p:ext>
            </p:extLst>
          </p:nvPr>
        </p:nvGraphicFramePr>
        <p:xfrm>
          <a:off x="376238" y="2338388"/>
          <a:ext cx="5532437" cy="318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7C061D-BDD5-1BE5-0480-EFFADCB6B6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FFDDFB54-9658-AA89-EA50-F613AD54D094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84039995"/>
              </p:ext>
            </p:extLst>
          </p:nvPr>
        </p:nvGraphicFramePr>
        <p:xfrm>
          <a:off x="6283325" y="2352675"/>
          <a:ext cx="5532438" cy="3186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29681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64C551C-7E63-1F62-7894-1B36FC66E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Three blocks with icons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35BB1F86-D93A-C920-490B-288058B71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469" y="3715087"/>
            <a:ext cx="2694483" cy="866521"/>
          </a:xfrm>
        </p:spPr>
        <p:txBody>
          <a:bodyPr/>
          <a:lstStyle/>
          <a:p>
            <a:r>
              <a:rPr lang="en-GB" noProof="0" dirty="0"/>
              <a:t>Headline and subtitle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7F9F77-B49F-C14D-7919-086345D74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sit </a:t>
            </a:r>
            <a:r>
              <a:rPr lang="en-GB" b="1" noProof="0" dirty="0" err="1"/>
              <a:t>amet</a:t>
            </a:r>
            <a:endParaRPr lang="en-GB" b="1" noProof="0" dirty="0"/>
          </a:p>
          <a:p>
            <a:r>
              <a:rPr lang="en-GB" noProof="0" dirty="0" err="1"/>
              <a:t>Cnsectetur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AE2E712-52E0-111B-BF3F-AE90440861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sit </a:t>
            </a:r>
            <a:r>
              <a:rPr lang="en-GB" b="1" noProof="0" dirty="0" err="1"/>
              <a:t>amet</a:t>
            </a:r>
            <a:endParaRPr lang="en-GB" b="1" noProof="0" dirty="0"/>
          </a:p>
          <a:p>
            <a:r>
              <a:rPr lang="en-GB" noProof="0" dirty="0" err="1"/>
              <a:t>Cnsectetur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endParaRPr lang="en-GB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79F488B-76D6-D2B2-E7BF-1D6B2F3E0F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sit </a:t>
            </a:r>
            <a:r>
              <a:rPr lang="en-GB" b="1" noProof="0" dirty="0" err="1"/>
              <a:t>amet</a:t>
            </a:r>
            <a:endParaRPr lang="en-GB" b="1" noProof="0" dirty="0"/>
          </a:p>
          <a:p>
            <a:r>
              <a:rPr lang="en-GB" noProof="0" dirty="0" err="1"/>
              <a:t>Cnsectetur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endParaRPr lang="en-GB" noProof="0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251F59A-5486-F489-8701-1FBBD21668B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50B26-6AFA-D745-9281-8CF39257F18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D4A5F2-EFDB-A781-38AE-7B012B381D1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07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3D34CF-0D16-867B-6ECD-63CDB841F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001" y="602566"/>
            <a:ext cx="10374405" cy="825182"/>
          </a:xfrm>
        </p:spPr>
        <p:txBody>
          <a:bodyPr/>
          <a:lstStyle/>
          <a:p>
            <a:r>
              <a:rPr lang="en-GB" noProof="0" dirty="0"/>
              <a:t>Two columns on a card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4944E5-EF84-FC5B-28AC-65988545A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469" y="1473038"/>
            <a:ext cx="8937910" cy="866521"/>
          </a:xfrm>
        </p:spPr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3C5989-9A0B-BCAA-859F-D993DE050B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1838" y="2094581"/>
            <a:ext cx="4931025" cy="3233737"/>
          </a:xfrm>
        </p:spPr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r>
              <a:rPr lang="en-GB" noProof="0" dirty="0"/>
              <a:t>Vestibulum </a:t>
            </a:r>
            <a:r>
              <a:rPr lang="en-GB" noProof="0" dirty="0" err="1"/>
              <a:t>rhoncus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erat</a:t>
            </a:r>
            <a:r>
              <a:rPr lang="en-GB" noProof="0" dirty="0"/>
              <a:t> at </a:t>
            </a:r>
            <a:r>
              <a:rPr lang="en-GB" noProof="0" dirty="0" err="1"/>
              <a:t>sagittis</a:t>
            </a:r>
            <a:r>
              <a:rPr lang="en-GB" noProof="0" dirty="0"/>
              <a:t>. Vestibulum in </a:t>
            </a:r>
            <a:r>
              <a:rPr lang="en-GB" noProof="0" dirty="0" err="1"/>
              <a:t>consequat</a:t>
            </a:r>
            <a:r>
              <a:rPr lang="en-GB" noProof="0" dirty="0"/>
              <a:t> lorem.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varius</a:t>
            </a:r>
            <a:r>
              <a:rPr lang="en-GB" noProof="0" dirty="0"/>
              <a:t> eros </a:t>
            </a:r>
            <a:r>
              <a:rPr lang="en-GB" noProof="0" dirty="0" err="1"/>
              <a:t>lectus</a:t>
            </a:r>
            <a:r>
              <a:rPr lang="en-GB" noProof="0" dirty="0"/>
              <a:t>, ac </a:t>
            </a:r>
            <a:r>
              <a:rPr lang="en-GB" noProof="0" dirty="0" err="1"/>
              <a:t>scelerisque</a:t>
            </a:r>
            <a:r>
              <a:rPr lang="en-GB" noProof="0" dirty="0"/>
              <a:t> ipsum </a:t>
            </a:r>
            <a:r>
              <a:rPr lang="en-GB" noProof="0" dirty="0" err="1"/>
              <a:t>porttitor</a:t>
            </a:r>
            <a:r>
              <a:rPr lang="en-GB" noProof="0" dirty="0"/>
              <a:t> id. </a:t>
            </a:r>
            <a:r>
              <a:rPr lang="en-GB" noProof="0" dirty="0" err="1"/>
              <a:t>Nullam</a:t>
            </a:r>
            <a:r>
              <a:rPr lang="en-GB" noProof="0" dirty="0"/>
              <a:t> </a:t>
            </a:r>
            <a:r>
              <a:rPr lang="en-GB" noProof="0" dirty="0" err="1"/>
              <a:t>turpis</a:t>
            </a:r>
            <a:r>
              <a:rPr lang="en-GB" noProof="0" dirty="0"/>
              <a:t> </a:t>
            </a:r>
            <a:r>
              <a:rPr lang="en-GB" noProof="0" dirty="0" err="1"/>
              <a:t>est</a:t>
            </a:r>
            <a:r>
              <a:rPr lang="en-GB" noProof="0" dirty="0"/>
              <a:t>, </a:t>
            </a:r>
            <a:r>
              <a:rPr lang="en-GB" noProof="0" dirty="0" err="1"/>
              <a:t>rutrum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vestibulum et, </a:t>
            </a:r>
            <a:r>
              <a:rPr lang="en-GB" noProof="0" dirty="0" err="1"/>
              <a:t>ornare</a:t>
            </a:r>
            <a:r>
              <a:rPr lang="en-GB" noProof="0" dirty="0"/>
              <a:t> </a:t>
            </a:r>
            <a:r>
              <a:rPr lang="en-GB" noProof="0" dirty="0" err="1"/>
              <a:t>suscipit</a:t>
            </a:r>
            <a:r>
              <a:rPr lang="en-GB" noProof="0" dirty="0"/>
              <a:t> </a:t>
            </a:r>
            <a:r>
              <a:rPr lang="en-GB" noProof="0" dirty="0" err="1"/>
              <a:t>lacus</a:t>
            </a:r>
            <a:r>
              <a:rPr lang="en-GB" noProof="0" dirty="0"/>
              <a:t>. </a:t>
            </a:r>
            <a:r>
              <a:rPr lang="en-GB" noProof="0" dirty="0" err="1"/>
              <a:t>Vivamus</a:t>
            </a:r>
            <a:r>
              <a:rPr lang="en-GB" noProof="0" dirty="0"/>
              <a:t> lacinia cursus </a:t>
            </a:r>
            <a:r>
              <a:rPr lang="en-GB" noProof="0" dirty="0" err="1"/>
              <a:t>sodales</a:t>
            </a:r>
            <a:r>
              <a:rPr lang="en-GB" noProof="0" dirty="0"/>
              <a:t>. </a:t>
            </a:r>
            <a:r>
              <a:rPr lang="en-GB" noProof="0" dirty="0" err="1"/>
              <a:t>Fusce</a:t>
            </a:r>
            <a:r>
              <a:rPr lang="en-GB" noProof="0" dirty="0"/>
              <a:t>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 a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. Ut </a:t>
            </a:r>
            <a:r>
              <a:rPr lang="en-GB" noProof="0" dirty="0" err="1"/>
              <a:t>dignissim</a:t>
            </a:r>
            <a:r>
              <a:rPr lang="en-GB" noProof="0" dirty="0"/>
              <a:t> auctor </a:t>
            </a:r>
            <a:r>
              <a:rPr lang="en-GB" noProof="0" dirty="0" err="1"/>
              <a:t>posuere</a:t>
            </a:r>
            <a:r>
              <a:rPr lang="en-GB" noProof="0" dirty="0"/>
              <a:t>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risus</a:t>
            </a:r>
            <a:r>
              <a:rPr lang="en-GB" noProof="0" dirty="0"/>
              <a:t> </a:t>
            </a:r>
            <a:r>
              <a:rPr lang="en-GB" noProof="0" dirty="0" err="1"/>
              <a:t>velit</a:t>
            </a:r>
            <a:r>
              <a:rPr lang="en-GB" noProof="0" dirty="0"/>
              <a:t>,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</a:t>
            </a:r>
            <a:r>
              <a:rPr lang="en-GB" noProof="0" dirty="0" err="1"/>
              <a:t>viverra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, </a:t>
            </a:r>
            <a:r>
              <a:rPr lang="en-GB" noProof="0" dirty="0" err="1"/>
              <a:t>consequat</a:t>
            </a:r>
            <a:r>
              <a:rPr lang="en-GB" noProof="0" dirty="0"/>
              <a:t> </a:t>
            </a:r>
            <a:r>
              <a:rPr lang="en-GB" noProof="0" dirty="0" err="1"/>
              <a:t>eget</a:t>
            </a:r>
            <a:r>
              <a:rPr lang="en-GB" noProof="0" dirty="0"/>
              <a:t> </a:t>
            </a:r>
            <a:r>
              <a:rPr lang="en-GB" noProof="0" dirty="0" err="1"/>
              <a:t>massa</a:t>
            </a:r>
            <a:r>
              <a:rPr lang="en-GB" noProof="0" dirty="0"/>
              <a:t>. Integer </a:t>
            </a:r>
            <a:r>
              <a:rPr lang="en-GB" noProof="0" dirty="0" err="1"/>
              <a:t>sodales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orci</a:t>
            </a:r>
            <a:r>
              <a:rPr lang="en-GB" noProof="0" dirty="0"/>
              <a:t> et </a:t>
            </a:r>
            <a:r>
              <a:rPr lang="en-GB" noProof="0" dirty="0" err="1"/>
              <a:t>lobortis</a:t>
            </a:r>
            <a:r>
              <a:rPr lang="en-GB" noProof="0" dirty="0"/>
              <a:t>. Duis ac ipsum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nunc</a:t>
            </a:r>
            <a:r>
              <a:rPr lang="en-GB" noProof="0" dirty="0"/>
              <a:t> condiment.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D7AEA5-7A73-67AA-3C31-6D445DCF25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1354" y="2094581"/>
            <a:ext cx="4931025" cy="3233737"/>
          </a:xfrm>
        </p:spPr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, </a:t>
            </a:r>
            <a:r>
              <a:rPr lang="en-GB" noProof="0" dirty="0" err="1"/>
              <a:t>vehicula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 et, cursus </a:t>
            </a:r>
            <a:r>
              <a:rPr lang="en-GB" noProof="0" dirty="0" err="1"/>
              <a:t>enim</a:t>
            </a:r>
            <a:r>
              <a:rPr lang="en-GB" noProof="0" dirty="0"/>
              <a:t>. Cras </a:t>
            </a:r>
            <a:r>
              <a:rPr lang="en-GB" noProof="0" dirty="0" err="1"/>
              <a:t>hendrerit</a:t>
            </a:r>
            <a:r>
              <a:rPr lang="en-GB" noProof="0" dirty="0"/>
              <a:t> eros a ex auctor </a:t>
            </a:r>
            <a:r>
              <a:rPr lang="en-GB" noProof="0" dirty="0" err="1"/>
              <a:t>rutrum</a:t>
            </a:r>
            <a:r>
              <a:rPr lang="en-GB" noProof="0" dirty="0"/>
              <a:t>. </a:t>
            </a:r>
            <a:r>
              <a:rPr lang="en-GB" noProof="0" dirty="0" err="1"/>
              <a:t>Mauris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 ex at ipsum </a:t>
            </a:r>
            <a:r>
              <a:rPr lang="en-GB" noProof="0" dirty="0" err="1"/>
              <a:t>dignissim</a:t>
            </a:r>
            <a:r>
              <a:rPr lang="en-GB" noProof="0" dirty="0"/>
              <a:t> pulvinar non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neque</a:t>
            </a:r>
            <a:r>
              <a:rPr lang="en-GB" noProof="0" dirty="0"/>
              <a:t>. Sed </a:t>
            </a:r>
            <a:r>
              <a:rPr lang="en-GB" noProof="0" dirty="0" err="1"/>
              <a:t>sollicitudin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non </a:t>
            </a:r>
            <a:r>
              <a:rPr lang="en-GB" noProof="0" dirty="0" err="1"/>
              <a:t>velit</a:t>
            </a:r>
            <a:r>
              <a:rPr lang="en-GB" noProof="0" dirty="0"/>
              <a:t> cursus pulvinar. </a:t>
            </a:r>
            <a:r>
              <a:rPr lang="en-GB" noProof="0" dirty="0" err="1"/>
              <a:t>Quisque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 eros sit </a:t>
            </a:r>
            <a:r>
              <a:rPr lang="en-GB" noProof="0" dirty="0" err="1"/>
              <a:t>amet</a:t>
            </a:r>
            <a:r>
              <a:rPr lang="en-GB" noProof="0" dirty="0"/>
              <a:t> </a:t>
            </a:r>
            <a:r>
              <a:rPr lang="en-GB" noProof="0" dirty="0" err="1"/>
              <a:t>tortor</a:t>
            </a:r>
            <a:r>
              <a:rPr lang="en-GB" noProof="0" dirty="0"/>
              <a:t> </a:t>
            </a:r>
            <a:r>
              <a:rPr lang="en-GB" noProof="0" dirty="0" err="1"/>
              <a:t>scelerisque</a:t>
            </a:r>
            <a:r>
              <a:rPr lang="en-GB" noProof="0" dirty="0"/>
              <a:t> lacinia. Nunc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dapibus</a:t>
            </a:r>
            <a:r>
              <a:rPr lang="en-GB" noProof="0" dirty="0"/>
              <a:t> semper.</a:t>
            </a:r>
          </a:p>
          <a:p>
            <a:r>
              <a:rPr lang="en-GB" noProof="0" dirty="0"/>
              <a:t>Vestibulum </a:t>
            </a:r>
            <a:r>
              <a:rPr lang="en-GB" noProof="0" dirty="0" err="1"/>
              <a:t>rhoncus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erat</a:t>
            </a:r>
            <a:r>
              <a:rPr lang="en-GB" noProof="0" dirty="0"/>
              <a:t> at </a:t>
            </a:r>
            <a:r>
              <a:rPr lang="en-GB" noProof="0" dirty="0" err="1"/>
              <a:t>sagittis</a:t>
            </a:r>
            <a:r>
              <a:rPr lang="en-GB" noProof="0" dirty="0"/>
              <a:t>. Vestibulum in </a:t>
            </a:r>
            <a:r>
              <a:rPr lang="en-GB" noProof="0" dirty="0" err="1"/>
              <a:t>consequat</a:t>
            </a:r>
            <a:r>
              <a:rPr lang="en-GB" noProof="0" dirty="0"/>
              <a:t> lorem.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varius</a:t>
            </a:r>
            <a:r>
              <a:rPr lang="en-GB" noProof="0" dirty="0"/>
              <a:t> eros </a:t>
            </a:r>
            <a:r>
              <a:rPr lang="en-GB" noProof="0" dirty="0" err="1"/>
              <a:t>lectus</a:t>
            </a:r>
            <a:r>
              <a:rPr lang="en-GB" noProof="0" dirty="0"/>
              <a:t>, ac </a:t>
            </a:r>
            <a:r>
              <a:rPr lang="en-GB" noProof="0" dirty="0" err="1"/>
              <a:t>scelerisque</a:t>
            </a:r>
            <a:r>
              <a:rPr lang="en-GB" noProof="0" dirty="0"/>
              <a:t> ipsum </a:t>
            </a:r>
            <a:r>
              <a:rPr lang="en-GB" noProof="0" dirty="0" err="1"/>
              <a:t>porttitor</a:t>
            </a:r>
            <a:r>
              <a:rPr lang="en-GB" noProof="0" dirty="0"/>
              <a:t> id. </a:t>
            </a:r>
            <a:r>
              <a:rPr lang="en-GB" noProof="0" dirty="0" err="1"/>
              <a:t>Nullam</a:t>
            </a:r>
            <a:r>
              <a:rPr lang="en-GB" noProof="0" dirty="0"/>
              <a:t> </a:t>
            </a:r>
            <a:r>
              <a:rPr lang="en-GB" noProof="0" dirty="0" err="1"/>
              <a:t>turpis</a:t>
            </a:r>
            <a:r>
              <a:rPr lang="en-GB" noProof="0" dirty="0"/>
              <a:t> </a:t>
            </a:r>
            <a:r>
              <a:rPr lang="en-GB" noProof="0" dirty="0" err="1"/>
              <a:t>est</a:t>
            </a:r>
            <a:r>
              <a:rPr lang="en-GB" noProof="0" dirty="0"/>
              <a:t>, </a:t>
            </a:r>
            <a:r>
              <a:rPr lang="en-GB" noProof="0" dirty="0" err="1"/>
              <a:t>rutrum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vestibulum et, </a:t>
            </a:r>
            <a:r>
              <a:rPr lang="en-GB" noProof="0" dirty="0" err="1"/>
              <a:t>ornare</a:t>
            </a:r>
            <a:r>
              <a:rPr lang="en-GB" noProof="0" dirty="0"/>
              <a:t> </a:t>
            </a:r>
            <a:r>
              <a:rPr lang="en-GB" noProof="0" dirty="0" err="1"/>
              <a:t>suscipit</a:t>
            </a:r>
            <a:r>
              <a:rPr lang="en-GB" noProof="0" dirty="0"/>
              <a:t> </a:t>
            </a:r>
            <a:r>
              <a:rPr lang="en-GB" noProof="0" dirty="0" err="1"/>
              <a:t>lacus</a:t>
            </a:r>
            <a:r>
              <a:rPr lang="en-GB" noProof="0" dirty="0"/>
              <a:t>. </a:t>
            </a:r>
            <a:r>
              <a:rPr lang="en-GB" noProof="0" dirty="0" err="1"/>
              <a:t>Vivamus</a:t>
            </a:r>
            <a:r>
              <a:rPr lang="en-GB" noProof="0" dirty="0"/>
              <a:t> lacinia cursus </a:t>
            </a:r>
            <a:r>
              <a:rPr lang="en-GB" noProof="0" dirty="0" err="1"/>
              <a:t>sodales</a:t>
            </a:r>
            <a:r>
              <a:rPr lang="en-GB" noProof="0" dirty="0"/>
              <a:t>. </a:t>
            </a:r>
            <a:r>
              <a:rPr lang="en-GB" noProof="0" dirty="0" err="1"/>
              <a:t>Fusce</a:t>
            </a:r>
            <a:r>
              <a:rPr lang="en-GB" noProof="0" dirty="0"/>
              <a:t>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nulla</a:t>
            </a:r>
            <a:r>
              <a:rPr lang="en-GB" noProof="0" dirty="0"/>
              <a:t> a </a:t>
            </a:r>
            <a:r>
              <a:rPr lang="en-GB" noProof="0" dirty="0" err="1"/>
              <a:t>elit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 </a:t>
            </a:r>
            <a:r>
              <a:rPr lang="en-GB" noProof="0" dirty="0" err="1"/>
              <a:t>tincidunt</a:t>
            </a:r>
            <a:r>
              <a:rPr lang="en-GB" noProof="0" dirty="0"/>
              <a:t>. Ut </a:t>
            </a:r>
            <a:r>
              <a:rPr lang="en-GB" noProof="0" dirty="0" err="1"/>
              <a:t>dignissim</a:t>
            </a:r>
            <a:r>
              <a:rPr lang="en-GB" noProof="0" dirty="0"/>
              <a:t> auctor </a:t>
            </a:r>
            <a:r>
              <a:rPr lang="en-GB" noProof="0" dirty="0" err="1"/>
              <a:t>posuere</a:t>
            </a:r>
            <a:r>
              <a:rPr lang="en-GB" noProof="0" dirty="0"/>
              <a:t>. </a:t>
            </a:r>
            <a:r>
              <a:rPr lang="en-GB" noProof="0" dirty="0" err="1"/>
              <a:t>Pellentesque</a:t>
            </a:r>
            <a:r>
              <a:rPr lang="en-GB" noProof="0" dirty="0"/>
              <a:t> </a:t>
            </a:r>
            <a:r>
              <a:rPr lang="en-GB" noProof="0" dirty="0" err="1"/>
              <a:t>risus</a:t>
            </a:r>
            <a:r>
              <a:rPr lang="en-GB" noProof="0" dirty="0"/>
              <a:t> </a:t>
            </a:r>
            <a:r>
              <a:rPr lang="en-GB" noProof="0" dirty="0" err="1"/>
              <a:t>velit</a:t>
            </a:r>
            <a:r>
              <a:rPr lang="en-GB" noProof="0" dirty="0"/>
              <a:t>, </a:t>
            </a:r>
            <a:r>
              <a:rPr lang="en-GB" noProof="0" dirty="0" err="1"/>
              <a:t>interdum</a:t>
            </a:r>
            <a:r>
              <a:rPr lang="en-GB" noProof="0" dirty="0"/>
              <a:t> </a:t>
            </a:r>
            <a:r>
              <a:rPr lang="en-GB" noProof="0" dirty="0" err="1"/>
              <a:t>sed</a:t>
            </a:r>
            <a:r>
              <a:rPr lang="en-GB" noProof="0" dirty="0"/>
              <a:t> </a:t>
            </a:r>
            <a:r>
              <a:rPr lang="en-GB" noProof="0" dirty="0" err="1"/>
              <a:t>viverra</a:t>
            </a:r>
            <a:r>
              <a:rPr lang="en-GB" noProof="0" dirty="0"/>
              <a:t> </a:t>
            </a:r>
            <a:r>
              <a:rPr lang="en-GB" noProof="0" dirty="0" err="1"/>
              <a:t>ut</a:t>
            </a:r>
            <a:r>
              <a:rPr lang="en-GB" noProof="0" dirty="0"/>
              <a:t>, </a:t>
            </a:r>
            <a:r>
              <a:rPr lang="en-GB" noProof="0" dirty="0" err="1"/>
              <a:t>consequat</a:t>
            </a:r>
            <a:r>
              <a:rPr lang="en-GB" noProof="0" dirty="0"/>
              <a:t> </a:t>
            </a:r>
            <a:r>
              <a:rPr lang="en-GB" noProof="0" dirty="0" err="1"/>
              <a:t>eget</a:t>
            </a:r>
            <a:r>
              <a:rPr lang="en-GB" noProof="0" dirty="0"/>
              <a:t> </a:t>
            </a:r>
            <a:r>
              <a:rPr lang="en-GB" noProof="0" dirty="0" err="1"/>
              <a:t>massa</a:t>
            </a:r>
            <a:r>
              <a:rPr lang="en-GB" noProof="0" dirty="0"/>
              <a:t>. Integer </a:t>
            </a:r>
            <a:r>
              <a:rPr lang="en-GB" noProof="0" dirty="0" err="1"/>
              <a:t>sodales</a:t>
            </a:r>
            <a:r>
              <a:rPr lang="en-GB" noProof="0" dirty="0"/>
              <a:t> </a:t>
            </a:r>
            <a:r>
              <a:rPr lang="en-GB" noProof="0" dirty="0" err="1"/>
              <a:t>imperdiet</a:t>
            </a:r>
            <a:r>
              <a:rPr lang="en-GB" noProof="0" dirty="0"/>
              <a:t> </a:t>
            </a:r>
            <a:r>
              <a:rPr lang="en-GB" noProof="0" dirty="0" err="1"/>
              <a:t>orci</a:t>
            </a:r>
            <a:r>
              <a:rPr lang="en-GB" noProof="0" dirty="0"/>
              <a:t> et </a:t>
            </a:r>
            <a:r>
              <a:rPr lang="en-GB" noProof="0" dirty="0" err="1"/>
              <a:t>lobortis</a:t>
            </a:r>
            <a:r>
              <a:rPr lang="en-GB" noProof="0" dirty="0"/>
              <a:t>. Duis ac ipsum </a:t>
            </a:r>
            <a:r>
              <a:rPr lang="en-GB" noProof="0" dirty="0" err="1"/>
              <a:t>quis</a:t>
            </a:r>
            <a:r>
              <a:rPr lang="en-GB" noProof="0" dirty="0"/>
              <a:t> </a:t>
            </a:r>
            <a:r>
              <a:rPr lang="en-GB" noProof="0" dirty="0" err="1"/>
              <a:t>nunc</a:t>
            </a:r>
            <a:r>
              <a:rPr lang="en-GB" noProof="0" dirty="0"/>
              <a:t> </a:t>
            </a:r>
            <a:r>
              <a:rPr lang="en-GB" noProof="0" dirty="0" err="1"/>
              <a:t>condimentum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3660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0EC934-8780-0AB5-DF16-635BDA717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Inspired pull quote</a:t>
            </a:r>
            <a:br>
              <a:rPr lang="en-GB" noProof="0" dirty="0"/>
            </a:b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8400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A79A-FD78-E7AE-0F16-C2DF25622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Inspired pull quote</a:t>
            </a:r>
            <a:br>
              <a:rPr lang="en-GB" noProof="0" dirty="0"/>
            </a:br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7420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A6D40DC-B688-5E49-5C34-00BAE11F9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8-box layout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2A0357E0-5D17-BEA9-3E74-429B4A18EC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endParaRPr lang="en-GB" noProof="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07769AB-73F5-31E7-2904-466048089C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3529E60-0FAD-AE3A-61E6-0B5B79039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42331D05-F4E3-1DDA-D3F4-067CAC1A30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4EAAFEE3-CA79-6C17-39A0-1485F6034A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CA39C0E-C88E-A481-56D3-4F17565A6A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F7EFE92-5D98-0959-B9A2-233FC6639B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50195B2F-A5B8-ECB8-4F73-6122C85489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77A67FD-0C0B-D351-EBAC-6BFCBDB5C7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35299A-9745-2F15-85F7-AC1EA685CB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noProof="0" dirty="0"/>
              <a:t>01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B0D5A0-5812-096D-1CDB-7556F0DF37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noProof="0" dirty="0"/>
              <a:t>02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ECBDFB3-886F-A815-793B-D8BA3E4009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noProof="0" dirty="0"/>
              <a:t>03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53EAF32-76D1-F55A-B7E1-A94717357C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noProof="0" dirty="0"/>
              <a:t>04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210A503-A938-4F03-7451-163EDB29CE7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noProof="0" dirty="0"/>
              <a:t>05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4125AB4-8485-2290-3AE9-41E72A3CA8A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noProof="0" dirty="0"/>
              <a:t>06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36A1BA8-6BA6-982D-0E5E-18496CAE21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 noProof="0" dirty="0"/>
              <a:t>07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A792583-10E0-A777-A7A7-B5A7AAB622D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noProof="0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9272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A9FC-F635-E24C-D59A-7A93C0EA8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6-box layout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26C0D-1647-0000-49D5-2A6EC956AF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D3D798-8EDA-FFED-1A6B-55AB3C748A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</a:t>
            </a:r>
          </a:p>
          <a:p>
            <a:r>
              <a:rPr lang="en-GB" noProof="0" dirty="0"/>
              <a:t>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BA616E-9143-DD84-670E-7DC8E2A54B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2BD13C-6223-A6B8-FCE9-E4E8D2A051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</a:t>
            </a:r>
          </a:p>
          <a:p>
            <a:r>
              <a:rPr lang="en-GB" noProof="0" dirty="0"/>
              <a:t>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27827D-D7D8-564C-52E7-5BD859977B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F24608-95E6-219E-DF3D-19CDD05D6E6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</a:t>
            </a:r>
          </a:p>
          <a:p>
            <a:r>
              <a:rPr lang="en-GB" noProof="0" dirty="0"/>
              <a:t>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044A44E-1CE3-BAF2-82D0-CD4BD95A678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D8C1C8-E64A-FD32-A55A-E8E502C961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</a:t>
            </a:r>
          </a:p>
          <a:p>
            <a:r>
              <a:rPr lang="en-GB" noProof="0" dirty="0"/>
              <a:t>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C593049-C2F0-2DFD-E4B5-2D2B03155F8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B03EAF2-C700-FF0D-8B44-328A926B67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</a:t>
            </a:r>
          </a:p>
          <a:p>
            <a:r>
              <a:rPr lang="en-GB" noProof="0" dirty="0"/>
              <a:t>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A075B1C-C058-265C-7E18-EA39AD693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177FEA1-8BA9-1A79-8A56-44DE527CD9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</a:t>
            </a:r>
          </a:p>
          <a:p>
            <a:r>
              <a:rPr lang="en-GB" noProof="0" dirty="0"/>
              <a:t>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5BA4896-E8A6-10CD-77EE-F9FBEBF48C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23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5266-D272-54D7-3F3C-C88F086F9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4-box layout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B286A-9F37-FB03-A45F-2FAD46F4A4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0" noProof="0" dirty="0"/>
              <a:t>For team introduction, or other purposes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30676A-7658-E99F-4F63-47CCD1B884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sit </a:t>
            </a:r>
            <a:r>
              <a:rPr lang="en-GB" b="1" noProof="0" dirty="0" err="1"/>
              <a:t>amet</a:t>
            </a:r>
            <a:endParaRPr lang="en-GB" b="1" noProof="0" dirty="0"/>
          </a:p>
          <a:p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3F493D-8C1C-38E1-18F7-73979263C0F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sit </a:t>
            </a:r>
            <a:r>
              <a:rPr lang="en-GB" b="1" noProof="0" dirty="0" err="1"/>
              <a:t>amet</a:t>
            </a:r>
            <a:endParaRPr lang="en-GB" b="1" noProof="0" dirty="0"/>
          </a:p>
          <a:p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C505A05-E58C-86E9-296A-63EA0F89B3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sit </a:t>
            </a:r>
            <a:r>
              <a:rPr lang="en-GB" b="1" noProof="0" dirty="0" err="1"/>
              <a:t>amet</a:t>
            </a:r>
            <a:endParaRPr lang="en-GB" b="1" noProof="0" dirty="0"/>
          </a:p>
          <a:p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70B742B-E3BC-6970-5E9F-BFAB8CA3C8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GB" b="1" noProof="0" dirty="0"/>
              <a:t>Lorem ipsum </a:t>
            </a:r>
            <a:r>
              <a:rPr lang="en-GB" b="1" noProof="0" dirty="0" err="1"/>
              <a:t>dolor</a:t>
            </a:r>
            <a:r>
              <a:rPr lang="en-GB" b="1" noProof="0" dirty="0"/>
              <a:t> sit </a:t>
            </a:r>
            <a:r>
              <a:rPr lang="en-GB" b="1" noProof="0" dirty="0" err="1"/>
              <a:t>amet</a:t>
            </a:r>
            <a:endParaRPr lang="en-GB" b="1" noProof="0" dirty="0"/>
          </a:p>
          <a:p>
            <a:r>
              <a:rPr lang="en-GB" noProof="0" dirty="0" err="1"/>
              <a:t>Consectetur</a:t>
            </a:r>
            <a:r>
              <a:rPr lang="en-GB" noProof="0" dirty="0"/>
              <a:t> </a:t>
            </a:r>
            <a:r>
              <a:rPr lang="en-GB" noProof="0" dirty="0" err="1"/>
              <a:t>adipiscing</a:t>
            </a:r>
            <a:r>
              <a:rPr lang="en-GB" noProof="0" dirty="0"/>
              <a:t> </a:t>
            </a:r>
            <a:r>
              <a:rPr lang="en-GB" noProof="0" dirty="0" err="1"/>
              <a:t>elit</a:t>
            </a:r>
            <a:r>
              <a:rPr lang="en-GB" noProof="0" dirty="0"/>
              <a:t>. </a:t>
            </a:r>
            <a:r>
              <a:rPr lang="en-GB" noProof="0" dirty="0" err="1"/>
              <a:t>Nulla</a:t>
            </a:r>
            <a:r>
              <a:rPr lang="en-GB" noProof="0" dirty="0"/>
              <a:t> id </a:t>
            </a:r>
            <a:r>
              <a:rPr lang="en-GB" noProof="0" dirty="0" err="1"/>
              <a:t>efficitur</a:t>
            </a:r>
            <a:r>
              <a:rPr lang="en-GB" noProof="0" dirty="0"/>
              <a:t> eros. Nam </a:t>
            </a:r>
            <a:r>
              <a:rPr lang="en-GB" noProof="0" dirty="0" err="1"/>
              <a:t>aliquam</a:t>
            </a:r>
            <a:r>
              <a:rPr lang="en-GB" noProof="0" dirty="0"/>
              <a:t> </a:t>
            </a:r>
            <a:r>
              <a:rPr lang="en-GB" noProof="0" dirty="0" err="1"/>
              <a:t>dolor</a:t>
            </a:r>
            <a:r>
              <a:rPr lang="en-GB" noProof="0" dirty="0"/>
              <a:t> id </a:t>
            </a:r>
            <a:r>
              <a:rPr lang="en-GB" noProof="0" dirty="0" err="1"/>
              <a:t>nisl</a:t>
            </a:r>
            <a:r>
              <a:rPr lang="en-GB" noProof="0" dirty="0"/>
              <a:t> </a:t>
            </a:r>
            <a:r>
              <a:rPr lang="en-GB" noProof="0" dirty="0" err="1"/>
              <a:t>luctus</a:t>
            </a:r>
            <a:r>
              <a:rPr lang="en-GB" noProof="0" dirty="0"/>
              <a:t>, non auctor </a:t>
            </a:r>
            <a:r>
              <a:rPr lang="en-GB" noProof="0" dirty="0" err="1"/>
              <a:t>justo</a:t>
            </a:r>
            <a:r>
              <a:rPr lang="en-GB" noProof="0" dirty="0"/>
              <a:t> </a:t>
            </a:r>
            <a:r>
              <a:rPr lang="en-GB" noProof="0" dirty="0" err="1"/>
              <a:t>dignissim</a:t>
            </a:r>
            <a:r>
              <a:rPr lang="en-GB" noProof="0" dirty="0"/>
              <a:t>. Morbi ac ipsum </a:t>
            </a:r>
            <a:r>
              <a:rPr lang="en-GB" noProof="0" dirty="0" err="1"/>
              <a:t>imperdiet</a:t>
            </a:r>
            <a:r>
              <a:rPr lang="en-GB" noProof="0" dirty="0"/>
              <a:t>.</a:t>
            </a:r>
          </a:p>
          <a:p>
            <a:endParaRPr lang="en-GB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6E12A1-3F92-3AAF-5EF0-3CA9A73971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B90BC50-0E78-E80C-048C-A318F212F4F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AC60038-4BE1-3E16-D883-E44E78B3E6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815F763-EF50-5262-0F14-B9BDB9588ED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53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731D-B41D-8D46-76E7-33490838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endParaRPr lang="en-GB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CBB4F-7F41-F4A1-2F6C-CE9C290D4D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497E3-8C54-C6FE-90CF-C5C9F9E66D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6EC71-D58C-D43F-595F-7E8E321946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7EE999-50D5-5DDB-033B-6D7F6E65B2D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D6C23C-36AF-7981-883A-AAB5507F96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7AAC1F-90D6-3274-D9C1-9C13DD37397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CCA839-E2BF-C332-3F90-9DD6A87C7DD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69EAAD-2759-FC80-D96D-7DDF121BD6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1BD3CB-D6AF-0716-9EC0-DABF964F90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0AC8757-4FA6-5249-B0AC-8C7A80ED91C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8C6E669-D23B-DE45-2B6F-3789D4FCD4F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048590-F405-0F61-0FCC-EAC6102F4B0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E32245C-F2D6-6365-B2D7-335792518D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2A8B749-9EF9-D46E-0223-DD77291099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8BF69E3-4251-3658-1F10-D1A8F0A0D2D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  <a:p>
            <a:r>
              <a:rPr lang="en-GB" noProof="0" dirty="0"/>
              <a:t>Lorem ipsum </a:t>
            </a:r>
            <a:r>
              <a:rPr lang="en-GB" noProof="0" dirty="0" err="1"/>
              <a:t>dolor</a:t>
            </a:r>
            <a:r>
              <a:rPr lang="en-GB" noProof="0" dirty="0"/>
              <a:t> sit </a:t>
            </a:r>
            <a:r>
              <a:rPr lang="en-GB" noProof="0" dirty="0" err="1"/>
              <a:t>amet</a:t>
            </a:r>
            <a:r>
              <a:rPr lang="en-GB" noProof="0" dirty="0"/>
              <a:t>, </a:t>
            </a:r>
            <a:r>
              <a:rPr lang="en-GB" noProof="0" dirty="0" err="1"/>
              <a:t>consectetur</a:t>
            </a:r>
            <a:r>
              <a:rPr lang="en-GB" noProof="0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2C19BF8-0260-1647-496F-4972B77AF4D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 noProof="0" dirty="0"/>
              <a:t>Point one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C655610-F730-C4B3-9E90-06B974EAFD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GB" noProof="0" dirty="0"/>
              <a:t>Point two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42C2C42-2823-1910-4736-D0EE71C4B38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GB" noProof="0" dirty="0"/>
              <a:t>Point three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D6E6767-EB39-500E-F0B1-99FC1EEEA6F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GB" noProof="0" dirty="0"/>
              <a:t>Point four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DD034B6-B216-B3CD-0802-EA376A0DC11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GB" noProof="0" dirty="0"/>
              <a:t>Point five</a:t>
            </a:r>
          </a:p>
        </p:txBody>
      </p:sp>
    </p:spTree>
    <p:extLst>
      <p:ext uri="{BB962C8B-B14F-4D97-AF65-F5344CB8AC3E}">
        <p14:creationId xmlns:p14="http://schemas.microsoft.com/office/powerpoint/2010/main" val="2450597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CB46B7-C0C9-8AE5-4F88-0259EB51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bleed table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CFF114CB-2BB8-D40F-558F-A96EB8D67D8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7612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6B225-47A5-D7D1-4114-943DCA11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Brand icons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951A6D-9504-4FF0-03F7-5FE8DF52B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14016" y="2353010"/>
            <a:ext cx="757280" cy="69725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2BB2EBF-77F2-B1CB-023A-87EBFCF09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541981" y="2395872"/>
            <a:ext cx="757280" cy="65569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335C5CF-D79A-344A-7D62-28FF03CA10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925889" y="2353010"/>
            <a:ext cx="697252" cy="69725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468B8C8-B90D-0080-D165-F4C01A77A5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252435" y="2353010"/>
            <a:ext cx="697252" cy="6972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3A7A53-5523-BE0D-283F-DA43D1129D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6573555" y="2353010"/>
            <a:ext cx="697252" cy="6972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2F26631-4EEC-907C-DE3F-9BDA422B82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944407" y="2348247"/>
            <a:ext cx="697252" cy="70187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DE362A0-07CE-08A5-7772-8AC3DFAA40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014016" y="3782532"/>
            <a:ext cx="697252" cy="69263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D561415-E7E7-C8A6-CBA4-4E6C609F86C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2412233" y="3782532"/>
            <a:ext cx="812691" cy="69263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2583EA7-E369-BD15-245D-1C8B6D051E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3931938" y="3783172"/>
            <a:ext cx="692634" cy="69725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96888FD-A2F1-32F9-25ED-1B9B3E5CE57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5323692" y="3715857"/>
            <a:ext cx="526402" cy="75728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8B33383-FCF4-A25B-B16A-D8D6E84F8E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6583079" y="3773008"/>
            <a:ext cx="697252" cy="69725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079FA44-188C-8FEB-1F5C-52732152E18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8013316" y="3839683"/>
            <a:ext cx="697252" cy="69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05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6B225-47A5-D7D1-4114-943DCA11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Brand icons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951A6D-9504-4FF0-03F7-5FE8DF52B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14016" y="2353010"/>
            <a:ext cx="757280" cy="69725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2BB2EBF-77F2-B1CB-023A-87EBFCF09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541981" y="2395872"/>
            <a:ext cx="757280" cy="65569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335C5CF-D79A-344A-7D62-28FF03CA10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925889" y="2353010"/>
            <a:ext cx="697252" cy="69725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468B8C8-B90D-0080-D165-F4C01A77A5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252435" y="2353010"/>
            <a:ext cx="697252" cy="6972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3A7A53-5523-BE0D-283F-DA43D1129D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6573555" y="2353010"/>
            <a:ext cx="697252" cy="6972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2F26631-4EEC-907C-DE3F-9BDA422B82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944407" y="2348247"/>
            <a:ext cx="697252" cy="70187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DE362A0-07CE-08A5-7772-8AC3DFAA40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014016" y="3782532"/>
            <a:ext cx="697252" cy="69263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D561415-E7E7-C8A6-CBA4-4E6C609F86C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2412233" y="3782532"/>
            <a:ext cx="812691" cy="69263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2583EA7-E369-BD15-245D-1C8B6D051E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3931938" y="3783172"/>
            <a:ext cx="692634" cy="69725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96888FD-A2F1-32F9-25ED-1B9B3E5CE57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5323692" y="3715857"/>
            <a:ext cx="526402" cy="75728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8B33383-FCF4-A25B-B16A-D8D6E84F8E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6583079" y="3773008"/>
            <a:ext cx="697252" cy="69725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079FA44-188C-8FEB-1F5C-52732152E18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8013316" y="3839683"/>
            <a:ext cx="697252" cy="69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21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6B225-47A5-D7D1-4114-943DCA11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2"/>
                </a:solidFill>
              </a:rPr>
              <a:t>Brand icons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951A6D-9504-4FF0-03F7-5FE8DF52B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14016" y="2353010"/>
            <a:ext cx="757280" cy="69725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2BB2EBF-77F2-B1CB-023A-87EBFCF09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541981" y="2395872"/>
            <a:ext cx="757280" cy="65569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335C5CF-D79A-344A-7D62-28FF03CA10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925889" y="2353010"/>
            <a:ext cx="697252" cy="69725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468B8C8-B90D-0080-D165-F4C01A77A5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252435" y="2353010"/>
            <a:ext cx="697252" cy="6972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3A7A53-5523-BE0D-283F-DA43D1129D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6573555" y="2353010"/>
            <a:ext cx="697252" cy="6972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2F26631-4EEC-907C-DE3F-9BDA422B82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944407" y="2348247"/>
            <a:ext cx="697252" cy="70187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DE362A0-07CE-08A5-7772-8AC3DFAA40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014016" y="3782532"/>
            <a:ext cx="697252" cy="69263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D561415-E7E7-C8A6-CBA4-4E6C609F86C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2412233" y="3782532"/>
            <a:ext cx="812691" cy="69263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2583EA7-E369-BD15-245D-1C8B6D051E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3931938" y="3783172"/>
            <a:ext cx="692634" cy="69725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96888FD-A2F1-32F9-25ED-1B9B3E5CE57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5323692" y="3715857"/>
            <a:ext cx="526402" cy="75728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8B33383-FCF4-A25B-B16A-D8D6E84F8E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6583079" y="3773008"/>
            <a:ext cx="697252" cy="69725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079FA44-188C-8FEB-1F5C-52732152E18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8013316" y="3839683"/>
            <a:ext cx="697252" cy="69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57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6B225-47A5-D7D1-4114-943DCA11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Brand colours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DE4E89-DDD8-7488-C148-601C9D7151C7}"/>
              </a:ext>
            </a:extLst>
          </p:cNvPr>
          <p:cNvSpPr/>
          <p:nvPr/>
        </p:nvSpPr>
        <p:spPr>
          <a:xfrm flipH="1">
            <a:off x="9576504" y="2362890"/>
            <a:ext cx="710283" cy="7102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FFD42D-7620-987E-13CB-F7728D113CD9}"/>
              </a:ext>
            </a:extLst>
          </p:cNvPr>
          <p:cNvSpPr/>
          <p:nvPr/>
        </p:nvSpPr>
        <p:spPr>
          <a:xfrm flipH="1">
            <a:off x="8722589" y="2362890"/>
            <a:ext cx="710283" cy="710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AF648E-EA2D-89C6-E953-C0E4CE383FB4}"/>
              </a:ext>
            </a:extLst>
          </p:cNvPr>
          <p:cNvSpPr/>
          <p:nvPr/>
        </p:nvSpPr>
        <p:spPr>
          <a:xfrm flipH="1">
            <a:off x="10429056" y="2362890"/>
            <a:ext cx="710283" cy="7102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6304AD-A5D7-C400-6E3D-65E3AA57EF85}"/>
              </a:ext>
            </a:extLst>
          </p:cNvPr>
          <p:cNvSpPr/>
          <p:nvPr/>
        </p:nvSpPr>
        <p:spPr>
          <a:xfrm flipH="1">
            <a:off x="7887645" y="2362890"/>
            <a:ext cx="710283" cy="7102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C7AF09-97CB-1DD3-CB98-B49B6E981A35}"/>
              </a:ext>
            </a:extLst>
          </p:cNvPr>
          <p:cNvSpPr/>
          <p:nvPr/>
        </p:nvSpPr>
        <p:spPr>
          <a:xfrm flipH="1">
            <a:off x="7052701" y="2362890"/>
            <a:ext cx="710283" cy="7102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C4EF1C-7EEA-609D-D5B6-8175CA7270D7}"/>
              </a:ext>
            </a:extLst>
          </p:cNvPr>
          <p:cNvSpPr/>
          <p:nvPr/>
        </p:nvSpPr>
        <p:spPr>
          <a:xfrm flipH="1">
            <a:off x="9576504" y="3073173"/>
            <a:ext cx="710283" cy="23555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6D698E-BBE5-99E3-E518-2B0FFED76D05}"/>
              </a:ext>
            </a:extLst>
          </p:cNvPr>
          <p:cNvSpPr/>
          <p:nvPr/>
        </p:nvSpPr>
        <p:spPr>
          <a:xfrm flipH="1">
            <a:off x="8722589" y="3073173"/>
            <a:ext cx="710283" cy="23555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98DB8A-B31B-177D-9F79-0B2E404069BC}"/>
              </a:ext>
            </a:extLst>
          </p:cNvPr>
          <p:cNvSpPr/>
          <p:nvPr/>
        </p:nvSpPr>
        <p:spPr>
          <a:xfrm flipH="1">
            <a:off x="10429056" y="3073173"/>
            <a:ext cx="710283" cy="23555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5503D8-D08A-A713-D1B6-AE6EC15F954E}"/>
              </a:ext>
            </a:extLst>
          </p:cNvPr>
          <p:cNvSpPr/>
          <p:nvPr/>
        </p:nvSpPr>
        <p:spPr>
          <a:xfrm flipH="1">
            <a:off x="7887645" y="3073173"/>
            <a:ext cx="710283" cy="23555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6044E1-E890-F630-C989-282823365778}"/>
              </a:ext>
            </a:extLst>
          </p:cNvPr>
          <p:cNvSpPr/>
          <p:nvPr/>
        </p:nvSpPr>
        <p:spPr>
          <a:xfrm flipH="1">
            <a:off x="7052701" y="3073173"/>
            <a:ext cx="710283" cy="23555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BA1294-B7F1-81F7-704C-687DF4133F9E}"/>
              </a:ext>
            </a:extLst>
          </p:cNvPr>
          <p:cNvSpPr/>
          <p:nvPr/>
        </p:nvSpPr>
        <p:spPr>
          <a:xfrm flipH="1">
            <a:off x="9576504" y="3325659"/>
            <a:ext cx="710283" cy="235554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DEF4B2-DD02-A05A-2DB0-FF973B525DB8}"/>
              </a:ext>
            </a:extLst>
          </p:cNvPr>
          <p:cNvSpPr/>
          <p:nvPr/>
        </p:nvSpPr>
        <p:spPr>
          <a:xfrm flipH="1">
            <a:off x="8722589" y="3325659"/>
            <a:ext cx="710283" cy="235554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5E827F-0C01-8749-ABF0-3C08B7579AA7}"/>
              </a:ext>
            </a:extLst>
          </p:cNvPr>
          <p:cNvSpPr/>
          <p:nvPr/>
        </p:nvSpPr>
        <p:spPr>
          <a:xfrm flipH="1">
            <a:off x="10429056" y="3325659"/>
            <a:ext cx="710283" cy="235554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54FFDF-5322-7661-8C0B-FFFFC1C8273A}"/>
              </a:ext>
            </a:extLst>
          </p:cNvPr>
          <p:cNvSpPr/>
          <p:nvPr/>
        </p:nvSpPr>
        <p:spPr>
          <a:xfrm flipH="1">
            <a:off x="7887645" y="3325659"/>
            <a:ext cx="710283" cy="235554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C30854-2DF0-97FF-A381-2A19C7417AA1}"/>
              </a:ext>
            </a:extLst>
          </p:cNvPr>
          <p:cNvSpPr/>
          <p:nvPr/>
        </p:nvSpPr>
        <p:spPr>
          <a:xfrm flipH="1">
            <a:off x="7052701" y="3325659"/>
            <a:ext cx="710283" cy="23555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8D3B3A-8297-4F36-5365-927765516D5B}"/>
              </a:ext>
            </a:extLst>
          </p:cNvPr>
          <p:cNvSpPr/>
          <p:nvPr/>
        </p:nvSpPr>
        <p:spPr>
          <a:xfrm flipH="1">
            <a:off x="4395531" y="2362890"/>
            <a:ext cx="710283" cy="710283"/>
          </a:xfrm>
          <a:prstGeom prst="rect">
            <a:avLst/>
          </a:prstGeom>
          <a:solidFill>
            <a:srgbClr val="2F3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F9458B-AF0A-A665-FFD9-850F299747A9}"/>
              </a:ext>
            </a:extLst>
          </p:cNvPr>
          <p:cNvSpPr/>
          <p:nvPr/>
        </p:nvSpPr>
        <p:spPr>
          <a:xfrm flipH="1">
            <a:off x="3560587" y="2362890"/>
            <a:ext cx="710283" cy="710283"/>
          </a:xfrm>
          <a:prstGeom prst="rect">
            <a:avLst/>
          </a:prstGeom>
          <a:solidFill>
            <a:srgbClr val="FA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C91C99-6951-08CB-C6E9-077AD42A1B8F}"/>
              </a:ext>
            </a:extLst>
          </p:cNvPr>
          <p:cNvSpPr/>
          <p:nvPr/>
        </p:nvSpPr>
        <p:spPr>
          <a:xfrm flipH="1">
            <a:off x="6221530" y="2362890"/>
            <a:ext cx="710283" cy="7102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D8377D-BABB-EC9E-0D0C-0CACE481646C}"/>
              </a:ext>
            </a:extLst>
          </p:cNvPr>
          <p:cNvSpPr/>
          <p:nvPr/>
        </p:nvSpPr>
        <p:spPr>
          <a:xfrm flipH="1">
            <a:off x="1786301" y="2362890"/>
            <a:ext cx="710283" cy="7102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6DD8C0-A63B-4204-1B05-08FD865C4D32}"/>
              </a:ext>
            </a:extLst>
          </p:cNvPr>
          <p:cNvSpPr/>
          <p:nvPr/>
        </p:nvSpPr>
        <p:spPr>
          <a:xfrm flipH="1">
            <a:off x="951357" y="2362890"/>
            <a:ext cx="710283" cy="710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14F4BE-FF5B-9515-813A-4805DC67F4B5}"/>
              </a:ext>
            </a:extLst>
          </p:cNvPr>
          <p:cNvSpPr/>
          <p:nvPr/>
        </p:nvSpPr>
        <p:spPr>
          <a:xfrm flipH="1">
            <a:off x="4395531" y="3073173"/>
            <a:ext cx="710283" cy="235554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2B6B71-C311-FBEE-F973-A621253DF737}"/>
              </a:ext>
            </a:extLst>
          </p:cNvPr>
          <p:cNvSpPr/>
          <p:nvPr/>
        </p:nvSpPr>
        <p:spPr>
          <a:xfrm flipH="1">
            <a:off x="6221530" y="3073173"/>
            <a:ext cx="710283" cy="2355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03AD9E-D27A-8B5D-66E3-02AD99D0344F}"/>
              </a:ext>
            </a:extLst>
          </p:cNvPr>
          <p:cNvSpPr/>
          <p:nvPr/>
        </p:nvSpPr>
        <p:spPr>
          <a:xfrm flipH="1">
            <a:off x="1786301" y="3073173"/>
            <a:ext cx="710283" cy="23555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C1EC19-B929-B42F-3745-AB6F9B7C4B52}"/>
              </a:ext>
            </a:extLst>
          </p:cNvPr>
          <p:cNvSpPr/>
          <p:nvPr/>
        </p:nvSpPr>
        <p:spPr>
          <a:xfrm flipH="1">
            <a:off x="951357" y="3073173"/>
            <a:ext cx="710283" cy="235554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E6BD22-C777-7E04-23A5-1B500AFE92A7}"/>
              </a:ext>
            </a:extLst>
          </p:cNvPr>
          <p:cNvSpPr/>
          <p:nvPr/>
        </p:nvSpPr>
        <p:spPr>
          <a:xfrm flipH="1">
            <a:off x="4395531" y="3325659"/>
            <a:ext cx="710283" cy="235554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2DB038-B994-F20C-C1D7-1C8C28FE0A0D}"/>
              </a:ext>
            </a:extLst>
          </p:cNvPr>
          <p:cNvSpPr/>
          <p:nvPr/>
        </p:nvSpPr>
        <p:spPr>
          <a:xfrm flipH="1">
            <a:off x="6221530" y="3325659"/>
            <a:ext cx="710283" cy="23555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B76E180-461E-F652-7EC1-F96C1E8C901D}"/>
              </a:ext>
            </a:extLst>
          </p:cNvPr>
          <p:cNvSpPr/>
          <p:nvPr/>
        </p:nvSpPr>
        <p:spPr>
          <a:xfrm flipH="1">
            <a:off x="1786301" y="3325659"/>
            <a:ext cx="710283" cy="23555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FB1AF5-F8D1-9BE1-5512-505E8A456969}"/>
              </a:ext>
            </a:extLst>
          </p:cNvPr>
          <p:cNvSpPr/>
          <p:nvPr/>
        </p:nvSpPr>
        <p:spPr>
          <a:xfrm flipH="1">
            <a:off x="951357" y="3325659"/>
            <a:ext cx="710283" cy="235554"/>
          </a:xfrm>
          <a:prstGeom prst="rect">
            <a:avLst/>
          </a:prstGeom>
          <a:solidFill>
            <a:schemeClr val="bg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C8EF68-C158-2769-A01E-0CE888A8FFD2}"/>
              </a:ext>
            </a:extLst>
          </p:cNvPr>
          <p:cNvSpPr/>
          <p:nvPr/>
        </p:nvSpPr>
        <p:spPr>
          <a:xfrm>
            <a:off x="682176" y="4316233"/>
            <a:ext cx="2095162" cy="1032934"/>
          </a:xfrm>
          <a:prstGeom prst="rect">
            <a:avLst/>
          </a:prstGeom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Century Gothic" panose="020B0502020202020204" pitchFamily="34" charset="0"/>
              </a:rPr>
              <a:t>Standard Black and White (Only use White where needed)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F03B34-DF54-B5AC-A968-355A22D55EF7}"/>
              </a:ext>
            </a:extLst>
          </p:cNvPr>
          <p:cNvSpPr/>
          <p:nvPr/>
        </p:nvSpPr>
        <p:spPr>
          <a:xfrm>
            <a:off x="3277333" y="1725433"/>
            <a:ext cx="2095162" cy="2590800"/>
          </a:xfrm>
          <a:prstGeom prst="rect">
            <a:avLst/>
          </a:prstGeom>
          <a:noFill/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AC643B-2700-C1C6-EE9A-6D690A352674}"/>
              </a:ext>
            </a:extLst>
          </p:cNvPr>
          <p:cNvSpPr/>
          <p:nvPr/>
        </p:nvSpPr>
        <p:spPr>
          <a:xfrm>
            <a:off x="3283820" y="4316233"/>
            <a:ext cx="2082189" cy="1032934"/>
          </a:xfrm>
          <a:prstGeom prst="rect">
            <a:avLst/>
          </a:prstGeom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Century Gothic" panose="020B0502020202020204" pitchFamily="34" charset="0"/>
              </a:rPr>
              <a:t>Brand’s Primary </a:t>
            </a:r>
            <a:r>
              <a:rPr lang="en-US" sz="12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Colours</a:t>
            </a:r>
            <a:endParaRPr lang="en-US" sz="120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en-US" sz="1200" dirty="0">
                <a:solidFill>
                  <a:schemeClr val="tx2"/>
                </a:solidFill>
                <a:latin typeface="Century Gothic" panose="020B0502020202020204" pitchFamily="34" charset="0"/>
              </a:rPr>
              <a:t>Yellow and Charcoal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5A444A8-D95C-026B-E039-7F15EB4C4010}"/>
              </a:ext>
            </a:extLst>
          </p:cNvPr>
          <p:cNvSpPr/>
          <p:nvPr/>
        </p:nvSpPr>
        <p:spPr>
          <a:xfrm>
            <a:off x="5875867" y="1725433"/>
            <a:ext cx="5632786" cy="2590800"/>
          </a:xfrm>
          <a:prstGeom prst="rect">
            <a:avLst/>
          </a:prstGeom>
          <a:noFill/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74BFD5-0458-BC21-7438-8A79147A7229}"/>
              </a:ext>
            </a:extLst>
          </p:cNvPr>
          <p:cNvSpPr/>
          <p:nvPr/>
        </p:nvSpPr>
        <p:spPr>
          <a:xfrm>
            <a:off x="5875867" y="4316233"/>
            <a:ext cx="5632786" cy="1032934"/>
          </a:xfrm>
          <a:prstGeom prst="rect">
            <a:avLst/>
          </a:prstGeom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Century Gothic" panose="020B0502020202020204" pitchFamily="34" charset="0"/>
              </a:rPr>
              <a:t>Brand’s Chart </a:t>
            </a:r>
            <a:r>
              <a:rPr lang="en-US" sz="12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Colours</a:t>
            </a:r>
            <a:endParaRPr lang="en-US" sz="1200" dirty="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16C871-C1AB-17BC-B048-B9546811729A}"/>
              </a:ext>
            </a:extLst>
          </p:cNvPr>
          <p:cNvSpPr/>
          <p:nvPr/>
        </p:nvSpPr>
        <p:spPr>
          <a:xfrm>
            <a:off x="682176" y="1725433"/>
            <a:ext cx="2095162" cy="2590800"/>
          </a:xfrm>
          <a:prstGeom prst="rect">
            <a:avLst/>
          </a:prstGeom>
          <a:noFill/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198138A-7C51-914F-B522-4F5C89E7DE3F}"/>
              </a:ext>
            </a:extLst>
          </p:cNvPr>
          <p:cNvSpPr/>
          <p:nvPr/>
        </p:nvSpPr>
        <p:spPr>
          <a:xfrm flipH="1">
            <a:off x="3560587" y="3073173"/>
            <a:ext cx="710283" cy="2355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7BC8BF2-CE7F-A482-C566-089DE035D249}"/>
              </a:ext>
            </a:extLst>
          </p:cNvPr>
          <p:cNvSpPr/>
          <p:nvPr/>
        </p:nvSpPr>
        <p:spPr>
          <a:xfrm flipH="1">
            <a:off x="3560587" y="3325659"/>
            <a:ext cx="710283" cy="23555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842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08A0DB8C-CECF-F133-5BCE-0AFB46A7C8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4516" y="2786846"/>
            <a:ext cx="2722159" cy="1643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B2FF1E-F667-A623-1872-988C8497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Tech products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6AA63-D8F2-2681-9873-8969C236478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048" y="2236432"/>
            <a:ext cx="2923397" cy="2923397"/>
          </a:xfrm>
          <a:prstGeom prst="rect">
            <a:avLst/>
          </a:prstGeom>
        </p:spPr>
      </p:pic>
      <p:pic>
        <p:nvPicPr>
          <p:cNvPr id="4" name="Picture 3" descr="A close up of a device&#10;&#10;Description automatically generated">
            <a:extLst>
              <a:ext uri="{FF2B5EF4-FFF2-40B4-BE49-F238E27FC236}">
                <a16:creationId xmlns:a16="http://schemas.microsoft.com/office/drawing/2014/main" id="{35EBE306-C781-C35E-5B4C-159479DDCE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8664" y="2680072"/>
            <a:ext cx="2465351" cy="176830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027A015-D10B-359A-3A19-1D8443AE2C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085" y="2596473"/>
            <a:ext cx="1361436" cy="22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10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>
            <a:extLst>
              <a:ext uri="{FF2B5EF4-FFF2-40B4-BE49-F238E27FC236}">
                <a16:creationId xmlns:a16="http://schemas.microsoft.com/office/drawing/2014/main" id="{6F2A839B-85DB-F205-97BC-82D96C387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94" y="2149086"/>
            <a:ext cx="2241230" cy="101461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E9A710D-DB8B-D015-FB0C-517303A90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8025" y="2149087"/>
            <a:ext cx="2241230" cy="101461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49E870BB-2EAC-8414-3D13-8DE6C0155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2256" y="2149087"/>
            <a:ext cx="2241230" cy="1014611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4A8159C-8758-88D3-E187-55A364204B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6487" y="2148583"/>
            <a:ext cx="2241230" cy="101461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4614C0B6-610D-49B2-090F-41BF31435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0718" y="2148583"/>
            <a:ext cx="2241230" cy="1014611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1B054599-FB46-A0FA-CA76-5A58F5D54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4949" y="2161503"/>
            <a:ext cx="2241230" cy="10146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4D4F89-2864-80A1-F3E3-967FCD8E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Graphic examples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4344D-2657-5718-D0CC-3EB4ACC6A1EB}"/>
              </a:ext>
            </a:extLst>
          </p:cNvPr>
          <p:cNvGrpSpPr/>
          <p:nvPr/>
        </p:nvGrpSpPr>
        <p:grpSpPr>
          <a:xfrm>
            <a:off x="451939" y="2474576"/>
            <a:ext cx="9352036" cy="445208"/>
            <a:chOff x="451939" y="2474576"/>
            <a:chExt cx="9352036" cy="445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EF38503-1495-A327-E87D-9C13DEA36D1D}"/>
                </a:ext>
              </a:extLst>
            </p:cNvPr>
            <p:cNvSpPr/>
            <p:nvPr/>
          </p:nvSpPr>
          <p:spPr>
            <a:xfrm>
              <a:off x="451939" y="2474576"/>
              <a:ext cx="445208" cy="445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5F54AFB-89D2-FBE3-2735-54DD6B29390D}"/>
                </a:ext>
              </a:extLst>
            </p:cNvPr>
            <p:cNvSpPr/>
            <p:nvPr/>
          </p:nvSpPr>
          <p:spPr>
            <a:xfrm>
              <a:off x="2537218" y="2474576"/>
              <a:ext cx="445208" cy="445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6B3CCC0-2B33-8093-BCCE-CDD4DBBC0D0E}"/>
                </a:ext>
              </a:extLst>
            </p:cNvPr>
            <p:cNvSpPr/>
            <p:nvPr/>
          </p:nvSpPr>
          <p:spPr>
            <a:xfrm>
              <a:off x="4242605" y="2474576"/>
              <a:ext cx="445208" cy="445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9FD189-A5F9-734A-51B8-F030974F9778}"/>
                </a:ext>
              </a:extLst>
            </p:cNvPr>
            <p:cNvSpPr/>
            <p:nvPr/>
          </p:nvSpPr>
          <p:spPr>
            <a:xfrm>
              <a:off x="5947992" y="2474576"/>
              <a:ext cx="445208" cy="445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8139C9-C764-90EA-A0AD-B7FDBC51E826}"/>
                </a:ext>
              </a:extLst>
            </p:cNvPr>
            <p:cNvSpPr/>
            <p:nvPr/>
          </p:nvSpPr>
          <p:spPr>
            <a:xfrm>
              <a:off x="7653379" y="2474576"/>
              <a:ext cx="445208" cy="445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D8F7EBA-C760-F39B-9C97-B3DB848F77D2}"/>
                </a:ext>
              </a:extLst>
            </p:cNvPr>
            <p:cNvSpPr/>
            <p:nvPr/>
          </p:nvSpPr>
          <p:spPr>
            <a:xfrm>
              <a:off x="9358767" y="2474576"/>
              <a:ext cx="445208" cy="445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2B0150-B53F-E692-4088-ABA427552552}"/>
              </a:ext>
            </a:extLst>
          </p:cNvPr>
          <p:cNvGrpSpPr/>
          <p:nvPr/>
        </p:nvGrpSpPr>
        <p:grpSpPr>
          <a:xfrm>
            <a:off x="709885" y="3529681"/>
            <a:ext cx="10750278" cy="2148379"/>
            <a:chOff x="709885" y="3529681"/>
            <a:chExt cx="10750278" cy="2148379"/>
          </a:xfrm>
        </p:grpSpPr>
        <p:sp>
          <p:nvSpPr>
            <p:cNvPr id="13" name="Arrow: Right 120">
              <a:extLst>
                <a:ext uri="{FF2B5EF4-FFF2-40B4-BE49-F238E27FC236}">
                  <a16:creationId xmlns:a16="http://schemas.microsoft.com/office/drawing/2014/main" id="{DF6D4427-9D0B-DA4A-4C5B-23F5E181E387}"/>
                </a:ext>
              </a:extLst>
            </p:cNvPr>
            <p:cNvSpPr/>
            <p:nvPr/>
          </p:nvSpPr>
          <p:spPr bwMode="auto">
            <a:xfrm>
              <a:off x="1300163" y="4103732"/>
              <a:ext cx="10160000" cy="634294"/>
            </a:xfrm>
            <a:prstGeom prst="rightArrow">
              <a:avLst>
                <a:gd name="adj1" fmla="val 48934"/>
                <a:gd name="adj2" fmla="val 54566"/>
              </a:avLst>
            </a:prstGeom>
            <a:solidFill>
              <a:schemeClr val="accent1"/>
            </a:solidFill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</a:pPr>
              <a:endParaRPr kumimoji="0" 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2497132-1E3E-4692-6833-2CFE179373A5}"/>
                </a:ext>
              </a:extLst>
            </p:cNvPr>
            <p:cNvSpPr/>
            <p:nvPr/>
          </p:nvSpPr>
          <p:spPr>
            <a:xfrm>
              <a:off x="6286148" y="3529681"/>
              <a:ext cx="1787524" cy="178752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86C01D4-E483-92F0-9A8B-E8055CEC4C9D}"/>
                </a:ext>
              </a:extLst>
            </p:cNvPr>
            <p:cNvSpPr/>
            <p:nvPr/>
          </p:nvSpPr>
          <p:spPr>
            <a:xfrm>
              <a:off x="6600083" y="3843616"/>
              <a:ext cx="1159654" cy="115965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C1D2ACD-7F9F-A142-FE99-A11B67C3DE63}"/>
                </a:ext>
              </a:extLst>
            </p:cNvPr>
            <p:cNvSpPr/>
            <p:nvPr/>
          </p:nvSpPr>
          <p:spPr>
            <a:xfrm>
              <a:off x="6921684" y="4165217"/>
              <a:ext cx="516452" cy="5164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10E9D4C-E2F7-6BD7-25BD-4C432874D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6504952" y="4159332"/>
              <a:ext cx="1355629" cy="506102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2A55FC-8E22-9922-6A3D-AA26065F9D2D}"/>
                </a:ext>
              </a:extLst>
            </p:cNvPr>
            <p:cNvSpPr/>
            <p:nvPr/>
          </p:nvSpPr>
          <p:spPr>
            <a:xfrm>
              <a:off x="2851690" y="4693569"/>
              <a:ext cx="3512426" cy="98449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indent="-228600" algn="ctr">
                <a:buSzPct val="100000"/>
                <a:buFont typeface="+mj-lt"/>
                <a:buAutoNum type="arabicPeriod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Bulk entry / upload and verification of payees</a:t>
              </a:r>
            </a:p>
            <a:p>
              <a:pPr marL="180000" indent="-180000" algn="ctr">
                <a:buSzPct val="100000"/>
                <a:buFont typeface="+mj-lt"/>
                <a:buAutoNum type="arabicPeriod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Bulk entry or upload of instructions, incl. attachment of supporting docs.</a:t>
              </a:r>
            </a:p>
            <a:p>
              <a:pPr marL="180000" indent="-180000" algn="ctr">
                <a:buSzPct val="100000"/>
                <a:buFont typeface="+mj-lt"/>
                <a:buAutoNum type="arabicPeriod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Receive and accept FX quote</a:t>
              </a:r>
            </a:p>
            <a:p>
              <a:pPr marL="180000" indent="-180000" algn="ctr">
                <a:buSzPct val="100000"/>
                <a:buFont typeface="+mj-lt"/>
                <a:buAutoNum type="arabicPeriod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Approvers are notified to review and accept transactions</a:t>
              </a:r>
            </a:p>
            <a:p>
              <a:pPr marL="180000" indent="-180000" algn="ctr">
                <a:buSzPct val="100000"/>
                <a:buFont typeface="+mj-lt"/>
                <a:buAutoNum type="arabicPeriod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Transactions are processed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60956D9-CAB0-DB60-C77B-4D0AA0D99885}"/>
                </a:ext>
              </a:extLst>
            </p:cNvPr>
            <p:cNvSpPr/>
            <p:nvPr/>
          </p:nvSpPr>
          <p:spPr>
            <a:xfrm>
              <a:off x="8226097" y="4693570"/>
              <a:ext cx="1412065" cy="71096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80000" indent="-180000" algn="ctr">
                <a:buSzPct val="100000"/>
                <a:buFont typeface="+mj-lt"/>
                <a:buAutoNum type="arabicPeriod" startAt="6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Receiving instruction</a:t>
              </a:r>
            </a:p>
            <a:p>
              <a:pPr marL="180000" indent="-180000" algn="ctr">
                <a:buSzPct val="100000"/>
                <a:buFont typeface="+mj-lt"/>
                <a:buAutoNum type="arabicPeriod" startAt="6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Prefunded MFS Africa wallet debited</a:t>
              </a:r>
            </a:p>
            <a:p>
              <a:pPr marL="180000" indent="-180000" algn="ctr">
                <a:buSzPct val="100000"/>
                <a:buFont typeface="+mj-lt"/>
                <a:buAutoNum type="arabicPeriod" startAt="6"/>
              </a:pPr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Credit recipient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6127887-94E2-7A99-A363-B6DBD201FD7C}"/>
                </a:ext>
              </a:extLst>
            </p:cNvPr>
            <p:cNvSpPr/>
            <p:nvPr/>
          </p:nvSpPr>
          <p:spPr>
            <a:xfrm>
              <a:off x="1488512" y="5003664"/>
              <a:ext cx="1498727" cy="35098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>
                <a:lnSpc>
                  <a:spcPct val="80000"/>
                </a:lnSpc>
              </a:pPr>
              <a:r>
                <a:rPr lang="en-GB" sz="1400" b="1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NGO</a:t>
              </a:r>
            </a:p>
            <a:p>
              <a:pPr algn="ctr">
                <a:lnSpc>
                  <a:spcPct val="80000"/>
                </a:lnSpc>
              </a:pPr>
              <a:r>
                <a:rPr lang="en-GB" sz="1400" b="1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Enterprise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D712A53-232A-65FB-01C2-3C01628236CF}"/>
                </a:ext>
              </a:extLst>
            </p:cNvPr>
            <p:cNvSpPr/>
            <p:nvPr/>
          </p:nvSpPr>
          <p:spPr>
            <a:xfrm>
              <a:off x="8631240" y="4483180"/>
              <a:ext cx="1498727" cy="35098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rgbClr val="0998CB"/>
                </a:solidFill>
                <a:latin typeface="Open San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BA8D069-1A9E-BBB0-5B3B-58FB6F326267}"/>
                </a:ext>
              </a:extLst>
            </p:cNvPr>
            <p:cNvSpPr/>
            <p:nvPr/>
          </p:nvSpPr>
          <p:spPr>
            <a:xfrm>
              <a:off x="9712389" y="5003664"/>
              <a:ext cx="1412065" cy="4399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200" b="1" dirty="0">
                  <a:solidFill>
                    <a:srgbClr val="2E3235"/>
                  </a:solidFill>
                  <a:latin typeface="Radikal"/>
                </a:rPr>
                <a:t>Recipient MNO Wallets (UGX)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1615A2-1AAB-1D69-92D8-6A7C8D4A273A}"/>
                </a:ext>
              </a:extLst>
            </p:cNvPr>
            <p:cNvSpPr/>
            <p:nvPr/>
          </p:nvSpPr>
          <p:spPr>
            <a:xfrm>
              <a:off x="8265724" y="4249429"/>
              <a:ext cx="1446665" cy="36450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tIns="0" bIns="0" rtlCol="0" anchor="ctr"/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UGX 34 160 000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C1E9DB-2497-294C-2676-767603669861}"/>
                </a:ext>
              </a:extLst>
            </p:cNvPr>
            <p:cNvSpPr txBox="1"/>
            <p:nvPr/>
          </p:nvSpPr>
          <p:spPr>
            <a:xfrm rot="16200000">
              <a:off x="-85697" y="4493275"/>
              <a:ext cx="1908472" cy="317307"/>
            </a:xfrm>
            <a:prstGeom prst="rect">
              <a:avLst/>
            </a:prstGeom>
          </p:spPr>
          <p:txBody>
            <a:bodyPr wrap="square" rtlCol="0" anchor="t">
              <a:noAutofit/>
            </a:bodyPr>
            <a:lstStyle/>
            <a:p>
              <a:pPr algn="ctr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GB" sz="1600" b="1" kern="0" dirty="0">
                  <a:latin typeface="Century Gothic" panose="020B0502020202020204" pitchFamily="34" charset="0"/>
                  <a:cs typeface="Open Sans"/>
                </a:rPr>
                <a:t>Transaction Flow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F1B1A45-58FC-538A-6FE9-9665C48315F7}"/>
                </a:ext>
              </a:extLst>
            </p:cNvPr>
            <p:cNvSpPr/>
            <p:nvPr/>
          </p:nvSpPr>
          <p:spPr>
            <a:xfrm>
              <a:off x="1831475" y="4034955"/>
              <a:ext cx="812801" cy="81280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entury Gothic" panose="020B0502020202020204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4FF5E62-3730-3000-81C9-6C949DC26D7A}"/>
                </a:ext>
              </a:extLst>
            </p:cNvPr>
            <p:cNvGrpSpPr/>
            <p:nvPr/>
          </p:nvGrpSpPr>
          <p:grpSpPr>
            <a:xfrm>
              <a:off x="10012021" y="4034955"/>
              <a:ext cx="812801" cy="812801"/>
              <a:chOff x="10012021" y="2336799"/>
              <a:chExt cx="812801" cy="812801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761556D-DC44-069F-89F7-5FC5D14E199C}"/>
                  </a:ext>
                </a:extLst>
              </p:cNvPr>
              <p:cNvSpPr/>
              <p:nvPr/>
            </p:nvSpPr>
            <p:spPr>
              <a:xfrm>
                <a:off x="10012021" y="2336799"/>
                <a:ext cx="812801" cy="81280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" name="Graphic 222">
                <a:extLst>
                  <a:ext uri="{FF2B5EF4-FFF2-40B4-BE49-F238E27FC236}">
                    <a16:creationId xmlns:a16="http://schemas.microsoft.com/office/drawing/2014/main" id="{0AC11C52-D559-6560-7D84-5D947BE93FB9}"/>
                  </a:ext>
                </a:extLst>
              </p:cNvPr>
              <p:cNvSpPr/>
              <p:nvPr/>
            </p:nvSpPr>
            <p:spPr>
              <a:xfrm>
                <a:off x="10196702" y="2465579"/>
                <a:ext cx="415302" cy="498968"/>
              </a:xfrm>
              <a:custGeom>
                <a:avLst/>
                <a:gdLst>
                  <a:gd name="connsiteX0" fmla="*/ 563329 w 824613"/>
                  <a:gd name="connsiteY0" fmla="*/ 394199 h 990737"/>
                  <a:gd name="connsiteX1" fmla="*/ 638840 w 824613"/>
                  <a:gd name="connsiteY1" fmla="*/ 226534 h 990737"/>
                  <a:gd name="connsiteX2" fmla="*/ 412307 w 824613"/>
                  <a:gd name="connsiteY2" fmla="*/ 0 h 990737"/>
                  <a:gd name="connsiteX3" fmla="*/ 185773 w 824613"/>
                  <a:gd name="connsiteY3" fmla="*/ 226534 h 990737"/>
                  <a:gd name="connsiteX4" fmla="*/ 261284 w 824613"/>
                  <a:gd name="connsiteY4" fmla="*/ 394199 h 990737"/>
                  <a:gd name="connsiteX5" fmla="*/ 0 w 824613"/>
                  <a:gd name="connsiteY5" fmla="*/ 685688 h 990737"/>
                  <a:gd name="connsiteX6" fmla="*/ 0 w 824613"/>
                  <a:gd name="connsiteY6" fmla="*/ 960533 h 990737"/>
                  <a:gd name="connsiteX7" fmla="*/ 30205 w 824613"/>
                  <a:gd name="connsiteY7" fmla="*/ 990738 h 990737"/>
                  <a:gd name="connsiteX8" fmla="*/ 794409 w 824613"/>
                  <a:gd name="connsiteY8" fmla="*/ 990738 h 990737"/>
                  <a:gd name="connsiteX9" fmla="*/ 824613 w 824613"/>
                  <a:gd name="connsiteY9" fmla="*/ 960533 h 990737"/>
                  <a:gd name="connsiteX10" fmla="*/ 824613 w 824613"/>
                  <a:gd name="connsiteY10" fmla="*/ 685688 h 990737"/>
                  <a:gd name="connsiteX11" fmla="*/ 563329 w 824613"/>
                  <a:gd name="connsiteY11" fmla="*/ 394199 h 990737"/>
                  <a:gd name="connsiteX12" fmla="*/ 246182 w 824613"/>
                  <a:gd name="connsiteY12" fmla="*/ 226534 h 990737"/>
                  <a:gd name="connsiteX13" fmla="*/ 412307 w 824613"/>
                  <a:gd name="connsiteY13" fmla="*/ 60409 h 990737"/>
                  <a:gd name="connsiteX14" fmla="*/ 578431 w 824613"/>
                  <a:gd name="connsiteY14" fmla="*/ 226534 h 990737"/>
                  <a:gd name="connsiteX15" fmla="*/ 412307 w 824613"/>
                  <a:gd name="connsiteY15" fmla="*/ 392659 h 990737"/>
                  <a:gd name="connsiteX16" fmla="*/ 246182 w 824613"/>
                  <a:gd name="connsiteY16" fmla="*/ 226534 h 990737"/>
                  <a:gd name="connsiteX17" fmla="*/ 764204 w 824613"/>
                  <a:gd name="connsiteY17" fmla="*/ 930329 h 990737"/>
                  <a:gd name="connsiteX18" fmla="*/ 656954 w 824613"/>
                  <a:gd name="connsiteY18" fmla="*/ 930329 h 990737"/>
                  <a:gd name="connsiteX19" fmla="*/ 656954 w 824613"/>
                  <a:gd name="connsiteY19" fmla="*/ 857826 h 990737"/>
                  <a:gd name="connsiteX20" fmla="*/ 626749 w 824613"/>
                  <a:gd name="connsiteY20" fmla="*/ 827621 h 990737"/>
                  <a:gd name="connsiteX21" fmla="*/ 596545 w 824613"/>
                  <a:gd name="connsiteY21" fmla="*/ 857826 h 990737"/>
                  <a:gd name="connsiteX22" fmla="*/ 596545 w 824613"/>
                  <a:gd name="connsiteY22" fmla="*/ 930329 h 990737"/>
                  <a:gd name="connsiteX23" fmla="*/ 228080 w 824613"/>
                  <a:gd name="connsiteY23" fmla="*/ 930329 h 990737"/>
                  <a:gd name="connsiteX24" fmla="*/ 228080 w 824613"/>
                  <a:gd name="connsiteY24" fmla="*/ 857826 h 990737"/>
                  <a:gd name="connsiteX25" fmla="*/ 197876 w 824613"/>
                  <a:gd name="connsiteY25" fmla="*/ 827621 h 990737"/>
                  <a:gd name="connsiteX26" fmla="*/ 167671 w 824613"/>
                  <a:gd name="connsiteY26" fmla="*/ 857826 h 990737"/>
                  <a:gd name="connsiteX27" fmla="*/ 167671 w 824613"/>
                  <a:gd name="connsiteY27" fmla="*/ 930329 h 990737"/>
                  <a:gd name="connsiteX28" fmla="*/ 60421 w 824613"/>
                  <a:gd name="connsiteY28" fmla="*/ 930329 h 990737"/>
                  <a:gd name="connsiteX29" fmla="*/ 60421 w 824613"/>
                  <a:gd name="connsiteY29" fmla="*/ 685688 h 990737"/>
                  <a:gd name="connsiteX30" fmla="*/ 294506 w 824613"/>
                  <a:gd name="connsiteY30" fmla="*/ 451603 h 990737"/>
                  <a:gd name="connsiteX31" fmla="*/ 530131 w 824613"/>
                  <a:gd name="connsiteY31" fmla="*/ 451603 h 990737"/>
                  <a:gd name="connsiteX32" fmla="*/ 764216 w 824613"/>
                  <a:gd name="connsiteY32" fmla="*/ 685688 h 990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824613" h="990737">
                    <a:moveTo>
                      <a:pt x="563329" y="394199"/>
                    </a:moveTo>
                    <a:cubicBezTo>
                      <a:pt x="608636" y="353435"/>
                      <a:pt x="638840" y="293026"/>
                      <a:pt x="638840" y="226534"/>
                    </a:cubicBezTo>
                    <a:cubicBezTo>
                      <a:pt x="638840" y="101173"/>
                      <a:pt x="537667" y="0"/>
                      <a:pt x="412307" y="0"/>
                    </a:cubicBezTo>
                    <a:cubicBezTo>
                      <a:pt x="286946" y="0"/>
                      <a:pt x="185773" y="101173"/>
                      <a:pt x="185773" y="226534"/>
                    </a:cubicBezTo>
                    <a:cubicBezTo>
                      <a:pt x="185773" y="292960"/>
                      <a:pt x="214443" y="353369"/>
                      <a:pt x="261284" y="394199"/>
                    </a:cubicBezTo>
                    <a:cubicBezTo>
                      <a:pt x="114804" y="410836"/>
                      <a:pt x="0" y="534662"/>
                      <a:pt x="0" y="685688"/>
                    </a:cubicBezTo>
                    <a:lnTo>
                      <a:pt x="0" y="960533"/>
                    </a:lnTo>
                    <a:cubicBezTo>
                      <a:pt x="0" y="977170"/>
                      <a:pt x="13568" y="990738"/>
                      <a:pt x="30205" y="990738"/>
                    </a:cubicBezTo>
                    <a:lnTo>
                      <a:pt x="794409" y="990738"/>
                    </a:lnTo>
                    <a:cubicBezTo>
                      <a:pt x="811045" y="990738"/>
                      <a:pt x="824613" y="977169"/>
                      <a:pt x="824613" y="960533"/>
                    </a:cubicBezTo>
                    <a:lnTo>
                      <a:pt x="824613" y="685688"/>
                    </a:lnTo>
                    <a:cubicBezTo>
                      <a:pt x="824613" y="536140"/>
                      <a:pt x="709812" y="410781"/>
                      <a:pt x="563329" y="394199"/>
                    </a:cubicBezTo>
                    <a:close/>
                    <a:moveTo>
                      <a:pt x="246182" y="226534"/>
                    </a:moveTo>
                    <a:cubicBezTo>
                      <a:pt x="246182" y="134386"/>
                      <a:pt x="320159" y="60409"/>
                      <a:pt x="412307" y="60409"/>
                    </a:cubicBezTo>
                    <a:cubicBezTo>
                      <a:pt x="504454" y="60409"/>
                      <a:pt x="578431" y="134386"/>
                      <a:pt x="578431" y="226534"/>
                    </a:cubicBezTo>
                    <a:cubicBezTo>
                      <a:pt x="578431" y="318682"/>
                      <a:pt x="504454" y="392659"/>
                      <a:pt x="412307" y="392659"/>
                    </a:cubicBezTo>
                    <a:cubicBezTo>
                      <a:pt x="320159" y="392659"/>
                      <a:pt x="246182" y="318682"/>
                      <a:pt x="246182" y="226534"/>
                    </a:cubicBezTo>
                    <a:close/>
                    <a:moveTo>
                      <a:pt x="764204" y="930329"/>
                    </a:moveTo>
                    <a:lnTo>
                      <a:pt x="656954" y="930329"/>
                    </a:lnTo>
                    <a:lnTo>
                      <a:pt x="656954" y="857826"/>
                    </a:lnTo>
                    <a:cubicBezTo>
                      <a:pt x="656954" y="841189"/>
                      <a:pt x="643385" y="827621"/>
                      <a:pt x="626749" y="827621"/>
                    </a:cubicBezTo>
                    <a:cubicBezTo>
                      <a:pt x="610113" y="827621"/>
                      <a:pt x="596545" y="841190"/>
                      <a:pt x="596545" y="857826"/>
                    </a:cubicBezTo>
                    <a:lnTo>
                      <a:pt x="596545" y="930329"/>
                    </a:lnTo>
                    <a:lnTo>
                      <a:pt x="228080" y="930329"/>
                    </a:lnTo>
                    <a:lnTo>
                      <a:pt x="228080" y="857826"/>
                    </a:lnTo>
                    <a:cubicBezTo>
                      <a:pt x="228080" y="841189"/>
                      <a:pt x="214512" y="827621"/>
                      <a:pt x="197876" y="827621"/>
                    </a:cubicBezTo>
                    <a:cubicBezTo>
                      <a:pt x="181239" y="827621"/>
                      <a:pt x="167671" y="841190"/>
                      <a:pt x="167671" y="857826"/>
                    </a:cubicBezTo>
                    <a:lnTo>
                      <a:pt x="167671" y="930329"/>
                    </a:lnTo>
                    <a:lnTo>
                      <a:pt x="60421" y="930329"/>
                    </a:lnTo>
                    <a:lnTo>
                      <a:pt x="60421" y="685688"/>
                    </a:lnTo>
                    <a:cubicBezTo>
                      <a:pt x="60421" y="557318"/>
                      <a:pt x="164602" y="451603"/>
                      <a:pt x="294506" y="451603"/>
                    </a:cubicBezTo>
                    <a:lnTo>
                      <a:pt x="530131" y="451603"/>
                    </a:lnTo>
                    <a:cubicBezTo>
                      <a:pt x="658500" y="451603"/>
                      <a:pt x="764216" y="555784"/>
                      <a:pt x="764216" y="68568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solidFill>
                  <a:schemeClr val="tx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5998906-38F3-30CB-427E-DBA5F7027892}"/>
                </a:ext>
              </a:extLst>
            </p:cNvPr>
            <p:cNvSpPr/>
            <p:nvPr/>
          </p:nvSpPr>
          <p:spPr>
            <a:xfrm>
              <a:off x="6480027" y="4798439"/>
              <a:ext cx="1399766" cy="64512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tIns="0" rIns="0" bIns="4572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FX conversion &amp; quote</a:t>
              </a:r>
            </a:p>
            <a:p>
              <a:pPr algn="ctr"/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(e.g. 1 USD = 3416 UGX)</a:t>
              </a:r>
            </a:p>
            <a:p>
              <a:pPr algn="ctr"/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Account validation</a:t>
              </a:r>
            </a:p>
            <a:p>
              <a:pPr algn="ctr"/>
              <a:r>
                <a:rPr lang="en-GB" sz="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Risk management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B179C4-50E7-7DAF-5D97-7E24B2F75C21}"/>
                </a:ext>
              </a:extLst>
            </p:cNvPr>
            <p:cNvSpPr/>
            <p:nvPr/>
          </p:nvSpPr>
          <p:spPr>
            <a:xfrm>
              <a:off x="4105497" y="4249429"/>
              <a:ext cx="1075412" cy="36450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tIns="0" bIns="0" rtlCol="0" anchor="ctr"/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USD 10 000</a:t>
              </a: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ADA7004B-3CB6-26CC-AE82-C16C3047C437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94418" y="4161416"/>
              <a:ext cx="519883" cy="519883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82F1516-57A5-749C-E484-79B56DBDE0DF}"/>
              </a:ext>
            </a:extLst>
          </p:cNvPr>
          <p:cNvSpPr txBox="1"/>
          <p:nvPr/>
        </p:nvSpPr>
        <p:spPr>
          <a:xfrm>
            <a:off x="731217" y="2430280"/>
            <a:ext cx="1783084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Agree </a:t>
            </a:r>
            <a:b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</a:br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Commercials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4C21DC-DF8A-A8FC-8AFB-B6CEE11A0B58}"/>
              </a:ext>
            </a:extLst>
          </p:cNvPr>
          <p:cNvSpPr txBox="1"/>
          <p:nvPr/>
        </p:nvSpPr>
        <p:spPr>
          <a:xfrm>
            <a:off x="2925024" y="2399850"/>
            <a:ext cx="1317581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SLA</a:t>
            </a:r>
          </a:p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Sign Off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9119F1-3086-0781-E50E-C7AC34AF863B}"/>
              </a:ext>
            </a:extLst>
          </p:cNvPr>
          <p:cNvSpPr txBox="1"/>
          <p:nvPr/>
        </p:nvSpPr>
        <p:spPr>
          <a:xfrm>
            <a:off x="4652172" y="2394941"/>
            <a:ext cx="1317581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Submit</a:t>
            </a:r>
          </a:p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KYC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8A973F-5430-D94E-E6BB-0D0ACD452EC8}"/>
              </a:ext>
            </a:extLst>
          </p:cNvPr>
          <p:cNvSpPr txBox="1"/>
          <p:nvPr/>
        </p:nvSpPr>
        <p:spPr>
          <a:xfrm>
            <a:off x="6364116" y="2409840"/>
            <a:ext cx="1317581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Customer</a:t>
            </a:r>
          </a:p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Set-up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936CC2-FF6A-22E2-C5ED-F31C849E4486}"/>
              </a:ext>
            </a:extLst>
          </p:cNvPr>
          <p:cNvSpPr txBox="1"/>
          <p:nvPr/>
        </p:nvSpPr>
        <p:spPr>
          <a:xfrm>
            <a:off x="8091264" y="2501111"/>
            <a:ext cx="1317581" cy="2846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Training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511E71-489C-F3CF-2B63-4DBEC7F13EA2}"/>
              </a:ext>
            </a:extLst>
          </p:cNvPr>
          <p:cNvSpPr txBox="1"/>
          <p:nvPr/>
        </p:nvSpPr>
        <p:spPr>
          <a:xfrm>
            <a:off x="9759630" y="2428895"/>
            <a:ext cx="1317581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250" b="0" i="0" dirty="0">
                <a:solidFill>
                  <a:schemeClr val="tx2"/>
                </a:solidFill>
                <a:latin typeface="Century Gothic" panose="020B0502020202020204" pitchFamily="34" charset="0"/>
              </a:rPr>
              <a:t>Prefunding &amp; Go Live</a:t>
            </a:r>
          </a:p>
        </p:txBody>
      </p:sp>
    </p:spTree>
    <p:extLst>
      <p:ext uri="{BB962C8B-B14F-4D97-AF65-F5344CB8AC3E}">
        <p14:creationId xmlns:p14="http://schemas.microsoft.com/office/powerpoint/2010/main" val="423291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4F89-2864-80A1-F3E3-967FCD8E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World map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D8874E-C1FF-35BC-F408-B02D9BC5D853}"/>
              </a:ext>
            </a:extLst>
          </p:cNvPr>
          <p:cNvGrpSpPr/>
          <p:nvPr/>
        </p:nvGrpSpPr>
        <p:grpSpPr>
          <a:xfrm>
            <a:off x="1917235" y="1726971"/>
            <a:ext cx="7839414" cy="3995453"/>
            <a:chOff x="1334281" y="1479598"/>
            <a:chExt cx="21442036" cy="10928195"/>
          </a:xfrm>
          <a:solidFill>
            <a:schemeClr val="tx2"/>
          </a:solidFill>
        </p:grpSpPr>
        <p:sp>
          <p:nvSpPr>
            <p:cNvPr id="4" name="Freeform 403">
              <a:extLst>
                <a:ext uri="{FF2B5EF4-FFF2-40B4-BE49-F238E27FC236}">
                  <a16:creationId xmlns:a16="http://schemas.microsoft.com/office/drawing/2014/main" id="{79E3D3EA-FAED-0AD2-D901-00A1FDE8D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3402" y="9388607"/>
              <a:ext cx="2386216" cy="1887518"/>
            </a:xfrm>
            <a:custGeom>
              <a:avLst/>
              <a:gdLst>
                <a:gd name="T0" fmla="*/ 96 w 204"/>
                <a:gd name="T1" fmla="*/ 3 h 152"/>
                <a:gd name="T2" fmla="*/ 97 w 204"/>
                <a:gd name="T3" fmla="*/ 7 h 152"/>
                <a:gd name="T4" fmla="*/ 86 w 204"/>
                <a:gd name="T5" fmla="*/ 13 h 152"/>
                <a:gd name="T6" fmla="*/ 76 w 204"/>
                <a:gd name="T7" fmla="*/ 24 h 152"/>
                <a:gd name="T8" fmla="*/ 71 w 204"/>
                <a:gd name="T9" fmla="*/ 15 h 152"/>
                <a:gd name="T10" fmla="*/ 65 w 204"/>
                <a:gd name="T11" fmla="*/ 19 h 152"/>
                <a:gd name="T12" fmla="*/ 62 w 204"/>
                <a:gd name="T13" fmla="*/ 22 h 152"/>
                <a:gd name="T14" fmla="*/ 59 w 204"/>
                <a:gd name="T15" fmla="*/ 26 h 152"/>
                <a:gd name="T16" fmla="*/ 55 w 204"/>
                <a:gd name="T17" fmla="*/ 33 h 152"/>
                <a:gd name="T18" fmla="*/ 51 w 204"/>
                <a:gd name="T19" fmla="*/ 30 h 152"/>
                <a:gd name="T20" fmla="*/ 47 w 204"/>
                <a:gd name="T21" fmla="*/ 38 h 152"/>
                <a:gd name="T22" fmla="*/ 24 w 204"/>
                <a:gd name="T23" fmla="*/ 50 h 152"/>
                <a:gd name="T24" fmla="*/ 7 w 204"/>
                <a:gd name="T25" fmla="*/ 60 h 152"/>
                <a:gd name="T26" fmla="*/ 3 w 204"/>
                <a:gd name="T27" fmla="*/ 68 h 152"/>
                <a:gd name="T28" fmla="*/ 4 w 204"/>
                <a:gd name="T29" fmla="*/ 82 h 152"/>
                <a:gd name="T30" fmla="*/ 7 w 204"/>
                <a:gd name="T31" fmla="*/ 91 h 152"/>
                <a:gd name="T32" fmla="*/ 13 w 204"/>
                <a:gd name="T33" fmla="*/ 106 h 152"/>
                <a:gd name="T34" fmla="*/ 11 w 204"/>
                <a:gd name="T35" fmla="*/ 121 h 152"/>
                <a:gd name="T36" fmla="*/ 30 w 204"/>
                <a:gd name="T37" fmla="*/ 125 h 152"/>
                <a:gd name="T38" fmla="*/ 54 w 204"/>
                <a:gd name="T39" fmla="*/ 121 h 152"/>
                <a:gd name="T40" fmla="*/ 73 w 204"/>
                <a:gd name="T41" fmla="*/ 112 h 152"/>
                <a:gd name="T42" fmla="*/ 96 w 204"/>
                <a:gd name="T43" fmla="*/ 111 h 152"/>
                <a:gd name="T44" fmla="*/ 111 w 204"/>
                <a:gd name="T45" fmla="*/ 121 h 152"/>
                <a:gd name="T46" fmla="*/ 116 w 204"/>
                <a:gd name="T47" fmla="*/ 125 h 152"/>
                <a:gd name="T48" fmla="*/ 125 w 204"/>
                <a:gd name="T49" fmla="*/ 120 h 152"/>
                <a:gd name="T50" fmla="*/ 122 w 204"/>
                <a:gd name="T51" fmla="*/ 129 h 152"/>
                <a:gd name="T52" fmla="*/ 131 w 204"/>
                <a:gd name="T53" fmla="*/ 132 h 152"/>
                <a:gd name="T54" fmla="*/ 145 w 204"/>
                <a:gd name="T55" fmla="*/ 147 h 152"/>
                <a:gd name="T56" fmla="*/ 161 w 204"/>
                <a:gd name="T57" fmla="*/ 145 h 152"/>
                <a:gd name="T58" fmla="*/ 165 w 204"/>
                <a:gd name="T59" fmla="*/ 149 h 152"/>
                <a:gd name="T60" fmla="*/ 174 w 204"/>
                <a:gd name="T61" fmla="*/ 145 h 152"/>
                <a:gd name="T62" fmla="*/ 194 w 204"/>
                <a:gd name="T63" fmla="*/ 118 h 152"/>
                <a:gd name="T64" fmla="*/ 200 w 204"/>
                <a:gd name="T65" fmla="*/ 108 h 152"/>
                <a:gd name="T66" fmla="*/ 202 w 204"/>
                <a:gd name="T67" fmla="*/ 96 h 152"/>
                <a:gd name="T68" fmla="*/ 201 w 204"/>
                <a:gd name="T69" fmla="*/ 83 h 152"/>
                <a:gd name="T70" fmla="*/ 196 w 204"/>
                <a:gd name="T71" fmla="*/ 70 h 152"/>
                <a:gd name="T72" fmla="*/ 184 w 204"/>
                <a:gd name="T73" fmla="*/ 59 h 152"/>
                <a:gd name="T74" fmla="*/ 180 w 204"/>
                <a:gd name="T75" fmla="*/ 50 h 152"/>
                <a:gd name="T76" fmla="*/ 166 w 204"/>
                <a:gd name="T77" fmla="*/ 36 h 152"/>
                <a:gd name="T78" fmla="*/ 161 w 204"/>
                <a:gd name="T79" fmla="*/ 20 h 152"/>
                <a:gd name="T80" fmla="*/ 152 w 204"/>
                <a:gd name="T81" fmla="*/ 8 h 152"/>
                <a:gd name="T82" fmla="*/ 145 w 204"/>
                <a:gd name="T83" fmla="*/ 6 h 152"/>
                <a:gd name="T84" fmla="*/ 143 w 204"/>
                <a:gd name="T85" fmla="*/ 16 h 152"/>
                <a:gd name="T86" fmla="*/ 130 w 204"/>
                <a:gd name="T87" fmla="*/ 31 h 152"/>
                <a:gd name="T88" fmla="*/ 115 w 204"/>
                <a:gd name="T89" fmla="*/ 17 h 152"/>
                <a:gd name="T90" fmla="*/ 118 w 204"/>
                <a:gd name="T91" fmla="*/ 11 h 152"/>
                <a:gd name="T92" fmla="*/ 117 w 204"/>
                <a:gd name="T93" fmla="*/ 8 h 152"/>
                <a:gd name="T94" fmla="*/ 109 w 204"/>
                <a:gd name="T95" fmla="*/ 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04" h="152">
                  <a:moveTo>
                    <a:pt x="101" y="4"/>
                  </a:moveTo>
                  <a:cubicBezTo>
                    <a:pt x="99" y="4"/>
                    <a:pt x="98" y="2"/>
                    <a:pt x="96" y="2"/>
                  </a:cubicBezTo>
                  <a:cubicBezTo>
                    <a:pt x="95" y="1"/>
                    <a:pt x="95" y="2"/>
                    <a:pt x="96" y="3"/>
                  </a:cubicBezTo>
                  <a:cubicBezTo>
                    <a:pt x="96" y="4"/>
                    <a:pt x="98" y="3"/>
                    <a:pt x="98" y="3"/>
                  </a:cubicBezTo>
                  <a:cubicBezTo>
                    <a:pt x="99" y="4"/>
                    <a:pt x="98" y="6"/>
                    <a:pt x="99" y="6"/>
                  </a:cubicBezTo>
                  <a:cubicBezTo>
                    <a:pt x="99" y="7"/>
                    <a:pt x="98" y="7"/>
                    <a:pt x="97" y="7"/>
                  </a:cubicBezTo>
                  <a:cubicBezTo>
                    <a:pt x="96" y="8"/>
                    <a:pt x="95" y="8"/>
                    <a:pt x="94" y="8"/>
                  </a:cubicBezTo>
                  <a:cubicBezTo>
                    <a:pt x="92" y="7"/>
                    <a:pt x="92" y="8"/>
                    <a:pt x="90" y="8"/>
                  </a:cubicBezTo>
                  <a:cubicBezTo>
                    <a:pt x="87" y="9"/>
                    <a:pt x="88" y="12"/>
                    <a:pt x="86" y="13"/>
                  </a:cubicBezTo>
                  <a:cubicBezTo>
                    <a:pt x="84" y="15"/>
                    <a:pt x="83" y="18"/>
                    <a:pt x="84" y="20"/>
                  </a:cubicBezTo>
                  <a:cubicBezTo>
                    <a:pt x="86" y="23"/>
                    <a:pt x="81" y="21"/>
                    <a:pt x="80" y="21"/>
                  </a:cubicBezTo>
                  <a:cubicBezTo>
                    <a:pt x="79" y="21"/>
                    <a:pt x="76" y="24"/>
                    <a:pt x="76" y="24"/>
                  </a:cubicBezTo>
                  <a:cubicBezTo>
                    <a:pt x="76" y="24"/>
                    <a:pt x="75" y="19"/>
                    <a:pt x="74" y="18"/>
                  </a:cubicBezTo>
                  <a:cubicBezTo>
                    <a:pt x="74" y="17"/>
                    <a:pt x="73" y="17"/>
                    <a:pt x="72" y="17"/>
                  </a:cubicBezTo>
                  <a:cubicBezTo>
                    <a:pt x="71" y="16"/>
                    <a:pt x="71" y="16"/>
                    <a:pt x="71" y="15"/>
                  </a:cubicBezTo>
                  <a:cubicBezTo>
                    <a:pt x="70" y="14"/>
                    <a:pt x="70" y="16"/>
                    <a:pt x="70" y="17"/>
                  </a:cubicBezTo>
                  <a:cubicBezTo>
                    <a:pt x="69" y="17"/>
                    <a:pt x="68" y="17"/>
                    <a:pt x="68" y="16"/>
                  </a:cubicBezTo>
                  <a:cubicBezTo>
                    <a:pt x="66" y="16"/>
                    <a:pt x="67" y="20"/>
                    <a:pt x="65" y="19"/>
                  </a:cubicBezTo>
                  <a:cubicBezTo>
                    <a:pt x="65" y="19"/>
                    <a:pt x="64" y="18"/>
                    <a:pt x="64" y="18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0" y="18"/>
                    <a:pt x="62" y="22"/>
                    <a:pt x="62" y="22"/>
                  </a:cubicBezTo>
                  <a:cubicBezTo>
                    <a:pt x="62" y="22"/>
                    <a:pt x="60" y="22"/>
                    <a:pt x="60" y="22"/>
                  </a:cubicBezTo>
                  <a:cubicBezTo>
                    <a:pt x="60" y="23"/>
                    <a:pt x="61" y="23"/>
                    <a:pt x="61" y="23"/>
                  </a:cubicBezTo>
                  <a:cubicBezTo>
                    <a:pt x="60" y="25"/>
                    <a:pt x="59" y="23"/>
                    <a:pt x="59" y="26"/>
                  </a:cubicBezTo>
                  <a:cubicBezTo>
                    <a:pt x="59" y="27"/>
                    <a:pt x="60" y="27"/>
                    <a:pt x="60" y="28"/>
                  </a:cubicBezTo>
                  <a:cubicBezTo>
                    <a:pt x="60" y="30"/>
                    <a:pt x="53" y="26"/>
                    <a:pt x="53" y="29"/>
                  </a:cubicBezTo>
                  <a:cubicBezTo>
                    <a:pt x="53" y="30"/>
                    <a:pt x="57" y="32"/>
                    <a:pt x="55" y="33"/>
                  </a:cubicBezTo>
                  <a:cubicBezTo>
                    <a:pt x="54" y="33"/>
                    <a:pt x="54" y="32"/>
                    <a:pt x="54" y="33"/>
                  </a:cubicBezTo>
                  <a:cubicBezTo>
                    <a:pt x="53" y="34"/>
                    <a:pt x="53" y="34"/>
                    <a:pt x="52" y="33"/>
                  </a:cubicBezTo>
                  <a:cubicBezTo>
                    <a:pt x="51" y="33"/>
                    <a:pt x="52" y="31"/>
                    <a:pt x="51" y="30"/>
                  </a:cubicBezTo>
                  <a:cubicBezTo>
                    <a:pt x="50" y="28"/>
                    <a:pt x="48" y="32"/>
                    <a:pt x="47" y="33"/>
                  </a:cubicBezTo>
                  <a:cubicBezTo>
                    <a:pt x="47" y="34"/>
                    <a:pt x="46" y="35"/>
                    <a:pt x="46" y="36"/>
                  </a:cubicBezTo>
                  <a:cubicBezTo>
                    <a:pt x="46" y="36"/>
                    <a:pt x="47" y="37"/>
                    <a:pt x="47" y="38"/>
                  </a:cubicBezTo>
                  <a:cubicBezTo>
                    <a:pt x="47" y="38"/>
                    <a:pt x="45" y="40"/>
                    <a:pt x="44" y="41"/>
                  </a:cubicBezTo>
                  <a:cubicBezTo>
                    <a:pt x="41" y="44"/>
                    <a:pt x="38" y="46"/>
                    <a:pt x="34" y="47"/>
                  </a:cubicBezTo>
                  <a:cubicBezTo>
                    <a:pt x="31" y="47"/>
                    <a:pt x="28" y="49"/>
                    <a:pt x="24" y="50"/>
                  </a:cubicBezTo>
                  <a:cubicBezTo>
                    <a:pt x="21" y="51"/>
                    <a:pt x="18" y="51"/>
                    <a:pt x="15" y="53"/>
                  </a:cubicBezTo>
                  <a:cubicBezTo>
                    <a:pt x="13" y="55"/>
                    <a:pt x="12" y="55"/>
                    <a:pt x="10" y="56"/>
                  </a:cubicBezTo>
                  <a:cubicBezTo>
                    <a:pt x="9" y="57"/>
                    <a:pt x="7" y="60"/>
                    <a:pt x="7" y="60"/>
                  </a:cubicBezTo>
                  <a:cubicBezTo>
                    <a:pt x="6" y="60"/>
                    <a:pt x="7" y="57"/>
                    <a:pt x="7" y="56"/>
                  </a:cubicBezTo>
                  <a:cubicBezTo>
                    <a:pt x="5" y="56"/>
                    <a:pt x="4" y="61"/>
                    <a:pt x="4" y="61"/>
                  </a:cubicBezTo>
                  <a:cubicBezTo>
                    <a:pt x="5" y="64"/>
                    <a:pt x="3" y="65"/>
                    <a:pt x="3" y="68"/>
                  </a:cubicBezTo>
                  <a:cubicBezTo>
                    <a:pt x="3" y="69"/>
                    <a:pt x="8" y="80"/>
                    <a:pt x="6" y="81"/>
                  </a:cubicBezTo>
                  <a:cubicBezTo>
                    <a:pt x="6" y="81"/>
                    <a:pt x="3" y="77"/>
                    <a:pt x="3" y="77"/>
                  </a:cubicBezTo>
                  <a:cubicBezTo>
                    <a:pt x="3" y="78"/>
                    <a:pt x="6" y="81"/>
                    <a:pt x="4" y="82"/>
                  </a:cubicBezTo>
                  <a:cubicBezTo>
                    <a:pt x="2" y="82"/>
                    <a:pt x="2" y="77"/>
                    <a:pt x="0" y="77"/>
                  </a:cubicBezTo>
                  <a:cubicBezTo>
                    <a:pt x="0" y="77"/>
                    <a:pt x="6" y="85"/>
                    <a:pt x="6" y="86"/>
                  </a:cubicBezTo>
                  <a:cubicBezTo>
                    <a:pt x="7" y="87"/>
                    <a:pt x="6" y="89"/>
                    <a:pt x="7" y="91"/>
                  </a:cubicBezTo>
                  <a:cubicBezTo>
                    <a:pt x="8" y="93"/>
                    <a:pt x="9" y="94"/>
                    <a:pt x="10" y="96"/>
                  </a:cubicBezTo>
                  <a:cubicBezTo>
                    <a:pt x="11" y="97"/>
                    <a:pt x="11" y="100"/>
                    <a:pt x="11" y="101"/>
                  </a:cubicBezTo>
                  <a:cubicBezTo>
                    <a:pt x="11" y="103"/>
                    <a:pt x="12" y="105"/>
                    <a:pt x="13" y="106"/>
                  </a:cubicBezTo>
                  <a:cubicBezTo>
                    <a:pt x="14" y="109"/>
                    <a:pt x="14" y="110"/>
                    <a:pt x="14" y="113"/>
                  </a:cubicBezTo>
                  <a:cubicBezTo>
                    <a:pt x="14" y="114"/>
                    <a:pt x="14" y="119"/>
                    <a:pt x="14" y="119"/>
                  </a:cubicBezTo>
                  <a:cubicBezTo>
                    <a:pt x="13" y="120"/>
                    <a:pt x="12" y="120"/>
                    <a:pt x="11" y="121"/>
                  </a:cubicBezTo>
                  <a:cubicBezTo>
                    <a:pt x="10" y="124"/>
                    <a:pt x="12" y="124"/>
                    <a:pt x="13" y="125"/>
                  </a:cubicBezTo>
                  <a:cubicBezTo>
                    <a:pt x="17" y="127"/>
                    <a:pt x="20" y="129"/>
                    <a:pt x="25" y="128"/>
                  </a:cubicBezTo>
                  <a:cubicBezTo>
                    <a:pt x="27" y="127"/>
                    <a:pt x="29" y="126"/>
                    <a:pt x="30" y="125"/>
                  </a:cubicBezTo>
                  <a:cubicBezTo>
                    <a:pt x="33" y="124"/>
                    <a:pt x="32" y="125"/>
                    <a:pt x="33" y="123"/>
                  </a:cubicBezTo>
                  <a:cubicBezTo>
                    <a:pt x="35" y="121"/>
                    <a:pt x="42" y="121"/>
                    <a:pt x="44" y="122"/>
                  </a:cubicBezTo>
                  <a:cubicBezTo>
                    <a:pt x="47" y="122"/>
                    <a:pt x="52" y="124"/>
                    <a:pt x="54" y="121"/>
                  </a:cubicBezTo>
                  <a:cubicBezTo>
                    <a:pt x="55" y="120"/>
                    <a:pt x="55" y="118"/>
                    <a:pt x="57" y="117"/>
                  </a:cubicBezTo>
                  <a:cubicBezTo>
                    <a:pt x="59" y="116"/>
                    <a:pt x="61" y="115"/>
                    <a:pt x="63" y="114"/>
                  </a:cubicBezTo>
                  <a:cubicBezTo>
                    <a:pt x="66" y="112"/>
                    <a:pt x="70" y="114"/>
                    <a:pt x="73" y="112"/>
                  </a:cubicBezTo>
                  <a:cubicBezTo>
                    <a:pt x="78" y="110"/>
                    <a:pt x="82" y="110"/>
                    <a:pt x="88" y="109"/>
                  </a:cubicBezTo>
                  <a:cubicBezTo>
                    <a:pt x="89" y="109"/>
                    <a:pt x="90" y="108"/>
                    <a:pt x="92" y="108"/>
                  </a:cubicBezTo>
                  <a:cubicBezTo>
                    <a:pt x="93" y="109"/>
                    <a:pt x="95" y="110"/>
                    <a:pt x="96" y="111"/>
                  </a:cubicBezTo>
                  <a:cubicBezTo>
                    <a:pt x="97" y="111"/>
                    <a:pt x="107" y="113"/>
                    <a:pt x="107" y="114"/>
                  </a:cubicBezTo>
                  <a:cubicBezTo>
                    <a:pt x="106" y="115"/>
                    <a:pt x="105" y="118"/>
                    <a:pt x="107" y="117"/>
                  </a:cubicBezTo>
                  <a:cubicBezTo>
                    <a:pt x="108" y="117"/>
                    <a:pt x="110" y="120"/>
                    <a:pt x="111" y="121"/>
                  </a:cubicBezTo>
                  <a:cubicBezTo>
                    <a:pt x="112" y="122"/>
                    <a:pt x="112" y="123"/>
                    <a:pt x="112" y="125"/>
                  </a:cubicBezTo>
                  <a:cubicBezTo>
                    <a:pt x="113" y="126"/>
                    <a:pt x="115" y="128"/>
                    <a:pt x="115" y="128"/>
                  </a:cubicBezTo>
                  <a:cubicBezTo>
                    <a:pt x="115" y="127"/>
                    <a:pt x="114" y="126"/>
                    <a:pt x="116" y="125"/>
                  </a:cubicBezTo>
                  <a:cubicBezTo>
                    <a:pt x="117" y="124"/>
                    <a:pt x="118" y="123"/>
                    <a:pt x="120" y="122"/>
                  </a:cubicBezTo>
                  <a:cubicBezTo>
                    <a:pt x="121" y="121"/>
                    <a:pt x="126" y="116"/>
                    <a:pt x="125" y="115"/>
                  </a:cubicBezTo>
                  <a:cubicBezTo>
                    <a:pt x="126" y="117"/>
                    <a:pt x="125" y="118"/>
                    <a:pt x="125" y="120"/>
                  </a:cubicBezTo>
                  <a:cubicBezTo>
                    <a:pt x="126" y="121"/>
                    <a:pt x="124" y="122"/>
                    <a:pt x="124" y="122"/>
                  </a:cubicBezTo>
                  <a:cubicBezTo>
                    <a:pt x="123" y="124"/>
                    <a:pt x="123" y="125"/>
                    <a:pt x="123" y="126"/>
                  </a:cubicBezTo>
                  <a:cubicBezTo>
                    <a:pt x="123" y="128"/>
                    <a:pt x="119" y="129"/>
                    <a:pt x="122" y="129"/>
                  </a:cubicBezTo>
                  <a:cubicBezTo>
                    <a:pt x="126" y="129"/>
                    <a:pt x="124" y="125"/>
                    <a:pt x="125" y="123"/>
                  </a:cubicBezTo>
                  <a:cubicBezTo>
                    <a:pt x="125" y="123"/>
                    <a:pt x="129" y="127"/>
                    <a:pt x="128" y="129"/>
                  </a:cubicBezTo>
                  <a:cubicBezTo>
                    <a:pt x="125" y="133"/>
                    <a:pt x="129" y="130"/>
                    <a:pt x="131" y="132"/>
                  </a:cubicBezTo>
                  <a:cubicBezTo>
                    <a:pt x="134" y="135"/>
                    <a:pt x="134" y="136"/>
                    <a:pt x="134" y="139"/>
                  </a:cubicBezTo>
                  <a:cubicBezTo>
                    <a:pt x="133" y="142"/>
                    <a:pt x="137" y="145"/>
                    <a:pt x="139" y="145"/>
                  </a:cubicBezTo>
                  <a:cubicBezTo>
                    <a:pt x="141" y="146"/>
                    <a:pt x="143" y="147"/>
                    <a:pt x="145" y="147"/>
                  </a:cubicBezTo>
                  <a:cubicBezTo>
                    <a:pt x="147" y="147"/>
                    <a:pt x="151" y="152"/>
                    <a:pt x="153" y="151"/>
                  </a:cubicBezTo>
                  <a:cubicBezTo>
                    <a:pt x="155" y="150"/>
                    <a:pt x="157" y="149"/>
                    <a:pt x="158" y="147"/>
                  </a:cubicBezTo>
                  <a:cubicBezTo>
                    <a:pt x="158" y="147"/>
                    <a:pt x="160" y="144"/>
                    <a:pt x="161" y="145"/>
                  </a:cubicBezTo>
                  <a:cubicBezTo>
                    <a:pt x="161" y="146"/>
                    <a:pt x="159" y="147"/>
                    <a:pt x="160" y="148"/>
                  </a:cubicBezTo>
                  <a:cubicBezTo>
                    <a:pt x="161" y="149"/>
                    <a:pt x="161" y="146"/>
                    <a:pt x="162" y="146"/>
                  </a:cubicBezTo>
                  <a:cubicBezTo>
                    <a:pt x="162" y="146"/>
                    <a:pt x="164" y="149"/>
                    <a:pt x="165" y="149"/>
                  </a:cubicBezTo>
                  <a:cubicBezTo>
                    <a:pt x="165" y="150"/>
                    <a:pt x="167" y="152"/>
                    <a:pt x="168" y="152"/>
                  </a:cubicBezTo>
                  <a:cubicBezTo>
                    <a:pt x="167" y="152"/>
                    <a:pt x="170" y="149"/>
                    <a:pt x="170" y="149"/>
                  </a:cubicBezTo>
                  <a:cubicBezTo>
                    <a:pt x="172" y="148"/>
                    <a:pt x="173" y="146"/>
                    <a:pt x="174" y="145"/>
                  </a:cubicBezTo>
                  <a:cubicBezTo>
                    <a:pt x="177" y="144"/>
                    <a:pt x="185" y="146"/>
                    <a:pt x="185" y="142"/>
                  </a:cubicBezTo>
                  <a:cubicBezTo>
                    <a:pt x="186" y="137"/>
                    <a:pt x="187" y="134"/>
                    <a:pt x="188" y="130"/>
                  </a:cubicBezTo>
                  <a:cubicBezTo>
                    <a:pt x="190" y="126"/>
                    <a:pt x="191" y="122"/>
                    <a:pt x="194" y="118"/>
                  </a:cubicBezTo>
                  <a:cubicBezTo>
                    <a:pt x="195" y="117"/>
                    <a:pt x="197" y="116"/>
                    <a:pt x="198" y="114"/>
                  </a:cubicBezTo>
                  <a:cubicBezTo>
                    <a:pt x="198" y="113"/>
                    <a:pt x="198" y="113"/>
                    <a:pt x="198" y="112"/>
                  </a:cubicBezTo>
                  <a:cubicBezTo>
                    <a:pt x="199" y="111"/>
                    <a:pt x="200" y="110"/>
                    <a:pt x="200" y="108"/>
                  </a:cubicBezTo>
                  <a:cubicBezTo>
                    <a:pt x="201" y="106"/>
                    <a:pt x="200" y="104"/>
                    <a:pt x="201" y="102"/>
                  </a:cubicBezTo>
                  <a:cubicBezTo>
                    <a:pt x="201" y="101"/>
                    <a:pt x="202" y="100"/>
                    <a:pt x="202" y="99"/>
                  </a:cubicBezTo>
                  <a:cubicBezTo>
                    <a:pt x="203" y="98"/>
                    <a:pt x="201" y="97"/>
                    <a:pt x="202" y="96"/>
                  </a:cubicBezTo>
                  <a:cubicBezTo>
                    <a:pt x="203" y="95"/>
                    <a:pt x="204" y="92"/>
                    <a:pt x="203" y="91"/>
                  </a:cubicBezTo>
                  <a:cubicBezTo>
                    <a:pt x="203" y="89"/>
                    <a:pt x="202" y="88"/>
                    <a:pt x="202" y="87"/>
                  </a:cubicBezTo>
                  <a:cubicBezTo>
                    <a:pt x="201" y="86"/>
                    <a:pt x="201" y="84"/>
                    <a:pt x="201" y="83"/>
                  </a:cubicBezTo>
                  <a:cubicBezTo>
                    <a:pt x="200" y="79"/>
                    <a:pt x="203" y="77"/>
                    <a:pt x="202" y="73"/>
                  </a:cubicBezTo>
                  <a:cubicBezTo>
                    <a:pt x="202" y="74"/>
                    <a:pt x="201" y="76"/>
                    <a:pt x="200" y="76"/>
                  </a:cubicBezTo>
                  <a:cubicBezTo>
                    <a:pt x="198" y="76"/>
                    <a:pt x="197" y="72"/>
                    <a:pt x="196" y="70"/>
                  </a:cubicBezTo>
                  <a:cubicBezTo>
                    <a:pt x="194" y="67"/>
                    <a:pt x="190" y="67"/>
                    <a:pt x="190" y="62"/>
                  </a:cubicBezTo>
                  <a:cubicBezTo>
                    <a:pt x="189" y="60"/>
                    <a:pt x="188" y="60"/>
                    <a:pt x="187" y="59"/>
                  </a:cubicBezTo>
                  <a:cubicBezTo>
                    <a:pt x="185" y="58"/>
                    <a:pt x="185" y="61"/>
                    <a:pt x="184" y="59"/>
                  </a:cubicBezTo>
                  <a:cubicBezTo>
                    <a:pt x="184" y="56"/>
                    <a:pt x="183" y="55"/>
                    <a:pt x="181" y="53"/>
                  </a:cubicBezTo>
                  <a:cubicBezTo>
                    <a:pt x="181" y="53"/>
                    <a:pt x="180" y="52"/>
                    <a:pt x="180" y="51"/>
                  </a:cubicBezTo>
                  <a:cubicBezTo>
                    <a:pt x="179" y="51"/>
                    <a:pt x="180" y="49"/>
                    <a:pt x="180" y="50"/>
                  </a:cubicBezTo>
                  <a:cubicBezTo>
                    <a:pt x="178" y="48"/>
                    <a:pt x="176" y="47"/>
                    <a:pt x="174" y="46"/>
                  </a:cubicBezTo>
                  <a:cubicBezTo>
                    <a:pt x="172" y="44"/>
                    <a:pt x="169" y="45"/>
                    <a:pt x="168" y="43"/>
                  </a:cubicBezTo>
                  <a:cubicBezTo>
                    <a:pt x="166" y="41"/>
                    <a:pt x="167" y="37"/>
                    <a:pt x="166" y="36"/>
                  </a:cubicBezTo>
                  <a:cubicBezTo>
                    <a:pt x="166" y="34"/>
                    <a:pt x="166" y="32"/>
                    <a:pt x="165" y="31"/>
                  </a:cubicBezTo>
                  <a:cubicBezTo>
                    <a:pt x="164" y="30"/>
                    <a:pt x="163" y="30"/>
                    <a:pt x="163" y="28"/>
                  </a:cubicBezTo>
                  <a:cubicBezTo>
                    <a:pt x="163" y="26"/>
                    <a:pt x="163" y="23"/>
                    <a:pt x="161" y="20"/>
                  </a:cubicBezTo>
                  <a:cubicBezTo>
                    <a:pt x="160" y="20"/>
                    <a:pt x="158" y="17"/>
                    <a:pt x="158" y="18"/>
                  </a:cubicBezTo>
                  <a:cubicBezTo>
                    <a:pt x="156" y="18"/>
                    <a:pt x="156" y="19"/>
                    <a:pt x="155" y="17"/>
                  </a:cubicBezTo>
                  <a:cubicBezTo>
                    <a:pt x="153" y="15"/>
                    <a:pt x="154" y="11"/>
                    <a:pt x="152" y="8"/>
                  </a:cubicBezTo>
                  <a:cubicBezTo>
                    <a:pt x="152" y="7"/>
                    <a:pt x="148" y="0"/>
                    <a:pt x="148" y="0"/>
                  </a:cubicBezTo>
                  <a:cubicBezTo>
                    <a:pt x="147" y="0"/>
                    <a:pt x="147" y="2"/>
                    <a:pt x="147" y="3"/>
                  </a:cubicBezTo>
                  <a:cubicBezTo>
                    <a:pt x="147" y="4"/>
                    <a:pt x="146" y="5"/>
                    <a:pt x="145" y="6"/>
                  </a:cubicBezTo>
                  <a:cubicBezTo>
                    <a:pt x="145" y="6"/>
                    <a:pt x="143" y="8"/>
                    <a:pt x="144" y="9"/>
                  </a:cubicBezTo>
                  <a:cubicBezTo>
                    <a:pt x="144" y="9"/>
                    <a:pt x="146" y="9"/>
                    <a:pt x="145" y="10"/>
                  </a:cubicBezTo>
                  <a:cubicBezTo>
                    <a:pt x="144" y="10"/>
                    <a:pt x="143" y="15"/>
                    <a:pt x="143" y="16"/>
                  </a:cubicBezTo>
                  <a:cubicBezTo>
                    <a:pt x="144" y="18"/>
                    <a:pt x="144" y="20"/>
                    <a:pt x="144" y="22"/>
                  </a:cubicBezTo>
                  <a:cubicBezTo>
                    <a:pt x="143" y="26"/>
                    <a:pt x="143" y="36"/>
                    <a:pt x="137" y="36"/>
                  </a:cubicBezTo>
                  <a:cubicBezTo>
                    <a:pt x="133" y="36"/>
                    <a:pt x="133" y="32"/>
                    <a:pt x="130" y="31"/>
                  </a:cubicBezTo>
                  <a:cubicBezTo>
                    <a:pt x="128" y="30"/>
                    <a:pt x="126" y="30"/>
                    <a:pt x="124" y="28"/>
                  </a:cubicBezTo>
                  <a:cubicBezTo>
                    <a:pt x="123" y="27"/>
                    <a:pt x="112" y="21"/>
                    <a:pt x="113" y="20"/>
                  </a:cubicBezTo>
                  <a:cubicBezTo>
                    <a:pt x="113" y="19"/>
                    <a:pt x="114" y="18"/>
                    <a:pt x="115" y="17"/>
                  </a:cubicBezTo>
                  <a:cubicBezTo>
                    <a:pt x="115" y="16"/>
                    <a:pt x="117" y="16"/>
                    <a:pt x="117" y="15"/>
                  </a:cubicBezTo>
                  <a:cubicBezTo>
                    <a:pt x="117" y="15"/>
                    <a:pt x="116" y="14"/>
                    <a:pt x="116" y="13"/>
                  </a:cubicBezTo>
                  <a:cubicBezTo>
                    <a:pt x="117" y="12"/>
                    <a:pt x="117" y="12"/>
                    <a:pt x="118" y="11"/>
                  </a:cubicBezTo>
                  <a:cubicBezTo>
                    <a:pt x="118" y="10"/>
                    <a:pt x="120" y="9"/>
                    <a:pt x="121" y="8"/>
                  </a:cubicBezTo>
                  <a:cubicBezTo>
                    <a:pt x="121" y="7"/>
                    <a:pt x="119" y="5"/>
                    <a:pt x="118" y="6"/>
                  </a:cubicBezTo>
                  <a:cubicBezTo>
                    <a:pt x="118" y="6"/>
                    <a:pt x="117" y="8"/>
                    <a:pt x="117" y="8"/>
                  </a:cubicBezTo>
                  <a:cubicBezTo>
                    <a:pt x="116" y="7"/>
                    <a:pt x="116" y="7"/>
                    <a:pt x="115" y="6"/>
                  </a:cubicBezTo>
                  <a:cubicBezTo>
                    <a:pt x="115" y="5"/>
                    <a:pt x="113" y="7"/>
                    <a:pt x="112" y="7"/>
                  </a:cubicBezTo>
                  <a:cubicBezTo>
                    <a:pt x="111" y="8"/>
                    <a:pt x="110" y="7"/>
                    <a:pt x="109" y="7"/>
                  </a:cubicBezTo>
                  <a:cubicBezTo>
                    <a:pt x="107" y="6"/>
                    <a:pt x="104" y="5"/>
                    <a:pt x="101" y="4"/>
                  </a:cubicBezTo>
                  <a:cubicBezTo>
                    <a:pt x="99" y="4"/>
                    <a:pt x="103" y="5"/>
                    <a:pt x="101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" name="Freeform 404">
              <a:extLst>
                <a:ext uri="{FF2B5EF4-FFF2-40B4-BE49-F238E27FC236}">
                  <a16:creationId xmlns:a16="http://schemas.microsoft.com/office/drawing/2014/main" id="{A07C6C87-4F70-B613-561C-3097AC96E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3929" y="4574796"/>
              <a:ext cx="466866" cy="747405"/>
            </a:xfrm>
            <a:custGeom>
              <a:avLst/>
              <a:gdLst>
                <a:gd name="T0" fmla="*/ 7 w 40"/>
                <a:gd name="T1" fmla="*/ 0 h 60"/>
                <a:gd name="T2" fmla="*/ 4 w 40"/>
                <a:gd name="T3" fmla="*/ 3 h 60"/>
                <a:gd name="T4" fmla="*/ 2 w 40"/>
                <a:gd name="T5" fmla="*/ 8 h 60"/>
                <a:gd name="T6" fmla="*/ 5 w 40"/>
                <a:gd name="T7" fmla="*/ 14 h 60"/>
                <a:gd name="T8" fmla="*/ 3 w 40"/>
                <a:gd name="T9" fmla="*/ 18 h 60"/>
                <a:gd name="T10" fmla="*/ 3 w 40"/>
                <a:gd name="T11" fmla="*/ 19 h 60"/>
                <a:gd name="T12" fmla="*/ 2 w 40"/>
                <a:gd name="T13" fmla="*/ 23 h 60"/>
                <a:gd name="T14" fmla="*/ 5 w 40"/>
                <a:gd name="T15" fmla="*/ 23 h 60"/>
                <a:gd name="T16" fmla="*/ 7 w 40"/>
                <a:gd name="T17" fmla="*/ 19 h 60"/>
                <a:gd name="T18" fmla="*/ 7 w 40"/>
                <a:gd name="T19" fmla="*/ 23 h 60"/>
                <a:gd name="T20" fmla="*/ 11 w 40"/>
                <a:gd name="T21" fmla="*/ 27 h 60"/>
                <a:gd name="T22" fmla="*/ 14 w 40"/>
                <a:gd name="T23" fmla="*/ 30 h 60"/>
                <a:gd name="T24" fmla="*/ 16 w 40"/>
                <a:gd name="T25" fmla="*/ 36 h 60"/>
                <a:gd name="T26" fmla="*/ 8 w 40"/>
                <a:gd name="T27" fmla="*/ 39 h 60"/>
                <a:gd name="T28" fmla="*/ 9 w 40"/>
                <a:gd name="T29" fmla="*/ 42 h 60"/>
                <a:gd name="T30" fmla="*/ 5 w 40"/>
                <a:gd name="T31" fmla="*/ 47 h 60"/>
                <a:gd name="T32" fmla="*/ 9 w 40"/>
                <a:gd name="T33" fmla="*/ 48 h 60"/>
                <a:gd name="T34" fmla="*/ 18 w 40"/>
                <a:gd name="T35" fmla="*/ 48 h 60"/>
                <a:gd name="T36" fmla="*/ 10 w 40"/>
                <a:gd name="T37" fmla="*/ 52 h 60"/>
                <a:gd name="T38" fmla="*/ 7 w 40"/>
                <a:gd name="T39" fmla="*/ 55 h 60"/>
                <a:gd name="T40" fmla="*/ 3 w 40"/>
                <a:gd name="T41" fmla="*/ 59 h 60"/>
                <a:gd name="T42" fmla="*/ 5 w 40"/>
                <a:gd name="T43" fmla="*/ 60 h 60"/>
                <a:gd name="T44" fmla="*/ 12 w 40"/>
                <a:gd name="T45" fmla="*/ 57 h 60"/>
                <a:gd name="T46" fmla="*/ 19 w 40"/>
                <a:gd name="T47" fmla="*/ 55 h 60"/>
                <a:gd name="T48" fmla="*/ 27 w 40"/>
                <a:gd name="T49" fmla="*/ 54 h 60"/>
                <a:gd name="T50" fmla="*/ 38 w 40"/>
                <a:gd name="T51" fmla="*/ 51 h 60"/>
                <a:gd name="T52" fmla="*/ 38 w 40"/>
                <a:gd name="T53" fmla="*/ 46 h 60"/>
                <a:gd name="T54" fmla="*/ 32 w 40"/>
                <a:gd name="T55" fmla="*/ 41 h 60"/>
                <a:gd name="T56" fmla="*/ 31 w 40"/>
                <a:gd name="T57" fmla="*/ 36 h 60"/>
                <a:gd name="T58" fmla="*/ 30 w 40"/>
                <a:gd name="T59" fmla="*/ 34 h 60"/>
                <a:gd name="T60" fmla="*/ 23 w 40"/>
                <a:gd name="T61" fmla="*/ 25 h 60"/>
                <a:gd name="T62" fmla="*/ 12 w 40"/>
                <a:gd name="T63" fmla="*/ 18 h 60"/>
                <a:gd name="T64" fmla="*/ 14 w 40"/>
                <a:gd name="T65" fmla="*/ 16 h 60"/>
                <a:gd name="T66" fmla="*/ 21 w 40"/>
                <a:gd name="T67" fmla="*/ 8 h 60"/>
                <a:gd name="T68" fmla="*/ 9 w 40"/>
                <a:gd name="T69" fmla="*/ 7 h 60"/>
                <a:gd name="T70" fmla="*/ 9 w 40"/>
                <a:gd name="T71" fmla="*/ 6 h 60"/>
                <a:gd name="T72" fmla="*/ 15 w 40"/>
                <a:gd name="T7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0">
                  <a:moveTo>
                    <a:pt x="15" y="0"/>
                  </a:moveTo>
                  <a:cubicBezTo>
                    <a:pt x="12" y="0"/>
                    <a:pt x="10" y="1"/>
                    <a:pt x="7" y="0"/>
                  </a:cubicBezTo>
                  <a:cubicBezTo>
                    <a:pt x="6" y="0"/>
                    <a:pt x="5" y="0"/>
                    <a:pt x="5" y="1"/>
                  </a:cubicBezTo>
                  <a:cubicBezTo>
                    <a:pt x="6" y="3"/>
                    <a:pt x="5" y="2"/>
                    <a:pt x="4" y="3"/>
                  </a:cubicBezTo>
                  <a:cubicBezTo>
                    <a:pt x="5" y="2"/>
                    <a:pt x="5" y="4"/>
                    <a:pt x="5" y="4"/>
                  </a:cubicBezTo>
                  <a:cubicBezTo>
                    <a:pt x="4" y="6"/>
                    <a:pt x="1" y="5"/>
                    <a:pt x="2" y="8"/>
                  </a:cubicBezTo>
                  <a:cubicBezTo>
                    <a:pt x="4" y="10"/>
                    <a:pt x="3" y="11"/>
                    <a:pt x="2" y="13"/>
                  </a:cubicBezTo>
                  <a:cubicBezTo>
                    <a:pt x="2" y="15"/>
                    <a:pt x="4" y="15"/>
                    <a:pt x="5" y="14"/>
                  </a:cubicBezTo>
                  <a:cubicBezTo>
                    <a:pt x="4" y="15"/>
                    <a:pt x="5" y="15"/>
                    <a:pt x="5" y="16"/>
                  </a:cubicBezTo>
                  <a:cubicBezTo>
                    <a:pt x="5" y="15"/>
                    <a:pt x="3" y="18"/>
                    <a:pt x="3" y="18"/>
                  </a:cubicBezTo>
                  <a:cubicBezTo>
                    <a:pt x="2" y="18"/>
                    <a:pt x="0" y="18"/>
                    <a:pt x="0" y="20"/>
                  </a:cubicBezTo>
                  <a:cubicBezTo>
                    <a:pt x="1" y="20"/>
                    <a:pt x="2" y="18"/>
                    <a:pt x="3" y="19"/>
                  </a:cubicBezTo>
                  <a:cubicBezTo>
                    <a:pt x="3" y="20"/>
                    <a:pt x="3" y="21"/>
                    <a:pt x="3" y="21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2" y="24"/>
                    <a:pt x="3" y="22"/>
                    <a:pt x="4" y="22"/>
                  </a:cubicBezTo>
                  <a:cubicBezTo>
                    <a:pt x="4" y="21"/>
                    <a:pt x="5" y="23"/>
                    <a:pt x="5" y="23"/>
                  </a:cubicBezTo>
                  <a:cubicBezTo>
                    <a:pt x="6" y="23"/>
                    <a:pt x="5" y="19"/>
                    <a:pt x="4" y="19"/>
                  </a:cubicBezTo>
                  <a:cubicBezTo>
                    <a:pt x="5" y="19"/>
                    <a:pt x="7" y="20"/>
                    <a:pt x="7" y="19"/>
                  </a:cubicBezTo>
                  <a:cubicBezTo>
                    <a:pt x="7" y="19"/>
                    <a:pt x="6" y="20"/>
                    <a:pt x="6" y="20"/>
                  </a:cubicBezTo>
                  <a:cubicBezTo>
                    <a:pt x="6" y="21"/>
                    <a:pt x="7" y="22"/>
                    <a:pt x="7" y="23"/>
                  </a:cubicBezTo>
                  <a:cubicBezTo>
                    <a:pt x="7" y="24"/>
                    <a:pt x="4" y="27"/>
                    <a:pt x="7" y="27"/>
                  </a:cubicBezTo>
                  <a:cubicBezTo>
                    <a:pt x="7" y="27"/>
                    <a:pt x="10" y="27"/>
                    <a:pt x="11" y="27"/>
                  </a:cubicBezTo>
                  <a:cubicBezTo>
                    <a:pt x="12" y="26"/>
                    <a:pt x="15" y="26"/>
                    <a:pt x="15" y="26"/>
                  </a:cubicBezTo>
                  <a:cubicBezTo>
                    <a:pt x="14" y="28"/>
                    <a:pt x="13" y="28"/>
                    <a:pt x="14" y="30"/>
                  </a:cubicBezTo>
                  <a:cubicBezTo>
                    <a:pt x="15" y="33"/>
                    <a:pt x="15" y="31"/>
                    <a:pt x="16" y="32"/>
                  </a:cubicBezTo>
                  <a:cubicBezTo>
                    <a:pt x="16" y="33"/>
                    <a:pt x="15" y="35"/>
                    <a:pt x="16" y="36"/>
                  </a:cubicBezTo>
                  <a:cubicBezTo>
                    <a:pt x="17" y="38"/>
                    <a:pt x="14" y="38"/>
                    <a:pt x="13" y="38"/>
                  </a:cubicBezTo>
                  <a:cubicBezTo>
                    <a:pt x="11" y="39"/>
                    <a:pt x="10" y="37"/>
                    <a:pt x="8" y="39"/>
                  </a:cubicBezTo>
                  <a:cubicBezTo>
                    <a:pt x="7" y="41"/>
                    <a:pt x="12" y="40"/>
                    <a:pt x="11" y="41"/>
                  </a:cubicBezTo>
                  <a:cubicBezTo>
                    <a:pt x="11" y="41"/>
                    <a:pt x="9" y="42"/>
                    <a:pt x="9" y="42"/>
                  </a:cubicBezTo>
                  <a:cubicBezTo>
                    <a:pt x="9" y="43"/>
                    <a:pt x="10" y="43"/>
                    <a:pt x="9" y="44"/>
                  </a:cubicBezTo>
                  <a:cubicBezTo>
                    <a:pt x="8" y="45"/>
                    <a:pt x="7" y="46"/>
                    <a:pt x="5" y="47"/>
                  </a:cubicBezTo>
                  <a:cubicBezTo>
                    <a:pt x="4" y="48"/>
                    <a:pt x="6" y="49"/>
                    <a:pt x="6" y="49"/>
                  </a:cubicBezTo>
                  <a:cubicBezTo>
                    <a:pt x="7" y="49"/>
                    <a:pt x="9" y="48"/>
                    <a:pt x="9" y="48"/>
                  </a:cubicBezTo>
                  <a:cubicBezTo>
                    <a:pt x="9" y="49"/>
                    <a:pt x="12" y="49"/>
                    <a:pt x="13" y="50"/>
                  </a:cubicBezTo>
                  <a:cubicBezTo>
                    <a:pt x="15" y="50"/>
                    <a:pt x="17" y="48"/>
                    <a:pt x="18" y="48"/>
                  </a:cubicBezTo>
                  <a:cubicBezTo>
                    <a:pt x="18" y="48"/>
                    <a:pt x="16" y="53"/>
                    <a:pt x="13" y="52"/>
                  </a:cubicBezTo>
                  <a:cubicBezTo>
                    <a:pt x="12" y="51"/>
                    <a:pt x="11" y="52"/>
                    <a:pt x="10" y="52"/>
                  </a:cubicBezTo>
                  <a:cubicBezTo>
                    <a:pt x="8" y="52"/>
                    <a:pt x="9" y="51"/>
                    <a:pt x="8" y="51"/>
                  </a:cubicBezTo>
                  <a:cubicBezTo>
                    <a:pt x="8" y="51"/>
                    <a:pt x="8" y="54"/>
                    <a:pt x="7" y="55"/>
                  </a:cubicBezTo>
                  <a:cubicBezTo>
                    <a:pt x="7" y="55"/>
                    <a:pt x="6" y="56"/>
                    <a:pt x="5" y="57"/>
                  </a:cubicBezTo>
                  <a:cubicBezTo>
                    <a:pt x="5" y="57"/>
                    <a:pt x="3" y="58"/>
                    <a:pt x="3" y="59"/>
                  </a:cubicBezTo>
                  <a:cubicBezTo>
                    <a:pt x="3" y="59"/>
                    <a:pt x="5" y="59"/>
                    <a:pt x="5" y="59"/>
                  </a:cubicBezTo>
                  <a:cubicBezTo>
                    <a:pt x="5" y="59"/>
                    <a:pt x="4" y="59"/>
                    <a:pt x="5" y="60"/>
                  </a:cubicBezTo>
                  <a:cubicBezTo>
                    <a:pt x="5" y="60"/>
                    <a:pt x="7" y="57"/>
                    <a:pt x="8" y="57"/>
                  </a:cubicBezTo>
                  <a:cubicBezTo>
                    <a:pt x="9" y="57"/>
                    <a:pt x="11" y="58"/>
                    <a:pt x="12" y="57"/>
                  </a:cubicBezTo>
                  <a:cubicBezTo>
                    <a:pt x="14" y="57"/>
                    <a:pt x="13" y="55"/>
                    <a:pt x="15" y="55"/>
                  </a:cubicBezTo>
                  <a:cubicBezTo>
                    <a:pt x="16" y="54"/>
                    <a:pt x="17" y="55"/>
                    <a:pt x="19" y="55"/>
                  </a:cubicBezTo>
                  <a:cubicBezTo>
                    <a:pt x="20" y="56"/>
                    <a:pt x="21" y="54"/>
                    <a:pt x="23" y="55"/>
                  </a:cubicBezTo>
                  <a:cubicBezTo>
                    <a:pt x="24" y="56"/>
                    <a:pt x="26" y="55"/>
                    <a:pt x="27" y="54"/>
                  </a:cubicBezTo>
                  <a:cubicBezTo>
                    <a:pt x="29" y="54"/>
                    <a:pt x="32" y="54"/>
                    <a:pt x="34" y="54"/>
                  </a:cubicBezTo>
                  <a:cubicBezTo>
                    <a:pt x="34" y="54"/>
                    <a:pt x="38" y="51"/>
                    <a:pt x="38" y="51"/>
                  </a:cubicBezTo>
                  <a:cubicBezTo>
                    <a:pt x="37" y="50"/>
                    <a:pt x="33" y="51"/>
                    <a:pt x="33" y="50"/>
                  </a:cubicBezTo>
                  <a:cubicBezTo>
                    <a:pt x="33" y="49"/>
                    <a:pt x="37" y="46"/>
                    <a:pt x="38" y="46"/>
                  </a:cubicBezTo>
                  <a:cubicBezTo>
                    <a:pt x="39" y="44"/>
                    <a:pt x="40" y="40"/>
                    <a:pt x="36" y="40"/>
                  </a:cubicBezTo>
                  <a:cubicBezTo>
                    <a:pt x="35" y="40"/>
                    <a:pt x="33" y="41"/>
                    <a:pt x="32" y="41"/>
                  </a:cubicBezTo>
                  <a:cubicBezTo>
                    <a:pt x="30" y="40"/>
                    <a:pt x="32" y="40"/>
                    <a:pt x="32" y="39"/>
                  </a:cubicBezTo>
                  <a:cubicBezTo>
                    <a:pt x="32" y="38"/>
                    <a:pt x="32" y="37"/>
                    <a:pt x="31" y="36"/>
                  </a:cubicBezTo>
                  <a:cubicBezTo>
                    <a:pt x="31" y="36"/>
                    <a:pt x="27" y="35"/>
                    <a:pt x="28" y="34"/>
                  </a:cubicBezTo>
                  <a:cubicBezTo>
                    <a:pt x="28" y="34"/>
                    <a:pt x="30" y="35"/>
                    <a:pt x="30" y="34"/>
                  </a:cubicBezTo>
                  <a:cubicBezTo>
                    <a:pt x="31" y="33"/>
                    <a:pt x="30" y="32"/>
                    <a:pt x="29" y="31"/>
                  </a:cubicBezTo>
                  <a:cubicBezTo>
                    <a:pt x="26" y="29"/>
                    <a:pt x="25" y="29"/>
                    <a:pt x="23" y="25"/>
                  </a:cubicBezTo>
                  <a:cubicBezTo>
                    <a:pt x="22" y="23"/>
                    <a:pt x="21" y="21"/>
                    <a:pt x="18" y="19"/>
                  </a:cubicBezTo>
                  <a:cubicBezTo>
                    <a:pt x="17" y="18"/>
                    <a:pt x="13" y="20"/>
                    <a:pt x="12" y="18"/>
                  </a:cubicBezTo>
                  <a:cubicBezTo>
                    <a:pt x="12" y="18"/>
                    <a:pt x="18" y="17"/>
                    <a:pt x="17" y="16"/>
                  </a:cubicBezTo>
                  <a:cubicBezTo>
                    <a:pt x="17" y="16"/>
                    <a:pt x="15" y="17"/>
                    <a:pt x="14" y="16"/>
                  </a:cubicBezTo>
                  <a:cubicBezTo>
                    <a:pt x="14" y="16"/>
                    <a:pt x="18" y="15"/>
                    <a:pt x="18" y="15"/>
                  </a:cubicBezTo>
                  <a:cubicBezTo>
                    <a:pt x="19" y="14"/>
                    <a:pt x="22" y="9"/>
                    <a:pt x="21" y="8"/>
                  </a:cubicBezTo>
                  <a:cubicBezTo>
                    <a:pt x="20" y="6"/>
                    <a:pt x="17" y="6"/>
                    <a:pt x="15" y="6"/>
                  </a:cubicBezTo>
                  <a:cubicBezTo>
                    <a:pt x="14" y="7"/>
                    <a:pt x="9" y="7"/>
                    <a:pt x="9" y="7"/>
                  </a:cubicBezTo>
                  <a:cubicBezTo>
                    <a:pt x="9" y="7"/>
                    <a:pt x="11" y="6"/>
                    <a:pt x="11" y="6"/>
                  </a:cubicBezTo>
                  <a:cubicBezTo>
                    <a:pt x="11" y="6"/>
                    <a:pt x="9" y="5"/>
                    <a:pt x="9" y="6"/>
                  </a:cubicBezTo>
                  <a:cubicBezTo>
                    <a:pt x="9" y="5"/>
                    <a:pt x="18" y="1"/>
                    <a:pt x="15" y="0"/>
                  </a:cubicBezTo>
                  <a:cubicBezTo>
                    <a:pt x="14" y="0"/>
                    <a:pt x="17" y="1"/>
                    <a:pt x="15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" name="Freeform 406">
              <a:extLst>
                <a:ext uri="{FF2B5EF4-FFF2-40B4-BE49-F238E27FC236}">
                  <a16:creationId xmlns:a16="http://schemas.microsoft.com/office/drawing/2014/main" id="{7E63E359-CB9E-9F7C-CBE2-3ED5F271A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7823" y="2602824"/>
              <a:ext cx="1053447" cy="768523"/>
            </a:xfrm>
            <a:custGeom>
              <a:avLst/>
              <a:gdLst>
                <a:gd name="T0" fmla="*/ 77 w 90"/>
                <a:gd name="T1" fmla="*/ 2 h 62"/>
                <a:gd name="T2" fmla="*/ 66 w 90"/>
                <a:gd name="T3" fmla="*/ 6 h 62"/>
                <a:gd name="T4" fmla="*/ 51 w 90"/>
                <a:gd name="T5" fmla="*/ 8 h 62"/>
                <a:gd name="T6" fmla="*/ 48 w 90"/>
                <a:gd name="T7" fmla="*/ 9 h 62"/>
                <a:gd name="T8" fmla="*/ 39 w 90"/>
                <a:gd name="T9" fmla="*/ 11 h 62"/>
                <a:gd name="T10" fmla="*/ 32 w 90"/>
                <a:gd name="T11" fmla="*/ 14 h 62"/>
                <a:gd name="T12" fmla="*/ 26 w 90"/>
                <a:gd name="T13" fmla="*/ 19 h 62"/>
                <a:gd name="T14" fmla="*/ 26 w 90"/>
                <a:gd name="T15" fmla="*/ 21 h 62"/>
                <a:gd name="T16" fmla="*/ 27 w 90"/>
                <a:gd name="T17" fmla="*/ 23 h 62"/>
                <a:gd name="T18" fmla="*/ 23 w 90"/>
                <a:gd name="T19" fmla="*/ 25 h 62"/>
                <a:gd name="T20" fmla="*/ 21 w 90"/>
                <a:gd name="T21" fmla="*/ 28 h 62"/>
                <a:gd name="T22" fmla="*/ 21 w 90"/>
                <a:gd name="T23" fmla="*/ 29 h 62"/>
                <a:gd name="T24" fmla="*/ 14 w 90"/>
                <a:gd name="T25" fmla="*/ 31 h 62"/>
                <a:gd name="T26" fmla="*/ 19 w 90"/>
                <a:gd name="T27" fmla="*/ 34 h 62"/>
                <a:gd name="T28" fmla="*/ 9 w 90"/>
                <a:gd name="T29" fmla="*/ 38 h 62"/>
                <a:gd name="T30" fmla="*/ 6 w 90"/>
                <a:gd name="T31" fmla="*/ 41 h 62"/>
                <a:gd name="T32" fmla="*/ 5 w 90"/>
                <a:gd name="T33" fmla="*/ 47 h 62"/>
                <a:gd name="T34" fmla="*/ 4 w 90"/>
                <a:gd name="T35" fmla="*/ 53 h 62"/>
                <a:gd name="T36" fmla="*/ 12 w 90"/>
                <a:gd name="T37" fmla="*/ 55 h 62"/>
                <a:gd name="T38" fmla="*/ 12 w 90"/>
                <a:gd name="T39" fmla="*/ 56 h 62"/>
                <a:gd name="T40" fmla="*/ 16 w 90"/>
                <a:gd name="T41" fmla="*/ 62 h 62"/>
                <a:gd name="T42" fmla="*/ 26 w 90"/>
                <a:gd name="T43" fmla="*/ 61 h 62"/>
                <a:gd name="T44" fmla="*/ 26 w 90"/>
                <a:gd name="T45" fmla="*/ 59 h 62"/>
                <a:gd name="T46" fmla="*/ 20 w 90"/>
                <a:gd name="T47" fmla="*/ 48 h 62"/>
                <a:gd name="T48" fmla="*/ 20 w 90"/>
                <a:gd name="T49" fmla="*/ 42 h 62"/>
                <a:gd name="T50" fmla="*/ 22 w 90"/>
                <a:gd name="T51" fmla="*/ 40 h 62"/>
                <a:gd name="T52" fmla="*/ 21 w 90"/>
                <a:gd name="T53" fmla="*/ 36 h 62"/>
                <a:gd name="T54" fmla="*/ 27 w 90"/>
                <a:gd name="T55" fmla="*/ 34 h 62"/>
                <a:gd name="T56" fmla="*/ 27 w 90"/>
                <a:gd name="T57" fmla="*/ 32 h 62"/>
                <a:gd name="T58" fmla="*/ 32 w 90"/>
                <a:gd name="T59" fmla="*/ 31 h 62"/>
                <a:gd name="T60" fmla="*/ 35 w 90"/>
                <a:gd name="T61" fmla="*/ 29 h 62"/>
                <a:gd name="T62" fmla="*/ 35 w 90"/>
                <a:gd name="T63" fmla="*/ 26 h 62"/>
                <a:gd name="T64" fmla="*/ 42 w 90"/>
                <a:gd name="T65" fmla="*/ 24 h 62"/>
                <a:gd name="T66" fmla="*/ 45 w 90"/>
                <a:gd name="T67" fmla="*/ 22 h 62"/>
                <a:gd name="T68" fmla="*/ 58 w 90"/>
                <a:gd name="T69" fmla="*/ 15 h 62"/>
                <a:gd name="T70" fmla="*/ 81 w 90"/>
                <a:gd name="T71" fmla="*/ 8 h 62"/>
                <a:gd name="T72" fmla="*/ 84 w 90"/>
                <a:gd name="T73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2">
                  <a:moveTo>
                    <a:pt x="84" y="1"/>
                  </a:moveTo>
                  <a:cubicBezTo>
                    <a:pt x="81" y="1"/>
                    <a:pt x="80" y="0"/>
                    <a:pt x="77" y="2"/>
                  </a:cubicBezTo>
                  <a:cubicBezTo>
                    <a:pt x="76" y="2"/>
                    <a:pt x="72" y="3"/>
                    <a:pt x="73" y="4"/>
                  </a:cubicBezTo>
                  <a:cubicBezTo>
                    <a:pt x="72" y="4"/>
                    <a:pt x="68" y="6"/>
                    <a:pt x="66" y="6"/>
                  </a:cubicBezTo>
                  <a:cubicBezTo>
                    <a:pt x="64" y="6"/>
                    <a:pt x="61" y="7"/>
                    <a:pt x="59" y="8"/>
                  </a:cubicBezTo>
                  <a:cubicBezTo>
                    <a:pt x="56" y="8"/>
                    <a:pt x="54" y="8"/>
                    <a:pt x="51" y="8"/>
                  </a:cubicBezTo>
                  <a:cubicBezTo>
                    <a:pt x="51" y="8"/>
                    <a:pt x="45" y="8"/>
                    <a:pt x="46" y="9"/>
                  </a:cubicBezTo>
                  <a:cubicBezTo>
                    <a:pt x="46" y="9"/>
                    <a:pt x="48" y="9"/>
                    <a:pt x="48" y="9"/>
                  </a:cubicBezTo>
                  <a:cubicBezTo>
                    <a:pt x="47" y="10"/>
                    <a:pt x="45" y="10"/>
                    <a:pt x="44" y="11"/>
                  </a:cubicBezTo>
                  <a:cubicBezTo>
                    <a:pt x="43" y="11"/>
                    <a:pt x="41" y="11"/>
                    <a:pt x="39" y="11"/>
                  </a:cubicBezTo>
                  <a:cubicBezTo>
                    <a:pt x="38" y="11"/>
                    <a:pt x="38" y="11"/>
                    <a:pt x="36" y="12"/>
                  </a:cubicBezTo>
                  <a:cubicBezTo>
                    <a:pt x="35" y="15"/>
                    <a:pt x="34" y="14"/>
                    <a:pt x="32" y="14"/>
                  </a:cubicBezTo>
                  <a:cubicBezTo>
                    <a:pt x="30" y="15"/>
                    <a:pt x="31" y="17"/>
                    <a:pt x="28" y="17"/>
                  </a:cubicBezTo>
                  <a:cubicBezTo>
                    <a:pt x="26" y="17"/>
                    <a:pt x="27" y="19"/>
                    <a:pt x="26" y="19"/>
                  </a:cubicBezTo>
                  <a:cubicBezTo>
                    <a:pt x="25" y="20"/>
                    <a:pt x="22" y="18"/>
                    <a:pt x="23" y="19"/>
                  </a:cubicBezTo>
                  <a:cubicBezTo>
                    <a:pt x="23" y="20"/>
                    <a:pt x="26" y="21"/>
                    <a:pt x="26" y="21"/>
                  </a:cubicBezTo>
                  <a:cubicBezTo>
                    <a:pt x="26" y="21"/>
                    <a:pt x="22" y="22"/>
                    <a:pt x="22" y="22"/>
                  </a:cubicBezTo>
                  <a:cubicBezTo>
                    <a:pt x="22" y="23"/>
                    <a:pt x="27" y="23"/>
                    <a:pt x="27" y="23"/>
                  </a:cubicBezTo>
                  <a:cubicBezTo>
                    <a:pt x="27" y="24"/>
                    <a:pt x="20" y="24"/>
                    <a:pt x="21" y="25"/>
                  </a:cubicBezTo>
                  <a:cubicBezTo>
                    <a:pt x="21" y="24"/>
                    <a:pt x="23" y="25"/>
                    <a:pt x="23" y="25"/>
                  </a:cubicBezTo>
                  <a:cubicBezTo>
                    <a:pt x="21" y="26"/>
                    <a:pt x="20" y="25"/>
                    <a:pt x="20" y="26"/>
                  </a:cubicBezTo>
                  <a:cubicBezTo>
                    <a:pt x="19" y="27"/>
                    <a:pt x="21" y="28"/>
                    <a:pt x="21" y="28"/>
                  </a:cubicBezTo>
                  <a:cubicBezTo>
                    <a:pt x="20" y="28"/>
                    <a:pt x="19" y="28"/>
                    <a:pt x="18" y="28"/>
                  </a:cubicBezTo>
                  <a:cubicBezTo>
                    <a:pt x="18" y="28"/>
                    <a:pt x="20" y="29"/>
                    <a:pt x="21" y="29"/>
                  </a:cubicBezTo>
                  <a:cubicBezTo>
                    <a:pt x="19" y="29"/>
                    <a:pt x="18" y="29"/>
                    <a:pt x="17" y="30"/>
                  </a:cubicBezTo>
                  <a:cubicBezTo>
                    <a:pt x="16" y="31"/>
                    <a:pt x="15" y="31"/>
                    <a:pt x="14" y="31"/>
                  </a:cubicBezTo>
                  <a:cubicBezTo>
                    <a:pt x="12" y="32"/>
                    <a:pt x="12" y="33"/>
                    <a:pt x="14" y="33"/>
                  </a:cubicBezTo>
                  <a:cubicBezTo>
                    <a:pt x="15" y="33"/>
                    <a:pt x="18" y="34"/>
                    <a:pt x="19" y="34"/>
                  </a:cubicBezTo>
                  <a:cubicBezTo>
                    <a:pt x="17" y="35"/>
                    <a:pt x="15" y="33"/>
                    <a:pt x="15" y="36"/>
                  </a:cubicBezTo>
                  <a:cubicBezTo>
                    <a:pt x="15" y="37"/>
                    <a:pt x="10" y="37"/>
                    <a:pt x="9" y="38"/>
                  </a:cubicBezTo>
                  <a:cubicBezTo>
                    <a:pt x="8" y="39"/>
                    <a:pt x="9" y="39"/>
                    <a:pt x="9" y="40"/>
                  </a:cubicBezTo>
                  <a:cubicBezTo>
                    <a:pt x="9" y="40"/>
                    <a:pt x="6" y="41"/>
                    <a:pt x="6" y="41"/>
                  </a:cubicBezTo>
                  <a:cubicBezTo>
                    <a:pt x="2" y="42"/>
                    <a:pt x="7" y="42"/>
                    <a:pt x="7" y="43"/>
                  </a:cubicBezTo>
                  <a:cubicBezTo>
                    <a:pt x="8" y="44"/>
                    <a:pt x="5" y="47"/>
                    <a:pt x="5" y="47"/>
                  </a:cubicBezTo>
                  <a:cubicBezTo>
                    <a:pt x="3" y="49"/>
                    <a:pt x="0" y="47"/>
                    <a:pt x="0" y="51"/>
                  </a:cubicBezTo>
                  <a:cubicBezTo>
                    <a:pt x="0" y="55"/>
                    <a:pt x="2" y="53"/>
                    <a:pt x="4" y="53"/>
                  </a:cubicBezTo>
                  <a:cubicBezTo>
                    <a:pt x="6" y="54"/>
                    <a:pt x="7" y="55"/>
                    <a:pt x="9" y="54"/>
                  </a:cubicBezTo>
                  <a:cubicBezTo>
                    <a:pt x="9" y="54"/>
                    <a:pt x="11" y="56"/>
                    <a:pt x="12" y="55"/>
                  </a:cubicBezTo>
                  <a:cubicBezTo>
                    <a:pt x="12" y="55"/>
                    <a:pt x="10" y="55"/>
                    <a:pt x="10" y="56"/>
                  </a:cubicBezTo>
                  <a:cubicBezTo>
                    <a:pt x="11" y="56"/>
                    <a:pt x="12" y="56"/>
                    <a:pt x="12" y="56"/>
                  </a:cubicBezTo>
                  <a:cubicBezTo>
                    <a:pt x="12" y="56"/>
                    <a:pt x="10" y="60"/>
                    <a:pt x="10" y="60"/>
                  </a:cubicBezTo>
                  <a:cubicBezTo>
                    <a:pt x="12" y="61"/>
                    <a:pt x="14" y="61"/>
                    <a:pt x="16" y="62"/>
                  </a:cubicBezTo>
                  <a:cubicBezTo>
                    <a:pt x="19" y="62"/>
                    <a:pt x="20" y="62"/>
                    <a:pt x="23" y="62"/>
                  </a:cubicBezTo>
                  <a:cubicBezTo>
                    <a:pt x="24" y="61"/>
                    <a:pt x="25" y="61"/>
                    <a:pt x="26" y="61"/>
                  </a:cubicBezTo>
                  <a:cubicBezTo>
                    <a:pt x="27" y="62"/>
                    <a:pt x="28" y="62"/>
                    <a:pt x="30" y="62"/>
                  </a:cubicBezTo>
                  <a:cubicBezTo>
                    <a:pt x="31" y="62"/>
                    <a:pt x="27" y="59"/>
                    <a:pt x="26" y="59"/>
                  </a:cubicBezTo>
                  <a:cubicBezTo>
                    <a:pt x="24" y="57"/>
                    <a:pt x="23" y="55"/>
                    <a:pt x="22" y="53"/>
                  </a:cubicBezTo>
                  <a:cubicBezTo>
                    <a:pt x="20" y="51"/>
                    <a:pt x="21" y="50"/>
                    <a:pt x="20" y="48"/>
                  </a:cubicBezTo>
                  <a:cubicBezTo>
                    <a:pt x="19" y="45"/>
                    <a:pt x="18" y="45"/>
                    <a:pt x="20" y="43"/>
                  </a:cubicBezTo>
                  <a:cubicBezTo>
                    <a:pt x="21" y="43"/>
                    <a:pt x="20" y="43"/>
                    <a:pt x="20" y="42"/>
                  </a:cubicBezTo>
                  <a:cubicBezTo>
                    <a:pt x="21" y="41"/>
                    <a:pt x="24" y="42"/>
                    <a:pt x="24" y="41"/>
                  </a:cubicBezTo>
                  <a:cubicBezTo>
                    <a:pt x="24" y="41"/>
                    <a:pt x="22" y="40"/>
                    <a:pt x="22" y="40"/>
                  </a:cubicBezTo>
                  <a:cubicBezTo>
                    <a:pt x="23" y="39"/>
                    <a:pt x="26" y="40"/>
                    <a:pt x="26" y="39"/>
                  </a:cubicBezTo>
                  <a:cubicBezTo>
                    <a:pt x="26" y="38"/>
                    <a:pt x="21" y="37"/>
                    <a:pt x="21" y="36"/>
                  </a:cubicBezTo>
                  <a:cubicBezTo>
                    <a:pt x="21" y="36"/>
                    <a:pt x="29" y="37"/>
                    <a:pt x="29" y="37"/>
                  </a:cubicBezTo>
                  <a:cubicBezTo>
                    <a:pt x="29" y="36"/>
                    <a:pt x="27" y="35"/>
                    <a:pt x="27" y="34"/>
                  </a:cubicBezTo>
                  <a:cubicBezTo>
                    <a:pt x="27" y="33"/>
                    <a:pt x="30" y="35"/>
                    <a:pt x="31" y="34"/>
                  </a:cubicBezTo>
                  <a:cubicBezTo>
                    <a:pt x="31" y="33"/>
                    <a:pt x="27" y="31"/>
                    <a:pt x="27" y="32"/>
                  </a:cubicBezTo>
                  <a:cubicBezTo>
                    <a:pt x="27" y="31"/>
                    <a:pt x="31" y="33"/>
                    <a:pt x="32" y="32"/>
                  </a:cubicBezTo>
                  <a:cubicBezTo>
                    <a:pt x="32" y="32"/>
                    <a:pt x="33" y="31"/>
                    <a:pt x="32" y="31"/>
                  </a:cubicBezTo>
                  <a:cubicBezTo>
                    <a:pt x="32" y="31"/>
                    <a:pt x="30" y="29"/>
                    <a:pt x="30" y="29"/>
                  </a:cubicBezTo>
                  <a:cubicBezTo>
                    <a:pt x="32" y="29"/>
                    <a:pt x="33" y="30"/>
                    <a:pt x="35" y="29"/>
                  </a:cubicBezTo>
                  <a:cubicBezTo>
                    <a:pt x="35" y="28"/>
                    <a:pt x="37" y="27"/>
                    <a:pt x="37" y="27"/>
                  </a:cubicBezTo>
                  <a:cubicBezTo>
                    <a:pt x="37" y="26"/>
                    <a:pt x="35" y="26"/>
                    <a:pt x="35" y="26"/>
                  </a:cubicBezTo>
                  <a:cubicBezTo>
                    <a:pt x="36" y="26"/>
                    <a:pt x="39" y="26"/>
                    <a:pt x="39" y="24"/>
                  </a:cubicBezTo>
                  <a:cubicBezTo>
                    <a:pt x="39" y="22"/>
                    <a:pt x="41" y="25"/>
                    <a:pt x="42" y="24"/>
                  </a:cubicBezTo>
                  <a:cubicBezTo>
                    <a:pt x="42" y="24"/>
                    <a:pt x="41" y="23"/>
                    <a:pt x="41" y="23"/>
                  </a:cubicBezTo>
                  <a:cubicBezTo>
                    <a:pt x="42" y="22"/>
                    <a:pt x="45" y="23"/>
                    <a:pt x="45" y="22"/>
                  </a:cubicBezTo>
                  <a:cubicBezTo>
                    <a:pt x="46" y="21"/>
                    <a:pt x="45" y="20"/>
                    <a:pt x="44" y="20"/>
                  </a:cubicBezTo>
                  <a:cubicBezTo>
                    <a:pt x="49" y="18"/>
                    <a:pt x="53" y="16"/>
                    <a:pt x="58" y="15"/>
                  </a:cubicBezTo>
                  <a:cubicBezTo>
                    <a:pt x="61" y="14"/>
                    <a:pt x="65" y="13"/>
                    <a:pt x="68" y="12"/>
                  </a:cubicBezTo>
                  <a:cubicBezTo>
                    <a:pt x="73" y="11"/>
                    <a:pt x="77" y="10"/>
                    <a:pt x="81" y="8"/>
                  </a:cubicBezTo>
                  <a:cubicBezTo>
                    <a:pt x="83" y="8"/>
                    <a:pt x="86" y="6"/>
                    <a:pt x="88" y="4"/>
                  </a:cubicBezTo>
                  <a:cubicBezTo>
                    <a:pt x="90" y="2"/>
                    <a:pt x="86" y="1"/>
                    <a:pt x="84" y="1"/>
                  </a:cubicBezTo>
                  <a:cubicBezTo>
                    <a:pt x="82" y="1"/>
                    <a:pt x="86" y="1"/>
                    <a:pt x="84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" name="Freeform 407">
              <a:extLst>
                <a:ext uri="{FF2B5EF4-FFF2-40B4-BE49-F238E27FC236}">
                  <a16:creationId xmlns:a16="http://schemas.microsoft.com/office/drawing/2014/main" id="{402E00B3-F34F-EDC2-2172-EA87C9A85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9278" y="2281904"/>
              <a:ext cx="375092" cy="198465"/>
            </a:xfrm>
            <a:custGeom>
              <a:avLst/>
              <a:gdLst>
                <a:gd name="T0" fmla="*/ 16 w 32"/>
                <a:gd name="T1" fmla="*/ 6 h 16"/>
                <a:gd name="T2" fmla="*/ 19 w 32"/>
                <a:gd name="T3" fmla="*/ 1 h 16"/>
                <a:gd name="T4" fmla="*/ 16 w 32"/>
                <a:gd name="T5" fmla="*/ 0 h 16"/>
                <a:gd name="T6" fmla="*/ 15 w 32"/>
                <a:gd name="T7" fmla="*/ 2 h 16"/>
                <a:gd name="T8" fmla="*/ 10 w 32"/>
                <a:gd name="T9" fmla="*/ 2 h 16"/>
                <a:gd name="T10" fmla="*/ 9 w 32"/>
                <a:gd name="T11" fmla="*/ 4 h 16"/>
                <a:gd name="T12" fmla="*/ 12 w 32"/>
                <a:gd name="T13" fmla="*/ 4 h 16"/>
                <a:gd name="T14" fmla="*/ 10 w 32"/>
                <a:gd name="T15" fmla="*/ 8 h 16"/>
                <a:gd name="T16" fmla="*/ 5 w 32"/>
                <a:gd name="T17" fmla="*/ 10 h 16"/>
                <a:gd name="T18" fmla="*/ 1 w 32"/>
                <a:gd name="T19" fmla="*/ 15 h 16"/>
                <a:gd name="T20" fmla="*/ 8 w 32"/>
                <a:gd name="T21" fmla="*/ 15 h 16"/>
                <a:gd name="T22" fmla="*/ 17 w 32"/>
                <a:gd name="T23" fmla="*/ 14 h 16"/>
                <a:gd name="T24" fmla="*/ 28 w 32"/>
                <a:gd name="T25" fmla="*/ 12 h 16"/>
                <a:gd name="T26" fmla="*/ 29 w 32"/>
                <a:gd name="T27" fmla="*/ 7 h 16"/>
                <a:gd name="T28" fmla="*/ 22 w 32"/>
                <a:gd name="T29" fmla="*/ 3 h 16"/>
                <a:gd name="T30" fmla="*/ 16 w 32"/>
                <a:gd name="T31" fmla="*/ 6 h 16"/>
                <a:gd name="T32" fmla="*/ 16 w 32"/>
                <a:gd name="T33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16">
                  <a:moveTo>
                    <a:pt x="16" y="6"/>
                  </a:moveTo>
                  <a:cubicBezTo>
                    <a:pt x="16" y="6"/>
                    <a:pt x="19" y="2"/>
                    <a:pt x="19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5" y="2"/>
                    <a:pt x="15" y="2"/>
                  </a:cubicBezTo>
                  <a:cubicBezTo>
                    <a:pt x="13" y="2"/>
                    <a:pt x="12" y="0"/>
                    <a:pt x="10" y="2"/>
                  </a:cubicBezTo>
                  <a:cubicBezTo>
                    <a:pt x="10" y="2"/>
                    <a:pt x="8" y="3"/>
                    <a:pt x="9" y="4"/>
                  </a:cubicBezTo>
                  <a:cubicBezTo>
                    <a:pt x="10" y="4"/>
                    <a:pt x="11" y="5"/>
                    <a:pt x="12" y="4"/>
                  </a:cubicBezTo>
                  <a:cubicBezTo>
                    <a:pt x="10" y="5"/>
                    <a:pt x="5" y="6"/>
                    <a:pt x="10" y="8"/>
                  </a:cubicBezTo>
                  <a:cubicBezTo>
                    <a:pt x="7" y="7"/>
                    <a:pt x="6" y="8"/>
                    <a:pt x="5" y="10"/>
                  </a:cubicBezTo>
                  <a:cubicBezTo>
                    <a:pt x="4" y="11"/>
                    <a:pt x="0" y="15"/>
                    <a:pt x="1" y="15"/>
                  </a:cubicBezTo>
                  <a:cubicBezTo>
                    <a:pt x="3" y="16"/>
                    <a:pt x="6" y="16"/>
                    <a:pt x="8" y="15"/>
                  </a:cubicBezTo>
                  <a:cubicBezTo>
                    <a:pt x="11" y="13"/>
                    <a:pt x="14" y="13"/>
                    <a:pt x="17" y="14"/>
                  </a:cubicBezTo>
                  <a:cubicBezTo>
                    <a:pt x="21" y="14"/>
                    <a:pt x="24" y="13"/>
                    <a:pt x="28" y="12"/>
                  </a:cubicBezTo>
                  <a:cubicBezTo>
                    <a:pt x="30" y="11"/>
                    <a:pt x="32" y="8"/>
                    <a:pt x="29" y="7"/>
                  </a:cubicBezTo>
                  <a:cubicBezTo>
                    <a:pt x="27" y="6"/>
                    <a:pt x="24" y="2"/>
                    <a:pt x="22" y="3"/>
                  </a:cubicBezTo>
                  <a:cubicBezTo>
                    <a:pt x="20" y="3"/>
                    <a:pt x="18" y="6"/>
                    <a:pt x="16" y="6"/>
                  </a:cubicBezTo>
                  <a:cubicBezTo>
                    <a:pt x="15" y="6"/>
                    <a:pt x="17" y="6"/>
                    <a:pt x="16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" name="Freeform 408">
              <a:extLst>
                <a:ext uri="{FF2B5EF4-FFF2-40B4-BE49-F238E27FC236}">
                  <a16:creationId xmlns:a16="http://schemas.microsoft.com/office/drawing/2014/main" id="{3496FE8C-D631-8E9A-5E8F-BF0293016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6013" y="2167892"/>
              <a:ext cx="351150" cy="198465"/>
            </a:xfrm>
            <a:custGeom>
              <a:avLst/>
              <a:gdLst>
                <a:gd name="T0" fmla="*/ 26 w 30"/>
                <a:gd name="T1" fmla="*/ 10 h 16"/>
                <a:gd name="T2" fmla="*/ 28 w 30"/>
                <a:gd name="T3" fmla="*/ 7 h 16"/>
                <a:gd name="T4" fmla="*/ 29 w 30"/>
                <a:gd name="T5" fmla="*/ 5 h 16"/>
                <a:gd name="T6" fmla="*/ 26 w 30"/>
                <a:gd name="T7" fmla="*/ 3 h 16"/>
                <a:gd name="T8" fmla="*/ 22 w 30"/>
                <a:gd name="T9" fmla="*/ 3 h 16"/>
                <a:gd name="T10" fmla="*/ 17 w 30"/>
                <a:gd name="T11" fmla="*/ 4 h 16"/>
                <a:gd name="T12" fmla="*/ 18 w 30"/>
                <a:gd name="T13" fmla="*/ 1 h 16"/>
                <a:gd name="T14" fmla="*/ 12 w 30"/>
                <a:gd name="T15" fmla="*/ 1 h 16"/>
                <a:gd name="T16" fmla="*/ 5 w 30"/>
                <a:gd name="T17" fmla="*/ 4 h 16"/>
                <a:gd name="T18" fmla="*/ 7 w 30"/>
                <a:gd name="T19" fmla="*/ 4 h 16"/>
                <a:gd name="T20" fmla="*/ 0 w 30"/>
                <a:gd name="T21" fmla="*/ 8 h 16"/>
                <a:gd name="T22" fmla="*/ 4 w 30"/>
                <a:gd name="T23" fmla="*/ 9 h 16"/>
                <a:gd name="T24" fmla="*/ 7 w 30"/>
                <a:gd name="T25" fmla="*/ 12 h 16"/>
                <a:gd name="T26" fmla="*/ 12 w 30"/>
                <a:gd name="T27" fmla="*/ 13 h 16"/>
                <a:gd name="T28" fmla="*/ 19 w 30"/>
                <a:gd name="T29" fmla="*/ 16 h 16"/>
                <a:gd name="T30" fmla="*/ 28 w 30"/>
                <a:gd name="T31" fmla="*/ 15 h 16"/>
                <a:gd name="T32" fmla="*/ 26 w 30"/>
                <a:gd name="T33" fmla="*/ 10 h 16"/>
                <a:gd name="T34" fmla="*/ 26 w 30"/>
                <a:gd name="T35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6">
                  <a:moveTo>
                    <a:pt x="26" y="10"/>
                  </a:moveTo>
                  <a:cubicBezTo>
                    <a:pt x="29" y="11"/>
                    <a:pt x="27" y="9"/>
                    <a:pt x="28" y="7"/>
                  </a:cubicBezTo>
                  <a:cubicBezTo>
                    <a:pt x="28" y="6"/>
                    <a:pt x="29" y="6"/>
                    <a:pt x="29" y="5"/>
                  </a:cubicBezTo>
                  <a:cubicBezTo>
                    <a:pt x="29" y="4"/>
                    <a:pt x="27" y="3"/>
                    <a:pt x="26" y="3"/>
                  </a:cubicBezTo>
                  <a:cubicBezTo>
                    <a:pt x="25" y="2"/>
                    <a:pt x="23" y="2"/>
                    <a:pt x="22" y="3"/>
                  </a:cubicBezTo>
                  <a:cubicBezTo>
                    <a:pt x="22" y="3"/>
                    <a:pt x="17" y="4"/>
                    <a:pt x="17" y="4"/>
                  </a:cubicBezTo>
                  <a:cubicBezTo>
                    <a:pt x="17" y="4"/>
                    <a:pt x="21" y="2"/>
                    <a:pt x="18" y="1"/>
                  </a:cubicBezTo>
                  <a:cubicBezTo>
                    <a:pt x="16" y="0"/>
                    <a:pt x="14" y="1"/>
                    <a:pt x="12" y="1"/>
                  </a:cubicBezTo>
                  <a:cubicBezTo>
                    <a:pt x="11" y="1"/>
                    <a:pt x="6" y="2"/>
                    <a:pt x="5" y="4"/>
                  </a:cubicBezTo>
                  <a:cubicBezTo>
                    <a:pt x="5" y="4"/>
                    <a:pt x="7" y="4"/>
                    <a:pt x="7" y="4"/>
                  </a:cubicBezTo>
                  <a:cubicBezTo>
                    <a:pt x="7" y="4"/>
                    <a:pt x="0" y="7"/>
                    <a:pt x="0" y="8"/>
                  </a:cubicBezTo>
                  <a:cubicBezTo>
                    <a:pt x="0" y="8"/>
                    <a:pt x="4" y="9"/>
                    <a:pt x="4" y="9"/>
                  </a:cubicBezTo>
                  <a:cubicBezTo>
                    <a:pt x="5" y="9"/>
                    <a:pt x="6" y="11"/>
                    <a:pt x="7" y="12"/>
                  </a:cubicBezTo>
                  <a:cubicBezTo>
                    <a:pt x="9" y="13"/>
                    <a:pt x="10" y="13"/>
                    <a:pt x="12" y="13"/>
                  </a:cubicBezTo>
                  <a:cubicBezTo>
                    <a:pt x="14" y="14"/>
                    <a:pt x="17" y="16"/>
                    <a:pt x="19" y="16"/>
                  </a:cubicBezTo>
                  <a:cubicBezTo>
                    <a:pt x="22" y="16"/>
                    <a:pt x="25" y="16"/>
                    <a:pt x="28" y="15"/>
                  </a:cubicBezTo>
                  <a:cubicBezTo>
                    <a:pt x="30" y="15"/>
                    <a:pt x="26" y="10"/>
                    <a:pt x="26" y="10"/>
                  </a:cubicBezTo>
                  <a:cubicBezTo>
                    <a:pt x="27" y="10"/>
                    <a:pt x="25" y="10"/>
                    <a:pt x="26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" name="Freeform 409">
              <a:extLst>
                <a:ext uri="{FF2B5EF4-FFF2-40B4-BE49-F238E27FC236}">
                  <a16:creationId xmlns:a16="http://schemas.microsoft.com/office/drawing/2014/main" id="{FC3014A8-E1EA-4B35-9D6C-EDED9B773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2264" y="2180558"/>
              <a:ext cx="175574" cy="63342"/>
            </a:xfrm>
            <a:custGeom>
              <a:avLst/>
              <a:gdLst>
                <a:gd name="T0" fmla="*/ 9 w 15"/>
                <a:gd name="T1" fmla="*/ 1 h 5"/>
                <a:gd name="T2" fmla="*/ 4 w 15"/>
                <a:gd name="T3" fmla="*/ 1 h 5"/>
                <a:gd name="T4" fmla="*/ 0 w 15"/>
                <a:gd name="T5" fmla="*/ 1 h 5"/>
                <a:gd name="T6" fmla="*/ 1 w 15"/>
                <a:gd name="T7" fmla="*/ 3 h 5"/>
                <a:gd name="T8" fmla="*/ 6 w 15"/>
                <a:gd name="T9" fmla="*/ 5 h 5"/>
                <a:gd name="T10" fmla="*/ 9 w 15"/>
                <a:gd name="T11" fmla="*/ 1 h 5"/>
                <a:gd name="T12" fmla="*/ 9 w 15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5">
                  <a:moveTo>
                    <a:pt x="9" y="1"/>
                  </a:moveTo>
                  <a:cubicBezTo>
                    <a:pt x="8" y="1"/>
                    <a:pt x="6" y="1"/>
                    <a:pt x="4" y="1"/>
                  </a:cubicBezTo>
                  <a:cubicBezTo>
                    <a:pt x="3" y="1"/>
                    <a:pt x="1" y="0"/>
                    <a:pt x="0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3" y="4"/>
                    <a:pt x="4" y="5"/>
                    <a:pt x="6" y="5"/>
                  </a:cubicBezTo>
                  <a:cubicBezTo>
                    <a:pt x="8" y="5"/>
                    <a:pt x="15" y="2"/>
                    <a:pt x="9" y="1"/>
                  </a:cubicBezTo>
                  <a:cubicBezTo>
                    <a:pt x="8" y="1"/>
                    <a:pt x="10" y="2"/>
                    <a:pt x="9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" name="Freeform 410">
              <a:extLst>
                <a:ext uri="{FF2B5EF4-FFF2-40B4-BE49-F238E27FC236}">
                  <a16:creationId xmlns:a16="http://schemas.microsoft.com/office/drawing/2014/main" id="{CCBF241E-9159-06D4-0AC5-668654C24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4185" y="2007433"/>
              <a:ext cx="295282" cy="198465"/>
            </a:xfrm>
            <a:custGeom>
              <a:avLst/>
              <a:gdLst>
                <a:gd name="T0" fmla="*/ 7 w 25"/>
                <a:gd name="T1" fmla="*/ 15 h 16"/>
                <a:gd name="T2" fmla="*/ 3 w 25"/>
                <a:gd name="T3" fmla="*/ 13 h 16"/>
                <a:gd name="T4" fmla="*/ 4 w 25"/>
                <a:gd name="T5" fmla="*/ 12 h 16"/>
                <a:gd name="T6" fmla="*/ 0 w 25"/>
                <a:gd name="T7" fmla="*/ 12 h 16"/>
                <a:gd name="T8" fmla="*/ 3 w 25"/>
                <a:gd name="T9" fmla="*/ 11 h 16"/>
                <a:gd name="T10" fmla="*/ 2 w 25"/>
                <a:gd name="T11" fmla="*/ 10 h 16"/>
                <a:gd name="T12" fmla="*/ 6 w 25"/>
                <a:gd name="T13" fmla="*/ 6 h 16"/>
                <a:gd name="T14" fmla="*/ 5 w 25"/>
                <a:gd name="T15" fmla="*/ 6 h 16"/>
                <a:gd name="T16" fmla="*/ 11 w 25"/>
                <a:gd name="T17" fmla="*/ 3 h 16"/>
                <a:gd name="T18" fmla="*/ 18 w 25"/>
                <a:gd name="T19" fmla="*/ 0 h 16"/>
                <a:gd name="T20" fmla="*/ 20 w 25"/>
                <a:gd name="T21" fmla="*/ 4 h 16"/>
                <a:gd name="T22" fmla="*/ 25 w 25"/>
                <a:gd name="T23" fmla="*/ 7 h 16"/>
                <a:gd name="T24" fmla="*/ 21 w 25"/>
                <a:gd name="T25" fmla="*/ 9 h 16"/>
                <a:gd name="T26" fmla="*/ 23 w 25"/>
                <a:gd name="T27" fmla="*/ 12 h 16"/>
                <a:gd name="T28" fmla="*/ 19 w 25"/>
                <a:gd name="T29" fmla="*/ 13 h 16"/>
                <a:gd name="T30" fmla="*/ 7 w 25"/>
                <a:gd name="T31" fmla="*/ 15 h 16"/>
                <a:gd name="T32" fmla="*/ 7 w 25"/>
                <a:gd name="T33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16">
                  <a:moveTo>
                    <a:pt x="7" y="15"/>
                  </a:moveTo>
                  <a:cubicBezTo>
                    <a:pt x="6" y="14"/>
                    <a:pt x="4" y="14"/>
                    <a:pt x="3" y="13"/>
                  </a:cubicBezTo>
                  <a:cubicBezTo>
                    <a:pt x="2" y="12"/>
                    <a:pt x="4" y="12"/>
                    <a:pt x="4" y="12"/>
                  </a:cubicBezTo>
                  <a:cubicBezTo>
                    <a:pt x="4" y="12"/>
                    <a:pt x="0" y="13"/>
                    <a:pt x="0" y="12"/>
                  </a:cubicBezTo>
                  <a:cubicBezTo>
                    <a:pt x="0" y="10"/>
                    <a:pt x="3" y="11"/>
                    <a:pt x="3" y="11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2" y="10"/>
                    <a:pt x="7" y="7"/>
                    <a:pt x="6" y="6"/>
                  </a:cubicBezTo>
                  <a:cubicBezTo>
                    <a:pt x="6" y="6"/>
                    <a:pt x="5" y="6"/>
                    <a:pt x="5" y="6"/>
                  </a:cubicBezTo>
                  <a:cubicBezTo>
                    <a:pt x="6" y="4"/>
                    <a:pt x="9" y="4"/>
                    <a:pt x="11" y="3"/>
                  </a:cubicBezTo>
                  <a:cubicBezTo>
                    <a:pt x="13" y="2"/>
                    <a:pt x="16" y="1"/>
                    <a:pt x="18" y="0"/>
                  </a:cubicBezTo>
                  <a:cubicBezTo>
                    <a:pt x="18" y="0"/>
                    <a:pt x="19" y="3"/>
                    <a:pt x="20" y="4"/>
                  </a:cubicBezTo>
                  <a:cubicBezTo>
                    <a:pt x="20" y="4"/>
                    <a:pt x="25" y="6"/>
                    <a:pt x="25" y="7"/>
                  </a:cubicBezTo>
                  <a:cubicBezTo>
                    <a:pt x="25" y="8"/>
                    <a:pt x="20" y="7"/>
                    <a:pt x="21" y="9"/>
                  </a:cubicBezTo>
                  <a:cubicBezTo>
                    <a:pt x="21" y="9"/>
                    <a:pt x="23" y="10"/>
                    <a:pt x="23" y="12"/>
                  </a:cubicBezTo>
                  <a:cubicBezTo>
                    <a:pt x="22" y="12"/>
                    <a:pt x="20" y="12"/>
                    <a:pt x="19" y="13"/>
                  </a:cubicBezTo>
                  <a:cubicBezTo>
                    <a:pt x="16" y="14"/>
                    <a:pt x="10" y="16"/>
                    <a:pt x="7" y="15"/>
                  </a:cubicBezTo>
                  <a:cubicBezTo>
                    <a:pt x="6" y="14"/>
                    <a:pt x="9" y="16"/>
                    <a:pt x="7" y="1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" name="Freeform 411">
              <a:extLst>
                <a:ext uri="{FF2B5EF4-FFF2-40B4-BE49-F238E27FC236}">
                  <a16:creationId xmlns:a16="http://schemas.microsoft.com/office/drawing/2014/main" id="{9529B9AC-8396-A18E-5355-24DF18E4A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6645" y="2788619"/>
              <a:ext cx="295282" cy="101342"/>
            </a:xfrm>
            <a:custGeom>
              <a:avLst/>
              <a:gdLst>
                <a:gd name="T0" fmla="*/ 5 w 25"/>
                <a:gd name="T1" fmla="*/ 3 h 8"/>
                <a:gd name="T2" fmla="*/ 3 w 25"/>
                <a:gd name="T3" fmla="*/ 1 h 8"/>
                <a:gd name="T4" fmla="*/ 1 w 25"/>
                <a:gd name="T5" fmla="*/ 2 h 8"/>
                <a:gd name="T6" fmla="*/ 2 w 25"/>
                <a:gd name="T7" fmla="*/ 4 h 8"/>
                <a:gd name="T8" fmla="*/ 5 w 25"/>
                <a:gd name="T9" fmla="*/ 6 h 8"/>
                <a:gd name="T10" fmla="*/ 16 w 25"/>
                <a:gd name="T11" fmla="*/ 8 h 8"/>
                <a:gd name="T12" fmla="*/ 24 w 25"/>
                <a:gd name="T13" fmla="*/ 5 h 8"/>
                <a:gd name="T14" fmla="*/ 23 w 25"/>
                <a:gd name="T15" fmla="*/ 6 h 8"/>
                <a:gd name="T16" fmla="*/ 20 w 25"/>
                <a:gd name="T17" fmla="*/ 4 h 8"/>
                <a:gd name="T18" fmla="*/ 15 w 25"/>
                <a:gd name="T19" fmla="*/ 4 h 8"/>
                <a:gd name="T20" fmla="*/ 10 w 25"/>
                <a:gd name="T21" fmla="*/ 2 h 8"/>
                <a:gd name="T22" fmla="*/ 5 w 25"/>
                <a:gd name="T23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8">
                  <a:moveTo>
                    <a:pt x="5" y="3"/>
                  </a:moveTo>
                  <a:cubicBezTo>
                    <a:pt x="4" y="3"/>
                    <a:pt x="4" y="1"/>
                    <a:pt x="3" y="1"/>
                  </a:cubicBezTo>
                  <a:cubicBezTo>
                    <a:pt x="3" y="0"/>
                    <a:pt x="1" y="2"/>
                    <a:pt x="1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9" y="7"/>
                    <a:pt x="12" y="8"/>
                    <a:pt x="16" y="8"/>
                  </a:cubicBezTo>
                  <a:cubicBezTo>
                    <a:pt x="17" y="8"/>
                    <a:pt x="25" y="7"/>
                    <a:pt x="24" y="5"/>
                  </a:cubicBezTo>
                  <a:cubicBezTo>
                    <a:pt x="23" y="5"/>
                    <a:pt x="23" y="6"/>
                    <a:pt x="23" y="6"/>
                  </a:cubicBezTo>
                  <a:cubicBezTo>
                    <a:pt x="22" y="6"/>
                    <a:pt x="21" y="5"/>
                    <a:pt x="20" y="4"/>
                  </a:cubicBezTo>
                  <a:cubicBezTo>
                    <a:pt x="19" y="4"/>
                    <a:pt x="17" y="3"/>
                    <a:pt x="15" y="4"/>
                  </a:cubicBezTo>
                  <a:cubicBezTo>
                    <a:pt x="14" y="4"/>
                    <a:pt x="12" y="2"/>
                    <a:pt x="10" y="2"/>
                  </a:cubicBezTo>
                  <a:cubicBezTo>
                    <a:pt x="8" y="2"/>
                    <a:pt x="7" y="3"/>
                    <a:pt x="5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" name="Freeform 412">
              <a:extLst>
                <a:ext uri="{FF2B5EF4-FFF2-40B4-BE49-F238E27FC236}">
                  <a16:creationId xmlns:a16="http://schemas.microsoft.com/office/drawing/2014/main" id="{2D02A0E5-1047-9C2E-F659-06EB4F672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1553" y="2987081"/>
              <a:ext cx="247401" cy="101342"/>
            </a:xfrm>
            <a:custGeom>
              <a:avLst/>
              <a:gdLst>
                <a:gd name="T0" fmla="*/ 2 w 21"/>
                <a:gd name="T1" fmla="*/ 6 h 8"/>
                <a:gd name="T2" fmla="*/ 8 w 21"/>
                <a:gd name="T3" fmla="*/ 6 h 8"/>
                <a:gd name="T4" fmla="*/ 14 w 21"/>
                <a:gd name="T5" fmla="*/ 8 h 8"/>
                <a:gd name="T6" fmla="*/ 19 w 21"/>
                <a:gd name="T7" fmla="*/ 7 h 8"/>
                <a:gd name="T8" fmla="*/ 17 w 21"/>
                <a:gd name="T9" fmla="*/ 4 h 8"/>
                <a:gd name="T10" fmla="*/ 7 w 21"/>
                <a:gd name="T11" fmla="*/ 2 h 8"/>
                <a:gd name="T12" fmla="*/ 4 w 21"/>
                <a:gd name="T13" fmla="*/ 5 h 8"/>
                <a:gd name="T14" fmla="*/ 2 w 21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8">
                  <a:moveTo>
                    <a:pt x="2" y="6"/>
                  </a:moveTo>
                  <a:cubicBezTo>
                    <a:pt x="5" y="6"/>
                    <a:pt x="6" y="6"/>
                    <a:pt x="8" y="6"/>
                  </a:cubicBezTo>
                  <a:cubicBezTo>
                    <a:pt x="10" y="7"/>
                    <a:pt x="12" y="7"/>
                    <a:pt x="14" y="8"/>
                  </a:cubicBezTo>
                  <a:cubicBezTo>
                    <a:pt x="16" y="8"/>
                    <a:pt x="18" y="8"/>
                    <a:pt x="19" y="7"/>
                  </a:cubicBezTo>
                  <a:cubicBezTo>
                    <a:pt x="21" y="6"/>
                    <a:pt x="18" y="5"/>
                    <a:pt x="17" y="4"/>
                  </a:cubicBezTo>
                  <a:cubicBezTo>
                    <a:pt x="14" y="2"/>
                    <a:pt x="11" y="0"/>
                    <a:pt x="7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5"/>
                    <a:pt x="0" y="6"/>
                    <a:pt x="2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" name="Freeform 413">
              <a:extLst>
                <a:ext uri="{FF2B5EF4-FFF2-40B4-BE49-F238E27FC236}">
                  <a16:creationId xmlns:a16="http://schemas.microsoft.com/office/drawing/2014/main" id="{4CCB233B-B935-19CE-BF9C-C4798DBDF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3525" y="2940637"/>
              <a:ext cx="95766" cy="59117"/>
            </a:xfrm>
            <a:custGeom>
              <a:avLst/>
              <a:gdLst>
                <a:gd name="T0" fmla="*/ 3 w 8"/>
                <a:gd name="T1" fmla="*/ 5 h 5"/>
                <a:gd name="T2" fmla="*/ 4 w 8"/>
                <a:gd name="T3" fmla="*/ 1 h 5"/>
                <a:gd name="T4" fmla="*/ 3 w 8"/>
                <a:gd name="T5" fmla="*/ 5 h 5"/>
                <a:gd name="T6" fmla="*/ 3 w 8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5">
                  <a:moveTo>
                    <a:pt x="3" y="5"/>
                  </a:moveTo>
                  <a:cubicBezTo>
                    <a:pt x="0" y="5"/>
                    <a:pt x="1" y="0"/>
                    <a:pt x="4" y="1"/>
                  </a:cubicBezTo>
                  <a:cubicBezTo>
                    <a:pt x="8" y="2"/>
                    <a:pt x="6" y="4"/>
                    <a:pt x="3" y="5"/>
                  </a:cubicBezTo>
                  <a:cubicBezTo>
                    <a:pt x="1" y="5"/>
                    <a:pt x="5" y="5"/>
                    <a:pt x="3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53" name="Freeform 414">
              <a:extLst>
                <a:ext uri="{FF2B5EF4-FFF2-40B4-BE49-F238E27FC236}">
                  <a16:creationId xmlns:a16="http://schemas.microsoft.com/office/drawing/2014/main" id="{AA750182-7BD7-40F1-0D83-71609277F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8141" y="2763283"/>
              <a:ext cx="35912" cy="63342"/>
            </a:xfrm>
            <a:custGeom>
              <a:avLst/>
              <a:gdLst>
                <a:gd name="T0" fmla="*/ 1 w 3"/>
                <a:gd name="T1" fmla="*/ 3 h 5"/>
                <a:gd name="T2" fmla="*/ 3 w 3"/>
                <a:gd name="T3" fmla="*/ 1 h 5"/>
                <a:gd name="T4" fmla="*/ 1 w 3"/>
                <a:gd name="T5" fmla="*/ 5 h 5"/>
                <a:gd name="T6" fmla="*/ 1 w 3"/>
                <a:gd name="T7" fmla="*/ 3 h 5"/>
                <a:gd name="T8" fmla="*/ 1 w 3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3"/>
                  </a:moveTo>
                  <a:cubicBezTo>
                    <a:pt x="0" y="2"/>
                    <a:pt x="2" y="0"/>
                    <a:pt x="3" y="1"/>
                  </a:cubicBezTo>
                  <a:cubicBezTo>
                    <a:pt x="3" y="2"/>
                    <a:pt x="2" y="5"/>
                    <a:pt x="1" y="5"/>
                  </a:cubicBezTo>
                  <a:cubicBezTo>
                    <a:pt x="1" y="5"/>
                    <a:pt x="1" y="3"/>
                    <a:pt x="1" y="3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54" name="Freeform 415">
              <a:extLst>
                <a:ext uri="{FF2B5EF4-FFF2-40B4-BE49-F238E27FC236}">
                  <a16:creationId xmlns:a16="http://schemas.microsoft.com/office/drawing/2014/main" id="{8B7D2986-FD5C-F402-E155-0F5684DB8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8141" y="2949078"/>
              <a:ext cx="47884" cy="63342"/>
            </a:xfrm>
            <a:custGeom>
              <a:avLst/>
              <a:gdLst>
                <a:gd name="T0" fmla="*/ 4 w 4"/>
                <a:gd name="T1" fmla="*/ 4 h 5"/>
                <a:gd name="T2" fmla="*/ 0 w 4"/>
                <a:gd name="T3" fmla="*/ 1 h 5"/>
                <a:gd name="T4" fmla="*/ 4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4" y="3"/>
                    <a:pt x="1" y="0"/>
                    <a:pt x="0" y="1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55" name="Freeform 416">
              <a:extLst>
                <a:ext uri="{FF2B5EF4-FFF2-40B4-BE49-F238E27FC236}">
                  <a16:creationId xmlns:a16="http://schemas.microsoft.com/office/drawing/2014/main" id="{AA30A9A5-6F8A-01C7-8E6A-FE784B217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7949" y="2716835"/>
              <a:ext cx="494801" cy="198465"/>
            </a:xfrm>
            <a:custGeom>
              <a:avLst/>
              <a:gdLst>
                <a:gd name="T0" fmla="*/ 34 w 42"/>
                <a:gd name="T1" fmla="*/ 4 h 16"/>
                <a:gd name="T2" fmla="*/ 29 w 42"/>
                <a:gd name="T3" fmla="*/ 3 h 16"/>
                <a:gd name="T4" fmla="*/ 23 w 42"/>
                <a:gd name="T5" fmla="*/ 0 h 16"/>
                <a:gd name="T6" fmla="*/ 22 w 42"/>
                <a:gd name="T7" fmla="*/ 2 h 16"/>
                <a:gd name="T8" fmla="*/ 20 w 42"/>
                <a:gd name="T9" fmla="*/ 6 h 16"/>
                <a:gd name="T10" fmla="*/ 11 w 42"/>
                <a:gd name="T11" fmla="*/ 1 h 16"/>
                <a:gd name="T12" fmla="*/ 4 w 42"/>
                <a:gd name="T13" fmla="*/ 3 h 16"/>
                <a:gd name="T14" fmla="*/ 2 w 42"/>
                <a:gd name="T15" fmla="*/ 6 h 16"/>
                <a:gd name="T16" fmla="*/ 1 w 42"/>
                <a:gd name="T17" fmla="*/ 10 h 16"/>
                <a:gd name="T18" fmla="*/ 9 w 42"/>
                <a:gd name="T19" fmla="*/ 14 h 16"/>
                <a:gd name="T20" fmla="*/ 13 w 42"/>
                <a:gd name="T21" fmla="*/ 15 h 16"/>
                <a:gd name="T22" fmla="*/ 15 w 42"/>
                <a:gd name="T23" fmla="*/ 13 h 16"/>
                <a:gd name="T24" fmla="*/ 16 w 42"/>
                <a:gd name="T25" fmla="*/ 14 h 16"/>
                <a:gd name="T26" fmla="*/ 18 w 42"/>
                <a:gd name="T27" fmla="*/ 14 h 16"/>
                <a:gd name="T28" fmla="*/ 25 w 42"/>
                <a:gd name="T29" fmla="*/ 12 h 16"/>
                <a:gd name="T30" fmla="*/ 28 w 42"/>
                <a:gd name="T31" fmla="*/ 14 h 16"/>
                <a:gd name="T32" fmla="*/ 34 w 42"/>
                <a:gd name="T33" fmla="*/ 13 h 16"/>
                <a:gd name="T34" fmla="*/ 33 w 42"/>
                <a:gd name="T35" fmla="*/ 12 h 16"/>
                <a:gd name="T36" fmla="*/ 37 w 42"/>
                <a:gd name="T37" fmla="*/ 12 h 16"/>
                <a:gd name="T38" fmla="*/ 39 w 42"/>
                <a:gd name="T39" fmla="*/ 11 h 16"/>
                <a:gd name="T40" fmla="*/ 40 w 42"/>
                <a:gd name="T41" fmla="*/ 9 h 16"/>
                <a:gd name="T42" fmla="*/ 39 w 42"/>
                <a:gd name="T43" fmla="*/ 9 h 16"/>
                <a:gd name="T44" fmla="*/ 42 w 42"/>
                <a:gd name="T45" fmla="*/ 6 h 16"/>
                <a:gd name="T46" fmla="*/ 34 w 42"/>
                <a:gd name="T47" fmla="*/ 4 h 16"/>
                <a:gd name="T48" fmla="*/ 34 w 42"/>
                <a:gd name="T4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" h="16">
                  <a:moveTo>
                    <a:pt x="34" y="4"/>
                  </a:moveTo>
                  <a:cubicBezTo>
                    <a:pt x="32" y="3"/>
                    <a:pt x="31" y="4"/>
                    <a:pt x="29" y="3"/>
                  </a:cubicBezTo>
                  <a:cubicBezTo>
                    <a:pt x="29" y="3"/>
                    <a:pt x="24" y="0"/>
                    <a:pt x="23" y="0"/>
                  </a:cubicBezTo>
                  <a:cubicBezTo>
                    <a:pt x="23" y="0"/>
                    <a:pt x="24" y="1"/>
                    <a:pt x="22" y="2"/>
                  </a:cubicBezTo>
                  <a:cubicBezTo>
                    <a:pt x="20" y="2"/>
                    <a:pt x="22" y="5"/>
                    <a:pt x="20" y="6"/>
                  </a:cubicBezTo>
                  <a:cubicBezTo>
                    <a:pt x="19" y="6"/>
                    <a:pt x="12" y="1"/>
                    <a:pt x="11" y="1"/>
                  </a:cubicBezTo>
                  <a:cubicBezTo>
                    <a:pt x="9" y="0"/>
                    <a:pt x="4" y="1"/>
                    <a:pt x="4" y="3"/>
                  </a:cubicBezTo>
                  <a:cubicBezTo>
                    <a:pt x="4" y="5"/>
                    <a:pt x="0" y="4"/>
                    <a:pt x="2" y="6"/>
                  </a:cubicBezTo>
                  <a:cubicBezTo>
                    <a:pt x="3" y="7"/>
                    <a:pt x="0" y="9"/>
                    <a:pt x="1" y="10"/>
                  </a:cubicBezTo>
                  <a:cubicBezTo>
                    <a:pt x="3" y="12"/>
                    <a:pt x="6" y="13"/>
                    <a:pt x="9" y="14"/>
                  </a:cubicBezTo>
                  <a:cubicBezTo>
                    <a:pt x="10" y="15"/>
                    <a:pt x="12" y="16"/>
                    <a:pt x="13" y="15"/>
                  </a:cubicBezTo>
                  <a:cubicBezTo>
                    <a:pt x="14" y="15"/>
                    <a:pt x="14" y="12"/>
                    <a:pt x="15" y="13"/>
                  </a:cubicBezTo>
                  <a:cubicBezTo>
                    <a:pt x="15" y="13"/>
                    <a:pt x="15" y="14"/>
                    <a:pt x="16" y="14"/>
                  </a:cubicBezTo>
                  <a:cubicBezTo>
                    <a:pt x="17" y="14"/>
                    <a:pt x="18" y="14"/>
                    <a:pt x="18" y="14"/>
                  </a:cubicBezTo>
                  <a:cubicBezTo>
                    <a:pt x="20" y="13"/>
                    <a:pt x="22" y="13"/>
                    <a:pt x="25" y="12"/>
                  </a:cubicBezTo>
                  <a:cubicBezTo>
                    <a:pt x="27" y="12"/>
                    <a:pt x="27" y="14"/>
                    <a:pt x="28" y="14"/>
                  </a:cubicBezTo>
                  <a:cubicBezTo>
                    <a:pt x="29" y="14"/>
                    <a:pt x="34" y="13"/>
                    <a:pt x="34" y="13"/>
                  </a:cubicBezTo>
                  <a:cubicBezTo>
                    <a:pt x="34" y="13"/>
                    <a:pt x="33" y="12"/>
                    <a:pt x="33" y="12"/>
                  </a:cubicBezTo>
                  <a:cubicBezTo>
                    <a:pt x="33" y="11"/>
                    <a:pt x="36" y="12"/>
                    <a:pt x="37" y="12"/>
                  </a:cubicBezTo>
                  <a:cubicBezTo>
                    <a:pt x="37" y="12"/>
                    <a:pt x="39" y="12"/>
                    <a:pt x="39" y="11"/>
                  </a:cubicBezTo>
                  <a:cubicBezTo>
                    <a:pt x="39" y="10"/>
                    <a:pt x="40" y="9"/>
                    <a:pt x="40" y="9"/>
                  </a:cubicBezTo>
                  <a:cubicBezTo>
                    <a:pt x="40" y="9"/>
                    <a:pt x="40" y="9"/>
                    <a:pt x="39" y="9"/>
                  </a:cubicBezTo>
                  <a:cubicBezTo>
                    <a:pt x="39" y="8"/>
                    <a:pt x="42" y="7"/>
                    <a:pt x="42" y="6"/>
                  </a:cubicBezTo>
                  <a:cubicBezTo>
                    <a:pt x="41" y="5"/>
                    <a:pt x="36" y="4"/>
                    <a:pt x="34" y="4"/>
                  </a:cubicBezTo>
                  <a:cubicBezTo>
                    <a:pt x="32" y="3"/>
                    <a:pt x="36" y="4"/>
                    <a:pt x="3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56" name="Freeform 417">
              <a:extLst>
                <a:ext uri="{FF2B5EF4-FFF2-40B4-BE49-F238E27FC236}">
                  <a16:creationId xmlns:a16="http://schemas.microsoft.com/office/drawing/2014/main" id="{5BDDAF85-B824-E18F-B737-79CDD0970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1265" y="2775953"/>
              <a:ext cx="91777" cy="101342"/>
            </a:xfrm>
            <a:custGeom>
              <a:avLst/>
              <a:gdLst>
                <a:gd name="T0" fmla="*/ 7 w 8"/>
                <a:gd name="T1" fmla="*/ 6 h 8"/>
                <a:gd name="T2" fmla="*/ 4 w 8"/>
                <a:gd name="T3" fmla="*/ 0 h 8"/>
                <a:gd name="T4" fmla="*/ 6 w 8"/>
                <a:gd name="T5" fmla="*/ 2 h 8"/>
                <a:gd name="T6" fmla="*/ 7 w 8"/>
                <a:gd name="T7" fmla="*/ 6 h 8"/>
                <a:gd name="T8" fmla="*/ 7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6" y="7"/>
                    <a:pt x="0" y="1"/>
                    <a:pt x="4" y="0"/>
                  </a:cubicBezTo>
                  <a:cubicBezTo>
                    <a:pt x="5" y="0"/>
                    <a:pt x="8" y="0"/>
                    <a:pt x="6" y="2"/>
                  </a:cubicBezTo>
                  <a:cubicBezTo>
                    <a:pt x="3" y="4"/>
                    <a:pt x="7" y="4"/>
                    <a:pt x="7" y="6"/>
                  </a:cubicBezTo>
                  <a:cubicBezTo>
                    <a:pt x="6" y="8"/>
                    <a:pt x="7" y="5"/>
                    <a:pt x="7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57" name="Freeform 418">
              <a:extLst>
                <a:ext uri="{FF2B5EF4-FFF2-40B4-BE49-F238E27FC236}">
                  <a16:creationId xmlns:a16="http://schemas.microsoft.com/office/drawing/2014/main" id="{12EABCD9-189A-8935-E7FD-33E0F05A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3550" y="3447349"/>
              <a:ext cx="127688" cy="76005"/>
            </a:xfrm>
            <a:custGeom>
              <a:avLst/>
              <a:gdLst>
                <a:gd name="T0" fmla="*/ 3 w 11"/>
                <a:gd name="T1" fmla="*/ 4 h 6"/>
                <a:gd name="T2" fmla="*/ 1 w 11"/>
                <a:gd name="T3" fmla="*/ 1 h 6"/>
                <a:gd name="T4" fmla="*/ 6 w 11"/>
                <a:gd name="T5" fmla="*/ 1 h 6"/>
                <a:gd name="T6" fmla="*/ 3 w 11"/>
                <a:gd name="T7" fmla="*/ 4 h 6"/>
                <a:gd name="T8" fmla="*/ 3 w 11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3" y="4"/>
                  </a:moveTo>
                  <a:cubicBezTo>
                    <a:pt x="1" y="3"/>
                    <a:pt x="0" y="3"/>
                    <a:pt x="1" y="1"/>
                  </a:cubicBezTo>
                  <a:cubicBezTo>
                    <a:pt x="2" y="0"/>
                    <a:pt x="4" y="1"/>
                    <a:pt x="6" y="1"/>
                  </a:cubicBezTo>
                  <a:cubicBezTo>
                    <a:pt x="11" y="2"/>
                    <a:pt x="6" y="6"/>
                    <a:pt x="3" y="4"/>
                  </a:cubicBezTo>
                  <a:cubicBezTo>
                    <a:pt x="2" y="3"/>
                    <a:pt x="4" y="5"/>
                    <a:pt x="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58" name="Freeform 419">
              <a:extLst>
                <a:ext uri="{FF2B5EF4-FFF2-40B4-BE49-F238E27FC236}">
                  <a16:creationId xmlns:a16="http://schemas.microsoft.com/office/drawing/2014/main" id="{D811623F-8DC3-FACE-FB88-13CE57A94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6146" y="4536794"/>
              <a:ext cx="71824" cy="63342"/>
            </a:xfrm>
            <a:custGeom>
              <a:avLst/>
              <a:gdLst>
                <a:gd name="T0" fmla="*/ 5 w 6"/>
                <a:gd name="T1" fmla="*/ 2 h 5"/>
                <a:gd name="T2" fmla="*/ 5 w 6"/>
                <a:gd name="T3" fmla="*/ 1 h 5"/>
                <a:gd name="T4" fmla="*/ 2 w 6"/>
                <a:gd name="T5" fmla="*/ 1 h 5"/>
                <a:gd name="T6" fmla="*/ 1 w 6"/>
                <a:gd name="T7" fmla="*/ 3 h 5"/>
                <a:gd name="T8" fmla="*/ 0 w 6"/>
                <a:gd name="T9" fmla="*/ 4 h 5"/>
                <a:gd name="T10" fmla="*/ 5 w 6"/>
                <a:gd name="T11" fmla="*/ 2 h 5"/>
                <a:gd name="T12" fmla="*/ 5 w 6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">
                  <a:moveTo>
                    <a:pt x="5" y="2"/>
                  </a:moveTo>
                  <a:cubicBezTo>
                    <a:pt x="6" y="2"/>
                    <a:pt x="5" y="1"/>
                    <a:pt x="5" y="1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1"/>
                    <a:pt x="0" y="2"/>
                    <a:pt x="1" y="3"/>
                  </a:cubicBezTo>
                  <a:cubicBezTo>
                    <a:pt x="1" y="3"/>
                    <a:pt x="0" y="5"/>
                    <a:pt x="0" y="4"/>
                  </a:cubicBezTo>
                  <a:cubicBezTo>
                    <a:pt x="0" y="4"/>
                    <a:pt x="5" y="2"/>
                    <a:pt x="5" y="2"/>
                  </a:cubicBezTo>
                  <a:cubicBezTo>
                    <a:pt x="6" y="2"/>
                    <a:pt x="3" y="3"/>
                    <a:pt x="5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59" name="Freeform 420">
              <a:extLst>
                <a:ext uri="{FF2B5EF4-FFF2-40B4-BE49-F238E27FC236}">
                  <a16:creationId xmlns:a16="http://schemas.microsoft.com/office/drawing/2014/main" id="{67C76840-2236-ED9C-9C0C-5225CED2C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9918" y="4899942"/>
              <a:ext cx="59854" cy="33781"/>
            </a:xfrm>
            <a:custGeom>
              <a:avLst/>
              <a:gdLst>
                <a:gd name="T0" fmla="*/ 3 w 5"/>
                <a:gd name="T1" fmla="*/ 3 h 3"/>
                <a:gd name="T2" fmla="*/ 3 w 5"/>
                <a:gd name="T3" fmla="*/ 0 h 3"/>
                <a:gd name="T4" fmla="*/ 3 w 5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cubicBezTo>
                    <a:pt x="1" y="3"/>
                    <a:pt x="0" y="1"/>
                    <a:pt x="3" y="0"/>
                  </a:cubicBezTo>
                  <a:cubicBezTo>
                    <a:pt x="5" y="0"/>
                    <a:pt x="4" y="3"/>
                    <a:pt x="3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0" name="Freeform 421">
              <a:extLst>
                <a:ext uri="{FF2B5EF4-FFF2-40B4-BE49-F238E27FC236}">
                  <a16:creationId xmlns:a16="http://schemas.microsoft.com/office/drawing/2014/main" id="{5CD140E6-D2DB-DB29-571E-385E885D4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3365" y="5271532"/>
              <a:ext cx="59854" cy="59117"/>
            </a:xfrm>
            <a:custGeom>
              <a:avLst/>
              <a:gdLst>
                <a:gd name="T0" fmla="*/ 5 w 5"/>
                <a:gd name="T1" fmla="*/ 1 h 5"/>
                <a:gd name="T2" fmla="*/ 1 w 5"/>
                <a:gd name="T3" fmla="*/ 5 h 5"/>
                <a:gd name="T4" fmla="*/ 4 w 5"/>
                <a:gd name="T5" fmla="*/ 3 h 5"/>
                <a:gd name="T6" fmla="*/ 5 w 5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1"/>
                    <a:pt x="0" y="5"/>
                    <a:pt x="1" y="5"/>
                  </a:cubicBezTo>
                  <a:cubicBezTo>
                    <a:pt x="2" y="5"/>
                    <a:pt x="4" y="3"/>
                    <a:pt x="4" y="3"/>
                  </a:cubicBezTo>
                  <a:cubicBezTo>
                    <a:pt x="5" y="2"/>
                    <a:pt x="5" y="0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1" name="Freeform 422">
              <a:extLst>
                <a:ext uri="{FF2B5EF4-FFF2-40B4-BE49-F238E27FC236}">
                  <a16:creationId xmlns:a16="http://schemas.microsoft.com/office/drawing/2014/main" id="{E872EFAE-E48B-5003-742D-FE86CAD2F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7454" y="5368652"/>
              <a:ext cx="23943" cy="12667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1" y="1"/>
                    <a:pt x="2" y="0"/>
                    <a:pt x="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2" name="Freeform 423">
              <a:extLst>
                <a:ext uri="{FF2B5EF4-FFF2-40B4-BE49-F238E27FC236}">
                  <a16:creationId xmlns:a16="http://schemas.microsoft.com/office/drawing/2014/main" id="{9E7F2677-6DCD-ECE4-72DD-F2A6E0D15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3852" y="5567116"/>
              <a:ext cx="35912" cy="12667"/>
            </a:xfrm>
            <a:custGeom>
              <a:avLst/>
              <a:gdLst>
                <a:gd name="T0" fmla="*/ 2 w 3"/>
                <a:gd name="T1" fmla="*/ 0 h 1"/>
                <a:gd name="T2" fmla="*/ 1 w 3"/>
                <a:gd name="T3" fmla="*/ 1 h 1"/>
                <a:gd name="T4" fmla="*/ 2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2" y="0"/>
                    <a:pt x="0" y="1"/>
                    <a:pt x="1" y="1"/>
                  </a:cubicBezTo>
                  <a:cubicBezTo>
                    <a:pt x="1" y="1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3" name="Freeform 424">
              <a:extLst>
                <a:ext uri="{FF2B5EF4-FFF2-40B4-BE49-F238E27FC236}">
                  <a16:creationId xmlns:a16="http://schemas.microsoft.com/office/drawing/2014/main" id="{9E46FBFD-88F5-33DE-C864-9CF0F1AAD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4188" y="5630456"/>
              <a:ext cx="83797" cy="50672"/>
            </a:xfrm>
            <a:custGeom>
              <a:avLst/>
              <a:gdLst>
                <a:gd name="T0" fmla="*/ 6 w 7"/>
                <a:gd name="T1" fmla="*/ 0 h 4"/>
                <a:gd name="T2" fmla="*/ 1 w 7"/>
                <a:gd name="T3" fmla="*/ 3 h 4"/>
                <a:gd name="T4" fmla="*/ 6 w 7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6" y="0"/>
                  </a:moveTo>
                  <a:cubicBezTo>
                    <a:pt x="5" y="0"/>
                    <a:pt x="0" y="2"/>
                    <a:pt x="1" y="3"/>
                  </a:cubicBezTo>
                  <a:cubicBezTo>
                    <a:pt x="2" y="4"/>
                    <a:pt x="7" y="0"/>
                    <a:pt x="6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4" name="Freeform 425">
              <a:extLst>
                <a:ext uri="{FF2B5EF4-FFF2-40B4-BE49-F238E27FC236}">
                  <a16:creationId xmlns:a16="http://schemas.microsoft.com/office/drawing/2014/main" id="{6AC30676-A195-9035-C793-DDCD63C76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2411" y="5681128"/>
              <a:ext cx="67834" cy="46450"/>
            </a:xfrm>
            <a:custGeom>
              <a:avLst/>
              <a:gdLst>
                <a:gd name="T0" fmla="*/ 5 w 6"/>
                <a:gd name="T1" fmla="*/ 0 h 4"/>
                <a:gd name="T2" fmla="*/ 1 w 6"/>
                <a:gd name="T3" fmla="*/ 3 h 4"/>
                <a:gd name="T4" fmla="*/ 5 w 6"/>
                <a:gd name="T5" fmla="*/ 0 h 4"/>
                <a:gd name="T6" fmla="*/ 5 w 6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5" y="0"/>
                  </a:moveTo>
                  <a:cubicBezTo>
                    <a:pt x="5" y="0"/>
                    <a:pt x="0" y="2"/>
                    <a:pt x="1" y="3"/>
                  </a:cubicBezTo>
                  <a:cubicBezTo>
                    <a:pt x="2" y="4"/>
                    <a:pt x="5" y="0"/>
                    <a:pt x="5" y="0"/>
                  </a:cubicBezTo>
                  <a:cubicBezTo>
                    <a:pt x="5" y="0"/>
                    <a:pt x="6" y="0"/>
                    <a:pt x="5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5" name="Freeform 426">
              <a:extLst>
                <a:ext uri="{FF2B5EF4-FFF2-40B4-BE49-F238E27FC236}">
                  <a16:creationId xmlns:a16="http://schemas.microsoft.com/office/drawing/2014/main" id="{E413AA9F-DB6F-1DEC-5764-582427912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2557" y="5719131"/>
              <a:ext cx="59854" cy="59117"/>
            </a:xfrm>
            <a:custGeom>
              <a:avLst/>
              <a:gdLst>
                <a:gd name="T0" fmla="*/ 4 w 5"/>
                <a:gd name="T1" fmla="*/ 0 h 5"/>
                <a:gd name="T2" fmla="*/ 0 w 5"/>
                <a:gd name="T3" fmla="*/ 4 h 5"/>
                <a:gd name="T4" fmla="*/ 4 w 5"/>
                <a:gd name="T5" fmla="*/ 0 h 5"/>
                <a:gd name="T6" fmla="*/ 4 w 5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4" y="0"/>
                    <a:pt x="0" y="4"/>
                    <a:pt x="0" y="4"/>
                  </a:cubicBezTo>
                  <a:cubicBezTo>
                    <a:pt x="2" y="5"/>
                    <a:pt x="4" y="0"/>
                    <a:pt x="4" y="0"/>
                  </a:cubicBezTo>
                  <a:cubicBezTo>
                    <a:pt x="4" y="0"/>
                    <a:pt x="5" y="0"/>
                    <a:pt x="4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6" name="Freeform 427">
              <a:extLst>
                <a:ext uri="{FF2B5EF4-FFF2-40B4-BE49-F238E27FC236}">
                  <a16:creationId xmlns:a16="http://schemas.microsoft.com/office/drawing/2014/main" id="{15FE9B47-9117-A0EF-C90B-A918FF21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0584" y="5803584"/>
              <a:ext cx="11970" cy="12667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7" name="Freeform 428">
              <a:extLst>
                <a:ext uri="{FF2B5EF4-FFF2-40B4-BE49-F238E27FC236}">
                  <a16:creationId xmlns:a16="http://schemas.microsoft.com/office/drawing/2014/main" id="{A5955342-382B-953F-9284-1E05D3E5A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30730" y="5752911"/>
              <a:ext cx="59854" cy="50672"/>
            </a:xfrm>
            <a:custGeom>
              <a:avLst/>
              <a:gdLst>
                <a:gd name="T0" fmla="*/ 4 w 5"/>
                <a:gd name="T1" fmla="*/ 1 h 4"/>
                <a:gd name="T2" fmla="*/ 0 w 5"/>
                <a:gd name="T3" fmla="*/ 4 h 4"/>
                <a:gd name="T4" fmla="*/ 4 w 5"/>
                <a:gd name="T5" fmla="*/ 1 h 4"/>
                <a:gd name="T6" fmla="*/ 4 w 5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2" y="2"/>
                    <a:pt x="0" y="3"/>
                    <a:pt x="0" y="4"/>
                  </a:cubicBezTo>
                  <a:cubicBezTo>
                    <a:pt x="0" y="4"/>
                    <a:pt x="4" y="1"/>
                    <a:pt x="4" y="1"/>
                  </a:cubicBezTo>
                  <a:cubicBezTo>
                    <a:pt x="3" y="1"/>
                    <a:pt x="5" y="0"/>
                    <a:pt x="4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8" name="Freeform 429">
              <a:extLst>
                <a:ext uri="{FF2B5EF4-FFF2-40B4-BE49-F238E27FC236}">
                  <a16:creationId xmlns:a16="http://schemas.microsoft.com/office/drawing/2014/main" id="{8CCF6975-9FEF-F26D-57F3-131FD77C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9772" y="6213180"/>
              <a:ext cx="23943" cy="38003"/>
            </a:xfrm>
            <a:custGeom>
              <a:avLst/>
              <a:gdLst>
                <a:gd name="T0" fmla="*/ 1 w 2"/>
                <a:gd name="T1" fmla="*/ 0 h 3"/>
                <a:gd name="T2" fmla="*/ 1 w 2"/>
                <a:gd name="T3" fmla="*/ 3 h 3"/>
                <a:gd name="T4" fmla="*/ 1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0" y="3"/>
                    <a:pt x="1" y="3"/>
                  </a:cubicBezTo>
                  <a:cubicBezTo>
                    <a:pt x="2" y="3"/>
                    <a:pt x="2" y="0"/>
                    <a:pt x="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69" name="Freeform 430">
              <a:extLst>
                <a:ext uri="{FF2B5EF4-FFF2-40B4-BE49-F238E27FC236}">
                  <a16:creationId xmlns:a16="http://schemas.microsoft.com/office/drawing/2014/main" id="{723C3BB3-E60F-9B17-09B1-6E5BCB353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3571" y="5681128"/>
              <a:ext cx="359128" cy="320919"/>
            </a:xfrm>
            <a:custGeom>
              <a:avLst/>
              <a:gdLst>
                <a:gd name="T0" fmla="*/ 28 w 31"/>
                <a:gd name="T1" fmla="*/ 10 h 26"/>
                <a:gd name="T2" fmla="*/ 29 w 31"/>
                <a:gd name="T3" fmla="*/ 7 h 26"/>
                <a:gd name="T4" fmla="*/ 27 w 31"/>
                <a:gd name="T5" fmla="*/ 10 h 26"/>
                <a:gd name="T6" fmla="*/ 20 w 31"/>
                <a:gd name="T7" fmla="*/ 8 h 26"/>
                <a:gd name="T8" fmla="*/ 11 w 31"/>
                <a:gd name="T9" fmla="*/ 1 h 26"/>
                <a:gd name="T10" fmla="*/ 11 w 31"/>
                <a:gd name="T11" fmla="*/ 5 h 26"/>
                <a:gd name="T12" fmla="*/ 9 w 31"/>
                <a:gd name="T13" fmla="*/ 11 h 26"/>
                <a:gd name="T14" fmla="*/ 7 w 31"/>
                <a:gd name="T15" fmla="*/ 14 h 26"/>
                <a:gd name="T16" fmla="*/ 4 w 31"/>
                <a:gd name="T17" fmla="*/ 14 h 26"/>
                <a:gd name="T18" fmla="*/ 5 w 31"/>
                <a:gd name="T19" fmla="*/ 16 h 26"/>
                <a:gd name="T20" fmla="*/ 1 w 31"/>
                <a:gd name="T21" fmla="*/ 18 h 26"/>
                <a:gd name="T22" fmla="*/ 2 w 31"/>
                <a:gd name="T23" fmla="*/ 23 h 26"/>
                <a:gd name="T24" fmla="*/ 4 w 31"/>
                <a:gd name="T25" fmla="*/ 25 h 26"/>
                <a:gd name="T26" fmla="*/ 6 w 31"/>
                <a:gd name="T27" fmla="*/ 23 h 26"/>
                <a:gd name="T28" fmla="*/ 7 w 31"/>
                <a:gd name="T29" fmla="*/ 23 h 26"/>
                <a:gd name="T30" fmla="*/ 4 w 31"/>
                <a:gd name="T31" fmla="*/ 20 h 26"/>
                <a:gd name="T32" fmla="*/ 7 w 31"/>
                <a:gd name="T33" fmla="*/ 19 h 26"/>
                <a:gd name="T34" fmla="*/ 12 w 31"/>
                <a:gd name="T35" fmla="*/ 18 h 26"/>
                <a:gd name="T36" fmla="*/ 17 w 31"/>
                <a:gd name="T37" fmla="*/ 21 h 26"/>
                <a:gd name="T38" fmla="*/ 21 w 31"/>
                <a:gd name="T39" fmla="*/ 16 h 26"/>
                <a:gd name="T40" fmla="*/ 31 w 31"/>
                <a:gd name="T41" fmla="*/ 14 h 26"/>
                <a:gd name="T42" fmla="*/ 29 w 31"/>
                <a:gd name="T43" fmla="*/ 12 h 26"/>
                <a:gd name="T44" fmla="*/ 28 w 31"/>
                <a:gd name="T45" fmla="*/ 10 h 26"/>
                <a:gd name="T46" fmla="*/ 28 w 31"/>
                <a:gd name="T47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1" h="26">
                  <a:moveTo>
                    <a:pt x="28" y="10"/>
                  </a:moveTo>
                  <a:cubicBezTo>
                    <a:pt x="28" y="10"/>
                    <a:pt x="29" y="8"/>
                    <a:pt x="29" y="7"/>
                  </a:cubicBezTo>
                  <a:cubicBezTo>
                    <a:pt x="29" y="8"/>
                    <a:pt x="27" y="10"/>
                    <a:pt x="27" y="10"/>
                  </a:cubicBezTo>
                  <a:cubicBezTo>
                    <a:pt x="25" y="10"/>
                    <a:pt x="21" y="9"/>
                    <a:pt x="20" y="8"/>
                  </a:cubicBezTo>
                  <a:cubicBezTo>
                    <a:pt x="17" y="7"/>
                    <a:pt x="15" y="2"/>
                    <a:pt x="11" y="1"/>
                  </a:cubicBezTo>
                  <a:cubicBezTo>
                    <a:pt x="9" y="0"/>
                    <a:pt x="10" y="4"/>
                    <a:pt x="11" y="5"/>
                  </a:cubicBezTo>
                  <a:cubicBezTo>
                    <a:pt x="11" y="7"/>
                    <a:pt x="10" y="9"/>
                    <a:pt x="9" y="11"/>
                  </a:cubicBezTo>
                  <a:cubicBezTo>
                    <a:pt x="8" y="12"/>
                    <a:pt x="10" y="15"/>
                    <a:pt x="7" y="14"/>
                  </a:cubicBezTo>
                  <a:cubicBezTo>
                    <a:pt x="7" y="14"/>
                    <a:pt x="5" y="13"/>
                    <a:pt x="4" y="14"/>
                  </a:cubicBezTo>
                  <a:cubicBezTo>
                    <a:pt x="4" y="15"/>
                    <a:pt x="5" y="16"/>
                    <a:pt x="5" y="16"/>
                  </a:cubicBezTo>
                  <a:cubicBezTo>
                    <a:pt x="5" y="16"/>
                    <a:pt x="2" y="18"/>
                    <a:pt x="1" y="18"/>
                  </a:cubicBezTo>
                  <a:cubicBezTo>
                    <a:pt x="0" y="20"/>
                    <a:pt x="3" y="21"/>
                    <a:pt x="2" y="23"/>
                  </a:cubicBezTo>
                  <a:cubicBezTo>
                    <a:pt x="1" y="24"/>
                    <a:pt x="3" y="26"/>
                    <a:pt x="4" y="25"/>
                  </a:cubicBezTo>
                  <a:cubicBezTo>
                    <a:pt x="5" y="24"/>
                    <a:pt x="5" y="23"/>
                    <a:pt x="6" y="23"/>
                  </a:cubicBezTo>
                  <a:cubicBezTo>
                    <a:pt x="6" y="23"/>
                    <a:pt x="7" y="24"/>
                    <a:pt x="7" y="23"/>
                  </a:cubicBezTo>
                  <a:cubicBezTo>
                    <a:pt x="7" y="22"/>
                    <a:pt x="5" y="21"/>
                    <a:pt x="4" y="20"/>
                  </a:cubicBezTo>
                  <a:cubicBezTo>
                    <a:pt x="3" y="18"/>
                    <a:pt x="7" y="19"/>
                    <a:pt x="7" y="19"/>
                  </a:cubicBezTo>
                  <a:cubicBezTo>
                    <a:pt x="9" y="19"/>
                    <a:pt x="10" y="17"/>
                    <a:pt x="12" y="18"/>
                  </a:cubicBezTo>
                  <a:cubicBezTo>
                    <a:pt x="14" y="19"/>
                    <a:pt x="15" y="20"/>
                    <a:pt x="17" y="21"/>
                  </a:cubicBezTo>
                  <a:cubicBezTo>
                    <a:pt x="20" y="23"/>
                    <a:pt x="19" y="17"/>
                    <a:pt x="21" y="16"/>
                  </a:cubicBezTo>
                  <a:cubicBezTo>
                    <a:pt x="21" y="16"/>
                    <a:pt x="31" y="16"/>
                    <a:pt x="31" y="14"/>
                  </a:cubicBezTo>
                  <a:cubicBezTo>
                    <a:pt x="30" y="13"/>
                    <a:pt x="27" y="15"/>
                    <a:pt x="29" y="12"/>
                  </a:cubicBezTo>
                  <a:cubicBezTo>
                    <a:pt x="30" y="11"/>
                    <a:pt x="27" y="12"/>
                    <a:pt x="28" y="10"/>
                  </a:cubicBezTo>
                  <a:cubicBezTo>
                    <a:pt x="29" y="7"/>
                    <a:pt x="28" y="11"/>
                    <a:pt x="28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0" name="Freeform 431">
              <a:extLst>
                <a:ext uri="{FF2B5EF4-FFF2-40B4-BE49-F238E27FC236}">
                  <a16:creationId xmlns:a16="http://schemas.microsoft.com/office/drawing/2014/main" id="{6BFC122E-508A-3D48-FD96-8FFACD9D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8822" y="5976714"/>
              <a:ext cx="654414" cy="582723"/>
            </a:xfrm>
            <a:custGeom>
              <a:avLst/>
              <a:gdLst>
                <a:gd name="T0" fmla="*/ 52 w 56"/>
                <a:gd name="T1" fmla="*/ 1 h 47"/>
                <a:gd name="T2" fmla="*/ 51 w 56"/>
                <a:gd name="T3" fmla="*/ 1 h 47"/>
                <a:gd name="T4" fmla="*/ 52 w 56"/>
                <a:gd name="T5" fmla="*/ 3 h 47"/>
                <a:gd name="T6" fmla="*/ 49 w 56"/>
                <a:gd name="T7" fmla="*/ 3 h 47"/>
                <a:gd name="T8" fmla="*/ 47 w 56"/>
                <a:gd name="T9" fmla="*/ 5 h 47"/>
                <a:gd name="T10" fmla="*/ 45 w 56"/>
                <a:gd name="T11" fmla="*/ 6 h 47"/>
                <a:gd name="T12" fmla="*/ 46 w 56"/>
                <a:gd name="T13" fmla="*/ 7 h 47"/>
                <a:gd name="T14" fmla="*/ 46 w 56"/>
                <a:gd name="T15" fmla="*/ 10 h 47"/>
                <a:gd name="T16" fmla="*/ 46 w 56"/>
                <a:gd name="T17" fmla="*/ 13 h 47"/>
                <a:gd name="T18" fmla="*/ 41 w 56"/>
                <a:gd name="T19" fmla="*/ 22 h 47"/>
                <a:gd name="T20" fmla="*/ 36 w 56"/>
                <a:gd name="T21" fmla="*/ 27 h 47"/>
                <a:gd name="T22" fmla="*/ 31 w 56"/>
                <a:gd name="T23" fmla="*/ 27 h 47"/>
                <a:gd name="T24" fmla="*/ 32 w 56"/>
                <a:gd name="T25" fmla="*/ 24 h 47"/>
                <a:gd name="T26" fmla="*/ 30 w 56"/>
                <a:gd name="T27" fmla="*/ 25 h 47"/>
                <a:gd name="T28" fmla="*/ 29 w 56"/>
                <a:gd name="T29" fmla="*/ 27 h 47"/>
                <a:gd name="T30" fmla="*/ 25 w 56"/>
                <a:gd name="T31" fmla="*/ 33 h 47"/>
                <a:gd name="T32" fmla="*/ 25 w 56"/>
                <a:gd name="T33" fmla="*/ 34 h 47"/>
                <a:gd name="T34" fmla="*/ 23 w 56"/>
                <a:gd name="T35" fmla="*/ 36 h 47"/>
                <a:gd name="T36" fmla="*/ 21 w 56"/>
                <a:gd name="T37" fmla="*/ 35 h 47"/>
                <a:gd name="T38" fmla="*/ 17 w 56"/>
                <a:gd name="T39" fmla="*/ 35 h 47"/>
                <a:gd name="T40" fmla="*/ 9 w 56"/>
                <a:gd name="T41" fmla="*/ 36 h 47"/>
                <a:gd name="T42" fmla="*/ 2 w 56"/>
                <a:gd name="T43" fmla="*/ 42 h 47"/>
                <a:gd name="T44" fmla="*/ 1 w 56"/>
                <a:gd name="T45" fmla="*/ 44 h 47"/>
                <a:gd name="T46" fmla="*/ 3 w 56"/>
                <a:gd name="T47" fmla="*/ 43 h 47"/>
                <a:gd name="T48" fmla="*/ 5 w 56"/>
                <a:gd name="T49" fmla="*/ 44 h 47"/>
                <a:gd name="T50" fmla="*/ 22 w 56"/>
                <a:gd name="T51" fmla="*/ 40 h 47"/>
                <a:gd name="T52" fmla="*/ 21 w 56"/>
                <a:gd name="T53" fmla="*/ 43 h 47"/>
                <a:gd name="T54" fmla="*/ 24 w 56"/>
                <a:gd name="T55" fmla="*/ 47 h 47"/>
                <a:gd name="T56" fmla="*/ 27 w 56"/>
                <a:gd name="T57" fmla="*/ 44 h 47"/>
                <a:gd name="T58" fmla="*/ 30 w 56"/>
                <a:gd name="T59" fmla="*/ 43 h 47"/>
                <a:gd name="T60" fmla="*/ 31 w 56"/>
                <a:gd name="T61" fmla="*/ 40 h 47"/>
                <a:gd name="T62" fmla="*/ 38 w 56"/>
                <a:gd name="T63" fmla="*/ 39 h 47"/>
                <a:gd name="T64" fmla="*/ 41 w 56"/>
                <a:gd name="T65" fmla="*/ 40 h 47"/>
                <a:gd name="T66" fmla="*/ 43 w 56"/>
                <a:gd name="T67" fmla="*/ 37 h 47"/>
                <a:gd name="T68" fmla="*/ 45 w 56"/>
                <a:gd name="T69" fmla="*/ 35 h 47"/>
                <a:gd name="T70" fmla="*/ 46 w 56"/>
                <a:gd name="T71" fmla="*/ 38 h 47"/>
                <a:gd name="T72" fmla="*/ 48 w 56"/>
                <a:gd name="T73" fmla="*/ 37 h 47"/>
                <a:gd name="T74" fmla="*/ 49 w 56"/>
                <a:gd name="T75" fmla="*/ 35 h 47"/>
                <a:gd name="T76" fmla="*/ 49 w 56"/>
                <a:gd name="T77" fmla="*/ 32 h 47"/>
                <a:gd name="T78" fmla="*/ 51 w 56"/>
                <a:gd name="T79" fmla="*/ 26 h 47"/>
                <a:gd name="T80" fmla="*/ 51 w 56"/>
                <a:gd name="T81" fmla="*/ 19 h 47"/>
                <a:gd name="T82" fmla="*/ 53 w 56"/>
                <a:gd name="T83" fmla="*/ 19 h 47"/>
                <a:gd name="T84" fmla="*/ 55 w 56"/>
                <a:gd name="T85" fmla="*/ 17 h 47"/>
                <a:gd name="T86" fmla="*/ 55 w 56"/>
                <a:gd name="T87" fmla="*/ 9 h 47"/>
                <a:gd name="T88" fmla="*/ 52 w 56"/>
                <a:gd name="T89" fmla="*/ 1 h 47"/>
                <a:gd name="T90" fmla="*/ 52 w 56"/>
                <a:gd name="T91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47">
                  <a:moveTo>
                    <a:pt x="52" y="1"/>
                  </a:moveTo>
                  <a:cubicBezTo>
                    <a:pt x="51" y="1"/>
                    <a:pt x="51" y="0"/>
                    <a:pt x="51" y="1"/>
                  </a:cubicBezTo>
                  <a:cubicBezTo>
                    <a:pt x="49" y="2"/>
                    <a:pt x="51" y="2"/>
                    <a:pt x="52" y="3"/>
                  </a:cubicBezTo>
                  <a:cubicBezTo>
                    <a:pt x="53" y="4"/>
                    <a:pt x="50" y="5"/>
                    <a:pt x="49" y="3"/>
                  </a:cubicBezTo>
                  <a:cubicBezTo>
                    <a:pt x="48" y="1"/>
                    <a:pt x="47" y="4"/>
                    <a:pt x="47" y="5"/>
                  </a:cubicBezTo>
                  <a:cubicBezTo>
                    <a:pt x="46" y="5"/>
                    <a:pt x="45" y="6"/>
                    <a:pt x="45" y="6"/>
                  </a:cubicBezTo>
                  <a:cubicBezTo>
                    <a:pt x="45" y="8"/>
                    <a:pt x="46" y="7"/>
                    <a:pt x="46" y="7"/>
                  </a:cubicBezTo>
                  <a:cubicBezTo>
                    <a:pt x="46" y="8"/>
                    <a:pt x="46" y="9"/>
                    <a:pt x="46" y="10"/>
                  </a:cubicBezTo>
                  <a:cubicBezTo>
                    <a:pt x="46" y="11"/>
                    <a:pt x="47" y="11"/>
                    <a:pt x="46" y="13"/>
                  </a:cubicBezTo>
                  <a:cubicBezTo>
                    <a:pt x="44" y="16"/>
                    <a:pt x="43" y="19"/>
                    <a:pt x="41" y="22"/>
                  </a:cubicBezTo>
                  <a:cubicBezTo>
                    <a:pt x="40" y="23"/>
                    <a:pt x="37" y="27"/>
                    <a:pt x="36" y="27"/>
                  </a:cubicBezTo>
                  <a:cubicBezTo>
                    <a:pt x="34" y="27"/>
                    <a:pt x="32" y="28"/>
                    <a:pt x="31" y="27"/>
                  </a:cubicBezTo>
                  <a:cubicBezTo>
                    <a:pt x="30" y="26"/>
                    <a:pt x="32" y="25"/>
                    <a:pt x="32" y="24"/>
                  </a:cubicBezTo>
                  <a:cubicBezTo>
                    <a:pt x="33" y="23"/>
                    <a:pt x="30" y="25"/>
                    <a:pt x="30" y="25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6" y="31"/>
                    <a:pt x="25" y="33"/>
                  </a:cubicBezTo>
                  <a:cubicBezTo>
                    <a:pt x="25" y="33"/>
                    <a:pt x="25" y="34"/>
                    <a:pt x="25" y="34"/>
                  </a:cubicBezTo>
                  <a:cubicBezTo>
                    <a:pt x="25" y="35"/>
                    <a:pt x="23" y="36"/>
                    <a:pt x="23" y="36"/>
                  </a:cubicBezTo>
                  <a:cubicBezTo>
                    <a:pt x="22" y="36"/>
                    <a:pt x="23" y="35"/>
                    <a:pt x="21" y="35"/>
                  </a:cubicBezTo>
                  <a:cubicBezTo>
                    <a:pt x="20" y="35"/>
                    <a:pt x="19" y="35"/>
                    <a:pt x="17" y="35"/>
                  </a:cubicBezTo>
                  <a:cubicBezTo>
                    <a:pt x="14" y="36"/>
                    <a:pt x="12" y="35"/>
                    <a:pt x="9" y="36"/>
                  </a:cubicBezTo>
                  <a:cubicBezTo>
                    <a:pt x="7" y="38"/>
                    <a:pt x="4" y="40"/>
                    <a:pt x="2" y="42"/>
                  </a:cubicBezTo>
                  <a:cubicBezTo>
                    <a:pt x="0" y="42"/>
                    <a:pt x="0" y="45"/>
                    <a:pt x="1" y="44"/>
                  </a:cubicBezTo>
                  <a:cubicBezTo>
                    <a:pt x="2" y="44"/>
                    <a:pt x="2" y="43"/>
                    <a:pt x="3" y="43"/>
                  </a:cubicBezTo>
                  <a:cubicBezTo>
                    <a:pt x="4" y="44"/>
                    <a:pt x="5" y="45"/>
                    <a:pt x="5" y="44"/>
                  </a:cubicBezTo>
                  <a:cubicBezTo>
                    <a:pt x="10" y="43"/>
                    <a:pt x="17" y="39"/>
                    <a:pt x="22" y="40"/>
                  </a:cubicBezTo>
                  <a:cubicBezTo>
                    <a:pt x="23" y="41"/>
                    <a:pt x="21" y="43"/>
                    <a:pt x="21" y="43"/>
                  </a:cubicBezTo>
                  <a:cubicBezTo>
                    <a:pt x="22" y="44"/>
                    <a:pt x="23" y="47"/>
                    <a:pt x="24" y="47"/>
                  </a:cubicBezTo>
                  <a:cubicBezTo>
                    <a:pt x="25" y="46"/>
                    <a:pt x="26" y="45"/>
                    <a:pt x="27" y="44"/>
                  </a:cubicBezTo>
                  <a:cubicBezTo>
                    <a:pt x="28" y="42"/>
                    <a:pt x="28" y="43"/>
                    <a:pt x="30" y="43"/>
                  </a:cubicBezTo>
                  <a:cubicBezTo>
                    <a:pt x="29" y="43"/>
                    <a:pt x="28" y="35"/>
                    <a:pt x="31" y="40"/>
                  </a:cubicBezTo>
                  <a:cubicBezTo>
                    <a:pt x="32" y="42"/>
                    <a:pt x="37" y="40"/>
                    <a:pt x="38" y="39"/>
                  </a:cubicBezTo>
                  <a:cubicBezTo>
                    <a:pt x="40" y="36"/>
                    <a:pt x="40" y="42"/>
                    <a:pt x="41" y="40"/>
                  </a:cubicBezTo>
                  <a:cubicBezTo>
                    <a:pt x="41" y="39"/>
                    <a:pt x="42" y="37"/>
                    <a:pt x="43" y="37"/>
                  </a:cubicBezTo>
                  <a:cubicBezTo>
                    <a:pt x="44" y="36"/>
                    <a:pt x="44" y="37"/>
                    <a:pt x="45" y="35"/>
                  </a:cubicBezTo>
                  <a:cubicBezTo>
                    <a:pt x="45" y="35"/>
                    <a:pt x="45" y="39"/>
                    <a:pt x="46" y="38"/>
                  </a:cubicBezTo>
                  <a:cubicBezTo>
                    <a:pt x="46" y="38"/>
                    <a:pt x="47" y="38"/>
                    <a:pt x="48" y="37"/>
                  </a:cubicBezTo>
                  <a:cubicBezTo>
                    <a:pt x="49" y="37"/>
                    <a:pt x="48" y="36"/>
                    <a:pt x="49" y="35"/>
                  </a:cubicBezTo>
                  <a:cubicBezTo>
                    <a:pt x="51" y="34"/>
                    <a:pt x="51" y="34"/>
                    <a:pt x="49" y="32"/>
                  </a:cubicBezTo>
                  <a:cubicBezTo>
                    <a:pt x="48" y="31"/>
                    <a:pt x="51" y="28"/>
                    <a:pt x="51" y="26"/>
                  </a:cubicBezTo>
                  <a:cubicBezTo>
                    <a:pt x="52" y="24"/>
                    <a:pt x="50" y="21"/>
                    <a:pt x="51" y="19"/>
                  </a:cubicBezTo>
                  <a:cubicBezTo>
                    <a:pt x="52" y="18"/>
                    <a:pt x="52" y="19"/>
                    <a:pt x="53" y="19"/>
                  </a:cubicBezTo>
                  <a:cubicBezTo>
                    <a:pt x="54" y="19"/>
                    <a:pt x="55" y="17"/>
                    <a:pt x="55" y="17"/>
                  </a:cubicBezTo>
                  <a:cubicBezTo>
                    <a:pt x="56" y="14"/>
                    <a:pt x="56" y="11"/>
                    <a:pt x="55" y="9"/>
                  </a:cubicBezTo>
                  <a:cubicBezTo>
                    <a:pt x="55" y="8"/>
                    <a:pt x="52" y="1"/>
                    <a:pt x="52" y="1"/>
                  </a:cubicBezTo>
                  <a:cubicBezTo>
                    <a:pt x="52" y="1"/>
                    <a:pt x="52" y="1"/>
                    <a:pt x="5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1" name="Freeform 432">
              <a:extLst>
                <a:ext uri="{FF2B5EF4-FFF2-40B4-BE49-F238E27FC236}">
                  <a16:creationId xmlns:a16="http://schemas.microsoft.com/office/drawing/2014/main" id="{FD964792-7814-BCCA-383F-45ED08539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8285" y="6487651"/>
              <a:ext cx="23943" cy="33781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1 h 3"/>
                <a:gd name="T4" fmla="*/ 2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2" y="0"/>
                    <a:pt x="0" y="1"/>
                    <a:pt x="0" y="1"/>
                  </a:cubicBezTo>
                  <a:cubicBezTo>
                    <a:pt x="1" y="3"/>
                    <a:pt x="2" y="1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2" name="Freeform 433">
              <a:extLst>
                <a:ext uri="{FF2B5EF4-FFF2-40B4-BE49-F238E27FC236}">
                  <a16:creationId xmlns:a16="http://schemas.microsoft.com/office/drawing/2014/main" id="{171EE4B9-15A9-C7D6-F7D4-E2FD69FDC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8623" y="6487651"/>
              <a:ext cx="151631" cy="122456"/>
            </a:xfrm>
            <a:custGeom>
              <a:avLst/>
              <a:gdLst>
                <a:gd name="T0" fmla="*/ 11 w 13"/>
                <a:gd name="T1" fmla="*/ 2 h 10"/>
                <a:gd name="T2" fmla="*/ 7 w 13"/>
                <a:gd name="T3" fmla="*/ 2 h 10"/>
                <a:gd name="T4" fmla="*/ 5 w 13"/>
                <a:gd name="T5" fmla="*/ 3 h 10"/>
                <a:gd name="T6" fmla="*/ 3 w 13"/>
                <a:gd name="T7" fmla="*/ 4 h 10"/>
                <a:gd name="T8" fmla="*/ 0 w 13"/>
                <a:gd name="T9" fmla="*/ 6 h 10"/>
                <a:gd name="T10" fmla="*/ 3 w 13"/>
                <a:gd name="T11" fmla="*/ 9 h 10"/>
                <a:gd name="T12" fmla="*/ 6 w 13"/>
                <a:gd name="T13" fmla="*/ 6 h 10"/>
                <a:gd name="T14" fmla="*/ 10 w 13"/>
                <a:gd name="T15" fmla="*/ 6 h 10"/>
                <a:gd name="T16" fmla="*/ 11 w 13"/>
                <a:gd name="T17" fmla="*/ 2 h 10"/>
                <a:gd name="T18" fmla="*/ 11 w 13"/>
                <a:gd name="T1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0">
                  <a:moveTo>
                    <a:pt x="11" y="2"/>
                  </a:moveTo>
                  <a:cubicBezTo>
                    <a:pt x="9" y="2"/>
                    <a:pt x="9" y="0"/>
                    <a:pt x="7" y="2"/>
                  </a:cubicBezTo>
                  <a:cubicBezTo>
                    <a:pt x="6" y="2"/>
                    <a:pt x="5" y="4"/>
                    <a:pt x="5" y="3"/>
                  </a:cubicBezTo>
                  <a:cubicBezTo>
                    <a:pt x="4" y="2"/>
                    <a:pt x="3" y="4"/>
                    <a:pt x="3" y="4"/>
                  </a:cubicBezTo>
                  <a:cubicBezTo>
                    <a:pt x="2" y="6"/>
                    <a:pt x="1" y="5"/>
                    <a:pt x="0" y="6"/>
                  </a:cubicBezTo>
                  <a:cubicBezTo>
                    <a:pt x="0" y="5"/>
                    <a:pt x="2" y="9"/>
                    <a:pt x="3" y="9"/>
                  </a:cubicBezTo>
                  <a:cubicBezTo>
                    <a:pt x="3" y="10"/>
                    <a:pt x="5" y="6"/>
                    <a:pt x="6" y="6"/>
                  </a:cubicBezTo>
                  <a:cubicBezTo>
                    <a:pt x="7" y="6"/>
                    <a:pt x="9" y="7"/>
                    <a:pt x="10" y="6"/>
                  </a:cubicBezTo>
                  <a:cubicBezTo>
                    <a:pt x="11" y="6"/>
                    <a:pt x="13" y="3"/>
                    <a:pt x="11" y="2"/>
                  </a:cubicBezTo>
                  <a:cubicBezTo>
                    <a:pt x="10" y="2"/>
                    <a:pt x="11" y="2"/>
                    <a:pt x="11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3" name="Freeform 434">
              <a:extLst>
                <a:ext uri="{FF2B5EF4-FFF2-40B4-BE49-F238E27FC236}">
                  <a16:creationId xmlns:a16="http://schemas.microsoft.com/office/drawing/2014/main" id="{84BFF280-8C0C-ACDD-9A22-D7D414B60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6991" y="6534101"/>
              <a:ext cx="127688" cy="198465"/>
            </a:xfrm>
            <a:custGeom>
              <a:avLst/>
              <a:gdLst>
                <a:gd name="T0" fmla="*/ 7 w 11"/>
                <a:gd name="T1" fmla="*/ 0 h 16"/>
                <a:gd name="T2" fmla="*/ 2 w 11"/>
                <a:gd name="T3" fmla="*/ 2 h 16"/>
                <a:gd name="T4" fmla="*/ 0 w 11"/>
                <a:gd name="T5" fmla="*/ 6 h 16"/>
                <a:gd name="T6" fmla="*/ 2 w 11"/>
                <a:gd name="T7" fmla="*/ 6 h 16"/>
                <a:gd name="T8" fmla="*/ 3 w 11"/>
                <a:gd name="T9" fmla="*/ 4 h 16"/>
                <a:gd name="T10" fmla="*/ 4 w 11"/>
                <a:gd name="T11" fmla="*/ 5 h 16"/>
                <a:gd name="T12" fmla="*/ 3 w 11"/>
                <a:gd name="T13" fmla="*/ 10 h 16"/>
                <a:gd name="T14" fmla="*/ 3 w 11"/>
                <a:gd name="T15" fmla="*/ 11 h 16"/>
                <a:gd name="T16" fmla="*/ 3 w 11"/>
                <a:gd name="T17" fmla="*/ 13 h 16"/>
                <a:gd name="T18" fmla="*/ 5 w 11"/>
                <a:gd name="T19" fmla="*/ 12 h 16"/>
                <a:gd name="T20" fmla="*/ 6 w 11"/>
                <a:gd name="T21" fmla="*/ 15 h 16"/>
                <a:gd name="T22" fmla="*/ 8 w 11"/>
                <a:gd name="T23" fmla="*/ 12 h 16"/>
                <a:gd name="T24" fmla="*/ 11 w 11"/>
                <a:gd name="T25" fmla="*/ 7 h 16"/>
                <a:gd name="T26" fmla="*/ 10 w 11"/>
                <a:gd name="T27" fmla="*/ 2 h 16"/>
                <a:gd name="T28" fmla="*/ 7 w 11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cubicBezTo>
                    <a:pt x="5" y="0"/>
                    <a:pt x="3" y="1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5"/>
                    <a:pt x="3" y="5"/>
                    <a:pt x="2" y="6"/>
                  </a:cubicBezTo>
                  <a:cubicBezTo>
                    <a:pt x="3" y="5"/>
                    <a:pt x="2" y="4"/>
                    <a:pt x="3" y="4"/>
                  </a:cubicBezTo>
                  <a:cubicBezTo>
                    <a:pt x="3" y="4"/>
                    <a:pt x="4" y="4"/>
                    <a:pt x="4" y="5"/>
                  </a:cubicBezTo>
                  <a:cubicBezTo>
                    <a:pt x="4" y="7"/>
                    <a:pt x="4" y="8"/>
                    <a:pt x="3" y="10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6"/>
                    <a:pt x="5" y="12"/>
                    <a:pt x="5" y="12"/>
                  </a:cubicBezTo>
                  <a:cubicBezTo>
                    <a:pt x="5" y="12"/>
                    <a:pt x="5" y="15"/>
                    <a:pt x="6" y="15"/>
                  </a:cubicBezTo>
                  <a:cubicBezTo>
                    <a:pt x="6" y="16"/>
                    <a:pt x="8" y="13"/>
                    <a:pt x="8" y="12"/>
                  </a:cubicBezTo>
                  <a:cubicBezTo>
                    <a:pt x="10" y="10"/>
                    <a:pt x="10" y="8"/>
                    <a:pt x="11" y="7"/>
                  </a:cubicBezTo>
                  <a:cubicBezTo>
                    <a:pt x="11" y="5"/>
                    <a:pt x="10" y="4"/>
                    <a:pt x="10" y="2"/>
                  </a:cubicBezTo>
                  <a:cubicBezTo>
                    <a:pt x="10" y="0"/>
                    <a:pt x="7" y="2"/>
                    <a:pt x="7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4" name="Freeform 435">
              <a:extLst>
                <a:ext uri="{FF2B5EF4-FFF2-40B4-BE49-F238E27FC236}">
                  <a16:creationId xmlns:a16="http://schemas.microsoft.com/office/drawing/2014/main" id="{F4023825-3D44-D15C-D067-CD4F1F301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9303" y="7019709"/>
              <a:ext cx="43895" cy="38003"/>
            </a:xfrm>
            <a:custGeom>
              <a:avLst/>
              <a:gdLst>
                <a:gd name="T0" fmla="*/ 4 w 4"/>
                <a:gd name="T1" fmla="*/ 0 h 3"/>
                <a:gd name="T2" fmla="*/ 1 w 4"/>
                <a:gd name="T3" fmla="*/ 3 h 3"/>
                <a:gd name="T4" fmla="*/ 4 w 4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1" y="3"/>
                    <a:pt x="4" y="0"/>
                    <a:pt x="4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5" name="Freeform 436">
              <a:extLst>
                <a:ext uri="{FF2B5EF4-FFF2-40B4-BE49-F238E27FC236}">
                  <a16:creationId xmlns:a16="http://schemas.microsoft.com/office/drawing/2014/main" id="{2AEF0EAE-67B1-596B-E949-33D3590D3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3050" y="6897250"/>
              <a:ext cx="23943" cy="21114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6" name="Freeform 437">
              <a:extLst>
                <a:ext uri="{FF2B5EF4-FFF2-40B4-BE49-F238E27FC236}">
                  <a16:creationId xmlns:a16="http://schemas.microsoft.com/office/drawing/2014/main" id="{B35F1E51-2A8C-873A-8493-C0431EBCC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7814" y="7154832"/>
              <a:ext cx="23943" cy="12667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7" name="Freeform 438">
              <a:extLst>
                <a:ext uri="{FF2B5EF4-FFF2-40B4-BE49-F238E27FC236}">
                  <a16:creationId xmlns:a16="http://schemas.microsoft.com/office/drawing/2014/main" id="{BD94A725-564E-6013-189B-68B3CD931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4360" y="7108382"/>
              <a:ext cx="139661" cy="206910"/>
            </a:xfrm>
            <a:custGeom>
              <a:avLst/>
              <a:gdLst>
                <a:gd name="T0" fmla="*/ 8 w 12"/>
                <a:gd name="T1" fmla="*/ 1 h 17"/>
                <a:gd name="T2" fmla="*/ 0 w 12"/>
                <a:gd name="T3" fmla="*/ 8 h 17"/>
                <a:gd name="T4" fmla="*/ 1 w 12"/>
                <a:gd name="T5" fmla="*/ 14 h 17"/>
                <a:gd name="T6" fmla="*/ 3 w 12"/>
                <a:gd name="T7" fmla="*/ 17 h 17"/>
                <a:gd name="T8" fmla="*/ 8 w 12"/>
                <a:gd name="T9" fmla="*/ 1 h 17"/>
                <a:gd name="T10" fmla="*/ 8 w 12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7">
                  <a:moveTo>
                    <a:pt x="8" y="1"/>
                  </a:moveTo>
                  <a:cubicBezTo>
                    <a:pt x="5" y="0"/>
                    <a:pt x="1" y="6"/>
                    <a:pt x="0" y="8"/>
                  </a:cubicBezTo>
                  <a:cubicBezTo>
                    <a:pt x="0" y="10"/>
                    <a:pt x="0" y="12"/>
                    <a:pt x="1" y="14"/>
                  </a:cubicBezTo>
                  <a:cubicBezTo>
                    <a:pt x="1" y="14"/>
                    <a:pt x="3" y="17"/>
                    <a:pt x="3" y="17"/>
                  </a:cubicBezTo>
                  <a:cubicBezTo>
                    <a:pt x="4" y="15"/>
                    <a:pt x="12" y="2"/>
                    <a:pt x="8" y="1"/>
                  </a:cubicBezTo>
                  <a:cubicBezTo>
                    <a:pt x="7" y="1"/>
                    <a:pt x="9" y="1"/>
                    <a:pt x="8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8" name="Freeform 439">
              <a:extLst>
                <a:ext uri="{FF2B5EF4-FFF2-40B4-BE49-F238E27FC236}">
                  <a16:creationId xmlns:a16="http://schemas.microsoft.com/office/drawing/2014/main" id="{923FB5C6-D440-7291-8B06-F6CFF82CE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4032" y="7454638"/>
              <a:ext cx="163604" cy="122456"/>
            </a:xfrm>
            <a:custGeom>
              <a:avLst/>
              <a:gdLst>
                <a:gd name="T0" fmla="*/ 13 w 14"/>
                <a:gd name="T1" fmla="*/ 1 h 10"/>
                <a:gd name="T2" fmla="*/ 9 w 14"/>
                <a:gd name="T3" fmla="*/ 0 h 10"/>
                <a:gd name="T4" fmla="*/ 4 w 14"/>
                <a:gd name="T5" fmla="*/ 2 h 10"/>
                <a:gd name="T6" fmla="*/ 4 w 14"/>
                <a:gd name="T7" fmla="*/ 9 h 10"/>
                <a:gd name="T8" fmla="*/ 11 w 14"/>
                <a:gd name="T9" fmla="*/ 6 h 10"/>
                <a:gd name="T10" fmla="*/ 13 w 14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0">
                  <a:moveTo>
                    <a:pt x="13" y="1"/>
                  </a:moveTo>
                  <a:cubicBezTo>
                    <a:pt x="12" y="1"/>
                    <a:pt x="11" y="0"/>
                    <a:pt x="9" y="0"/>
                  </a:cubicBezTo>
                  <a:cubicBezTo>
                    <a:pt x="7" y="0"/>
                    <a:pt x="6" y="1"/>
                    <a:pt x="4" y="2"/>
                  </a:cubicBezTo>
                  <a:cubicBezTo>
                    <a:pt x="2" y="4"/>
                    <a:pt x="0" y="7"/>
                    <a:pt x="4" y="9"/>
                  </a:cubicBezTo>
                  <a:cubicBezTo>
                    <a:pt x="6" y="10"/>
                    <a:pt x="10" y="8"/>
                    <a:pt x="11" y="6"/>
                  </a:cubicBezTo>
                  <a:cubicBezTo>
                    <a:pt x="11" y="5"/>
                    <a:pt x="14" y="1"/>
                    <a:pt x="13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79" name="Freeform 440">
              <a:extLst>
                <a:ext uri="{FF2B5EF4-FFF2-40B4-BE49-F238E27FC236}">
                  <a16:creationId xmlns:a16="http://schemas.microsoft.com/office/drawing/2014/main" id="{67E5C0A5-801D-3879-1CB7-1D8863896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0417" y="7539091"/>
              <a:ext cx="235428" cy="350479"/>
            </a:xfrm>
            <a:custGeom>
              <a:avLst/>
              <a:gdLst>
                <a:gd name="T0" fmla="*/ 12 w 20"/>
                <a:gd name="T1" fmla="*/ 2 h 28"/>
                <a:gd name="T2" fmla="*/ 9 w 20"/>
                <a:gd name="T3" fmla="*/ 2 h 28"/>
                <a:gd name="T4" fmla="*/ 4 w 20"/>
                <a:gd name="T5" fmla="*/ 3 h 28"/>
                <a:gd name="T6" fmla="*/ 3 w 20"/>
                <a:gd name="T7" fmla="*/ 11 h 28"/>
                <a:gd name="T8" fmla="*/ 3 w 20"/>
                <a:gd name="T9" fmla="*/ 13 h 28"/>
                <a:gd name="T10" fmla="*/ 0 w 20"/>
                <a:gd name="T11" fmla="*/ 13 h 28"/>
                <a:gd name="T12" fmla="*/ 3 w 20"/>
                <a:gd name="T13" fmla="*/ 22 h 28"/>
                <a:gd name="T14" fmla="*/ 5 w 20"/>
                <a:gd name="T15" fmla="*/ 20 h 28"/>
                <a:gd name="T16" fmla="*/ 7 w 20"/>
                <a:gd name="T17" fmla="*/ 22 h 28"/>
                <a:gd name="T18" fmla="*/ 4 w 20"/>
                <a:gd name="T19" fmla="*/ 23 h 28"/>
                <a:gd name="T20" fmla="*/ 8 w 20"/>
                <a:gd name="T21" fmla="*/ 26 h 28"/>
                <a:gd name="T22" fmla="*/ 11 w 20"/>
                <a:gd name="T23" fmla="*/ 25 h 28"/>
                <a:gd name="T24" fmla="*/ 15 w 20"/>
                <a:gd name="T25" fmla="*/ 28 h 28"/>
                <a:gd name="T26" fmla="*/ 14 w 20"/>
                <a:gd name="T27" fmla="*/ 25 h 28"/>
                <a:gd name="T28" fmla="*/ 17 w 20"/>
                <a:gd name="T29" fmla="*/ 24 h 28"/>
                <a:gd name="T30" fmla="*/ 10 w 20"/>
                <a:gd name="T31" fmla="*/ 22 h 28"/>
                <a:gd name="T32" fmla="*/ 9 w 20"/>
                <a:gd name="T33" fmla="*/ 16 h 28"/>
                <a:gd name="T34" fmla="*/ 12 w 20"/>
                <a:gd name="T35" fmla="*/ 12 h 28"/>
                <a:gd name="T36" fmla="*/ 13 w 20"/>
                <a:gd name="T37" fmla="*/ 7 h 28"/>
                <a:gd name="T38" fmla="*/ 12 w 20"/>
                <a:gd name="T39" fmla="*/ 2 h 28"/>
                <a:gd name="T40" fmla="*/ 12 w 20"/>
                <a:gd name="T4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28">
                  <a:moveTo>
                    <a:pt x="12" y="2"/>
                  </a:moveTo>
                  <a:cubicBezTo>
                    <a:pt x="10" y="1"/>
                    <a:pt x="11" y="5"/>
                    <a:pt x="9" y="2"/>
                  </a:cubicBezTo>
                  <a:cubicBezTo>
                    <a:pt x="8" y="0"/>
                    <a:pt x="4" y="1"/>
                    <a:pt x="4" y="3"/>
                  </a:cubicBezTo>
                  <a:cubicBezTo>
                    <a:pt x="3" y="6"/>
                    <a:pt x="4" y="8"/>
                    <a:pt x="3" y="11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2" y="14"/>
                    <a:pt x="0" y="13"/>
                    <a:pt x="0" y="13"/>
                  </a:cubicBezTo>
                  <a:cubicBezTo>
                    <a:pt x="0" y="13"/>
                    <a:pt x="2" y="22"/>
                    <a:pt x="3" y="22"/>
                  </a:cubicBezTo>
                  <a:cubicBezTo>
                    <a:pt x="3" y="22"/>
                    <a:pt x="4" y="19"/>
                    <a:pt x="5" y="20"/>
                  </a:cubicBezTo>
                  <a:cubicBezTo>
                    <a:pt x="5" y="20"/>
                    <a:pt x="7" y="21"/>
                    <a:pt x="7" y="22"/>
                  </a:cubicBezTo>
                  <a:cubicBezTo>
                    <a:pt x="7" y="23"/>
                    <a:pt x="4" y="21"/>
                    <a:pt x="4" y="23"/>
                  </a:cubicBezTo>
                  <a:cubicBezTo>
                    <a:pt x="4" y="25"/>
                    <a:pt x="6" y="27"/>
                    <a:pt x="8" y="26"/>
                  </a:cubicBezTo>
                  <a:cubicBezTo>
                    <a:pt x="9" y="26"/>
                    <a:pt x="10" y="24"/>
                    <a:pt x="11" y="25"/>
                  </a:cubicBezTo>
                  <a:cubicBezTo>
                    <a:pt x="11" y="25"/>
                    <a:pt x="15" y="28"/>
                    <a:pt x="15" y="28"/>
                  </a:cubicBezTo>
                  <a:cubicBezTo>
                    <a:pt x="16" y="27"/>
                    <a:pt x="13" y="26"/>
                    <a:pt x="14" y="25"/>
                  </a:cubicBezTo>
                  <a:cubicBezTo>
                    <a:pt x="13" y="26"/>
                    <a:pt x="20" y="28"/>
                    <a:pt x="17" y="24"/>
                  </a:cubicBezTo>
                  <a:cubicBezTo>
                    <a:pt x="15" y="22"/>
                    <a:pt x="11" y="25"/>
                    <a:pt x="10" y="22"/>
                  </a:cubicBezTo>
                  <a:cubicBezTo>
                    <a:pt x="9" y="20"/>
                    <a:pt x="9" y="19"/>
                    <a:pt x="9" y="16"/>
                  </a:cubicBezTo>
                  <a:cubicBezTo>
                    <a:pt x="9" y="14"/>
                    <a:pt x="11" y="14"/>
                    <a:pt x="12" y="12"/>
                  </a:cubicBezTo>
                  <a:cubicBezTo>
                    <a:pt x="14" y="10"/>
                    <a:pt x="14" y="9"/>
                    <a:pt x="13" y="7"/>
                  </a:cubicBezTo>
                  <a:cubicBezTo>
                    <a:pt x="13" y="7"/>
                    <a:pt x="13" y="2"/>
                    <a:pt x="12" y="2"/>
                  </a:cubicBezTo>
                  <a:cubicBezTo>
                    <a:pt x="11" y="2"/>
                    <a:pt x="13" y="2"/>
                    <a:pt x="12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0" name="Freeform 441">
              <a:extLst>
                <a:ext uri="{FF2B5EF4-FFF2-40B4-BE49-F238E27FC236}">
                  <a16:creationId xmlns:a16="http://schemas.microsoft.com/office/drawing/2014/main" id="{473FD34D-B640-041E-D806-3528FF092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9932" y="7838898"/>
              <a:ext cx="71824" cy="97123"/>
            </a:xfrm>
            <a:custGeom>
              <a:avLst/>
              <a:gdLst>
                <a:gd name="T0" fmla="*/ 3 w 6"/>
                <a:gd name="T1" fmla="*/ 1 h 8"/>
                <a:gd name="T2" fmla="*/ 1 w 6"/>
                <a:gd name="T3" fmla="*/ 1 h 8"/>
                <a:gd name="T4" fmla="*/ 0 w 6"/>
                <a:gd name="T5" fmla="*/ 3 h 8"/>
                <a:gd name="T6" fmla="*/ 2 w 6"/>
                <a:gd name="T7" fmla="*/ 6 h 8"/>
                <a:gd name="T8" fmla="*/ 5 w 6"/>
                <a:gd name="T9" fmla="*/ 7 h 8"/>
                <a:gd name="T10" fmla="*/ 4 w 6"/>
                <a:gd name="T11" fmla="*/ 4 h 8"/>
                <a:gd name="T12" fmla="*/ 3 w 6"/>
                <a:gd name="T13" fmla="*/ 1 h 8"/>
                <a:gd name="T14" fmla="*/ 3 w 6"/>
                <a:gd name="T15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3" y="1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1" y="4"/>
                    <a:pt x="0" y="5"/>
                    <a:pt x="2" y="6"/>
                  </a:cubicBezTo>
                  <a:cubicBezTo>
                    <a:pt x="2" y="6"/>
                    <a:pt x="6" y="8"/>
                    <a:pt x="5" y="7"/>
                  </a:cubicBezTo>
                  <a:cubicBezTo>
                    <a:pt x="5" y="6"/>
                    <a:pt x="5" y="5"/>
                    <a:pt x="4" y="4"/>
                  </a:cubicBezTo>
                  <a:cubicBezTo>
                    <a:pt x="2" y="4"/>
                    <a:pt x="2" y="1"/>
                    <a:pt x="3" y="1"/>
                  </a:cubicBezTo>
                  <a:cubicBezTo>
                    <a:pt x="2" y="1"/>
                    <a:pt x="4" y="1"/>
                    <a:pt x="3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1" name="Freeform 442">
              <a:extLst>
                <a:ext uri="{FF2B5EF4-FFF2-40B4-BE49-F238E27FC236}">
                  <a16:creationId xmlns:a16="http://schemas.microsoft.com/office/drawing/2014/main" id="{A836B3A8-CCA1-956A-DD15-510FD0A6E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7814" y="7923351"/>
              <a:ext cx="115719" cy="164684"/>
            </a:xfrm>
            <a:custGeom>
              <a:avLst/>
              <a:gdLst>
                <a:gd name="T0" fmla="*/ 4 w 10"/>
                <a:gd name="T1" fmla="*/ 0 h 13"/>
                <a:gd name="T2" fmla="*/ 2 w 10"/>
                <a:gd name="T3" fmla="*/ 1 h 13"/>
                <a:gd name="T4" fmla="*/ 4 w 10"/>
                <a:gd name="T5" fmla="*/ 4 h 13"/>
                <a:gd name="T6" fmla="*/ 4 w 10"/>
                <a:gd name="T7" fmla="*/ 9 h 13"/>
                <a:gd name="T8" fmla="*/ 5 w 10"/>
                <a:gd name="T9" fmla="*/ 13 h 13"/>
                <a:gd name="T10" fmla="*/ 5 w 10"/>
                <a:gd name="T11" fmla="*/ 11 h 13"/>
                <a:gd name="T12" fmla="*/ 9 w 10"/>
                <a:gd name="T13" fmla="*/ 8 h 13"/>
                <a:gd name="T14" fmla="*/ 8 w 10"/>
                <a:gd name="T15" fmla="*/ 6 h 13"/>
                <a:gd name="T16" fmla="*/ 9 w 10"/>
                <a:gd name="T17" fmla="*/ 5 h 13"/>
                <a:gd name="T18" fmla="*/ 7 w 10"/>
                <a:gd name="T19" fmla="*/ 1 h 13"/>
                <a:gd name="T20" fmla="*/ 4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4" y="0"/>
                  </a:moveTo>
                  <a:cubicBezTo>
                    <a:pt x="3" y="0"/>
                    <a:pt x="4" y="0"/>
                    <a:pt x="2" y="1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5" y="6"/>
                    <a:pt x="0" y="7"/>
                    <a:pt x="4" y="9"/>
                  </a:cubicBezTo>
                  <a:cubicBezTo>
                    <a:pt x="5" y="10"/>
                    <a:pt x="3" y="12"/>
                    <a:pt x="5" y="13"/>
                  </a:cubicBezTo>
                  <a:cubicBezTo>
                    <a:pt x="6" y="13"/>
                    <a:pt x="6" y="12"/>
                    <a:pt x="5" y="11"/>
                  </a:cubicBezTo>
                  <a:cubicBezTo>
                    <a:pt x="3" y="5"/>
                    <a:pt x="9" y="10"/>
                    <a:pt x="9" y="8"/>
                  </a:cubicBezTo>
                  <a:cubicBezTo>
                    <a:pt x="9" y="7"/>
                    <a:pt x="7" y="6"/>
                    <a:pt x="8" y="6"/>
                  </a:cubicBezTo>
                  <a:cubicBezTo>
                    <a:pt x="8" y="5"/>
                    <a:pt x="10" y="6"/>
                    <a:pt x="9" y="5"/>
                  </a:cubicBezTo>
                  <a:cubicBezTo>
                    <a:pt x="8" y="4"/>
                    <a:pt x="6" y="3"/>
                    <a:pt x="7" y="1"/>
                  </a:cubicBezTo>
                  <a:cubicBezTo>
                    <a:pt x="7" y="0"/>
                    <a:pt x="5" y="0"/>
                    <a:pt x="4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2" name="Freeform 443">
              <a:extLst>
                <a:ext uri="{FF2B5EF4-FFF2-40B4-BE49-F238E27FC236}">
                  <a16:creationId xmlns:a16="http://schemas.microsoft.com/office/drawing/2014/main" id="{4B88C683-3BC3-7E41-53E3-12EC3E183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6326" y="7851568"/>
              <a:ext cx="71824" cy="97123"/>
            </a:xfrm>
            <a:custGeom>
              <a:avLst/>
              <a:gdLst>
                <a:gd name="T0" fmla="*/ 6 w 6"/>
                <a:gd name="T1" fmla="*/ 5 h 8"/>
                <a:gd name="T2" fmla="*/ 0 w 6"/>
                <a:gd name="T3" fmla="*/ 2 h 8"/>
                <a:gd name="T4" fmla="*/ 3 w 6"/>
                <a:gd name="T5" fmla="*/ 6 h 8"/>
                <a:gd name="T6" fmla="*/ 6 w 6"/>
                <a:gd name="T7" fmla="*/ 5 h 8"/>
                <a:gd name="T8" fmla="*/ 6 w 6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5"/>
                  </a:moveTo>
                  <a:cubicBezTo>
                    <a:pt x="5" y="4"/>
                    <a:pt x="3" y="0"/>
                    <a:pt x="0" y="2"/>
                  </a:cubicBezTo>
                  <a:cubicBezTo>
                    <a:pt x="0" y="2"/>
                    <a:pt x="3" y="5"/>
                    <a:pt x="3" y="6"/>
                  </a:cubicBezTo>
                  <a:cubicBezTo>
                    <a:pt x="3" y="8"/>
                    <a:pt x="6" y="8"/>
                    <a:pt x="6" y="5"/>
                  </a:cubicBezTo>
                  <a:cubicBezTo>
                    <a:pt x="6" y="5"/>
                    <a:pt x="6" y="6"/>
                    <a:pt x="6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3" name="Freeform 444">
              <a:extLst>
                <a:ext uri="{FF2B5EF4-FFF2-40B4-BE49-F238E27FC236}">
                  <a16:creationId xmlns:a16="http://schemas.microsoft.com/office/drawing/2014/main" id="{4D86F292-96DA-9D4E-8892-4AE4BA655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0126" y="7948688"/>
              <a:ext cx="103749" cy="126679"/>
            </a:xfrm>
            <a:custGeom>
              <a:avLst/>
              <a:gdLst>
                <a:gd name="T0" fmla="*/ 3 w 9"/>
                <a:gd name="T1" fmla="*/ 2 h 10"/>
                <a:gd name="T2" fmla="*/ 0 w 9"/>
                <a:gd name="T3" fmla="*/ 2 h 10"/>
                <a:gd name="T4" fmla="*/ 2 w 9"/>
                <a:gd name="T5" fmla="*/ 4 h 10"/>
                <a:gd name="T6" fmla="*/ 1 w 9"/>
                <a:gd name="T7" fmla="*/ 9 h 10"/>
                <a:gd name="T8" fmla="*/ 6 w 9"/>
                <a:gd name="T9" fmla="*/ 6 h 10"/>
                <a:gd name="T10" fmla="*/ 3 w 9"/>
                <a:gd name="T11" fmla="*/ 2 h 10"/>
                <a:gd name="T12" fmla="*/ 3 w 9"/>
                <a:gd name="T13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3" y="2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0" y="3"/>
                    <a:pt x="2" y="3"/>
                    <a:pt x="2" y="4"/>
                  </a:cubicBezTo>
                  <a:cubicBezTo>
                    <a:pt x="3" y="5"/>
                    <a:pt x="0" y="8"/>
                    <a:pt x="1" y="9"/>
                  </a:cubicBezTo>
                  <a:cubicBezTo>
                    <a:pt x="1" y="10"/>
                    <a:pt x="5" y="6"/>
                    <a:pt x="6" y="6"/>
                  </a:cubicBezTo>
                  <a:cubicBezTo>
                    <a:pt x="9" y="6"/>
                    <a:pt x="3" y="2"/>
                    <a:pt x="3" y="2"/>
                  </a:cubicBezTo>
                  <a:cubicBezTo>
                    <a:pt x="1" y="0"/>
                    <a:pt x="3" y="2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4" name="Freeform 445">
              <a:extLst>
                <a:ext uri="{FF2B5EF4-FFF2-40B4-BE49-F238E27FC236}">
                  <a16:creationId xmlns:a16="http://schemas.microsoft.com/office/drawing/2014/main" id="{1A7BAEE3-8FB9-DC8E-CAD2-51BBBDB4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4068" y="8024693"/>
              <a:ext cx="79807" cy="135123"/>
            </a:xfrm>
            <a:custGeom>
              <a:avLst/>
              <a:gdLst>
                <a:gd name="T0" fmla="*/ 6 w 7"/>
                <a:gd name="T1" fmla="*/ 1 h 11"/>
                <a:gd name="T2" fmla="*/ 3 w 7"/>
                <a:gd name="T3" fmla="*/ 5 h 11"/>
                <a:gd name="T4" fmla="*/ 3 w 7"/>
                <a:gd name="T5" fmla="*/ 9 h 11"/>
                <a:gd name="T6" fmla="*/ 5 w 7"/>
                <a:gd name="T7" fmla="*/ 6 h 11"/>
                <a:gd name="T8" fmla="*/ 6 w 7"/>
                <a:gd name="T9" fmla="*/ 1 h 11"/>
                <a:gd name="T10" fmla="*/ 6 w 7"/>
                <a:gd name="T1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1">
                  <a:moveTo>
                    <a:pt x="6" y="1"/>
                  </a:moveTo>
                  <a:cubicBezTo>
                    <a:pt x="3" y="1"/>
                    <a:pt x="4" y="4"/>
                    <a:pt x="3" y="5"/>
                  </a:cubicBezTo>
                  <a:cubicBezTo>
                    <a:pt x="0" y="7"/>
                    <a:pt x="1" y="7"/>
                    <a:pt x="3" y="9"/>
                  </a:cubicBezTo>
                  <a:cubicBezTo>
                    <a:pt x="6" y="11"/>
                    <a:pt x="4" y="8"/>
                    <a:pt x="5" y="6"/>
                  </a:cubicBezTo>
                  <a:cubicBezTo>
                    <a:pt x="5" y="6"/>
                    <a:pt x="7" y="0"/>
                    <a:pt x="6" y="1"/>
                  </a:cubicBezTo>
                  <a:cubicBezTo>
                    <a:pt x="5" y="1"/>
                    <a:pt x="6" y="0"/>
                    <a:pt x="6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5" name="Freeform 446">
              <a:extLst>
                <a:ext uri="{FF2B5EF4-FFF2-40B4-BE49-F238E27FC236}">
                  <a16:creationId xmlns:a16="http://schemas.microsoft.com/office/drawing/2014/main" id="{755DBD75-D80C-3926-68BC-2D31ABE94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1900" y="8012027"/>
              <a:ext cx="47884" cy="97123"/>
            </a:xfrm>
            <a:custGeom>
              <a:avLst/>
              <a:gdLst>
                <a:gd name="T0" fmla="*/ 3 w 4"/>
                <a:gd name="T1" fmla="*/ 1 h 8"/>
                <a:gd name="T2" fmla="*/ 0 w 4"/>
                <a:gd name="T3" fmla="*/ 8 h 8"/>
                <a:gd name="T4" fmla="*/ 3 w 4"/>
                <a:gd name="T5" fmla="*/ 5 h 8"/>
                <a:gd name="T6" fmla="*/ 3 w 4"/>
                <a:gd name="T7" fmla="*/ 1 h 8"/>
                <a:gd name="T8" fmla="*/ 3 w 4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8">
                  <a:moveTo>
                    <a:pt x="3" y="1"/>
                  </a:moveTo>
                  <a:cubicBezTo>
                    <a:pt x="2" y="1"/>
                    <a:pt x="0" y="7"/>
                    <a:pt x="0" y="8"/>
                  </a:cubicBezTo>
                  <a:cubicBezTo>
                    <a:pt x="0" y="8"/>
                    <a:pt x="2" y="6"/>
                    <a:pt x="3" y="5"/>
                  </a:cubicBezTo>
                  <a:cubicBezTo>
                    <a:pt x="3" y="5"/>
                    <a:pt x="4" y="0"/>
                    <a:pt x="3" y="1"/>
                  </a:cubicBezTo>
                  <a:cubicBezTo>
                    <a:pt x="2" y="1"/>
                    <a:pt x="3" y="1"/>
                    <a:pt x="3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6" name="Freeform 447">
              <a:extLst>
                <a:ext uri="{FF2B5EF4-FFF2-40B4-BE49-F238E27FC236}">
                  <a16:creationId xmlns:a16="http://schemas.microsoft.com/office/drawing/2014/main" id="{22E51B19-43D4-03C7-B234-D4603C075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5845" y="8075366"/>
              <a:ext cx="71824" cy="46450"/>
            </a:xfrm>
            <a:custGeom>
              <a:avLst/>
              <a:gdLst>
                <a:gd name="T0" fmla="*/ 1 w 6"/>
                <a:gd name="T1" fmla="*/ 1 h 4"/>
                <a:gd name="T2" fmla="*/ 3 w 6"/>
                <a:gd name="T3" fmla="*/ 3 h 4"/>
                <a:gd name="T4" fmla="*/ 1 w 6"/>
                <a:gd name="T5" fmla="*/ 1 h 4"/>
                <a:gd name="T6" fmla="*/ 1 w 6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3"/>
                    <a:pt x="1" y="4"/>
                    <a:pt x="3" y="3"/>
                  </a:cubicBezTo>
                  <a:cubicBezTo>
                    <a:pt x="6" y="3"/>
                    <a:pt x="2" y="0"/>
                    <a:pt x="1" y="1"/>
                  </a:cubicBezTo>
                  <a:cubicBezTo>
                    <a:pt x="1" y="2"/>
                    <a:pt x="2" y="1"/>
                    <a:pt x="1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7" name="Freeform 448">
              <a:extLst>
                <a:ext uri="{FF2B5EF4-FFF2-40B4-BE49-F238E27FC236}">
                  <a16:creationId xmlns:a16="http://schemas.microsoft.com/office/drawing/2014/main" id="{AC803495-3239-9470-ED99-D1EE0AB9C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5845" y="8109150"/>
              <a:ext cx="163604" cy="261807"/>
            </a:xfrm>
            <a:custGeom>
              <a:avLst/>
              <a:gdLst>
                <a:gd name="T0" fmla="*/ 10 w 14"/>
                <a:gd name="T1" fmla="*/ 0 h 21"/>
                <a:gd name="T2" fmla="*/ 9 w 14"/>
                <a:gd name="T3" fmla="*/ 2 h 21"/>
                <a:gd name="T4" fmla="*/ 7 w 14"/>
                <a:gd name="T5" fmla="*/ 4 h 21"/>
                <a:gd name="T6" fmla="*/ 3 w 14"/>
                <a:gd name="T7" fmla="*/ 6 h 21"/>
                <a:gd name="T8" fmla="*/ 2 w 14"/>
                <a:gd name="T9" fmla="*/ 11 h 21"/>
                <a:gd name="T10" fmla="*/ 2 w 14"/>
                <a:gd name="T11" fmla="*/ 14 h 21"/>
                <a:gd name="T12" fmla="*/ 3 w 14"/>
                <a:gd name="T13" fmla="*/ 18 h 21"/>
                <a:gd name="T14" fmla="*/ 8 w 14"/>
                <a:gd name="T15" fmla="*/ 19 h 21"/>
                <a:gd name="T16" fmla="*/ 8 w 14"/>
                <a:gd name="T17" fmla="*/ 16 h 21"/>
                <a:gd name="T18" fmla="*/ 10 w 14"/>
                <a:gd name="T19" fmla="*/ 12 h 21"/>
                <a:gd name="T20" fmla="*/ 12 w 14"/>
                <a:gd name="T21" fmla="*/ 17 h 21"/>
                <a:gd name="T22" fmla="*/ 13 w 14"/>
                <a:gd name="T23" fmla="*/ 14 h 21"/>
                <a:gd name="T24" fmla="*/ 13 w 14"/>
                <a:gd name="T25" fmla="*/ 10 h 21"/>
                <a:gd name="T26" fmla="*/ 10 w 14"/>
                <a:gd name="T27" fmla="*/ 0 h 21"/>
                <a:gd name="T28" fmla="*/ 10 w 14"/>
                <a:gd name="T2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" h="21">
                  <a:moveTo>
                    <a:pt x="10" y="0"/>
                  </a:moveTo>
                  <a:cubicBezTo>
                    <a:pt x="9" y="0"/>
                    <a:pt x="9" y="1"/>
                    <a:pt x="9" y="2"/>
                  </a:cubicBezTo>
                  <a:cubicBezTo>
                    <a:pt x="9" y="3"/>
                    <a:pt x="9" y="3"/>
                    <a:pt x="7" y="4"/>
                  </a:cubicBezTo>
                  <a:cubicBezTo>
                    <a:pt x="6" y="4"/>
                    <a:pt x="4" y="6"/>
                    <a:pt x="3" y="6"/>
                  </a:cubicBezTo>
                  <a:cubicBezTo>
                    <a:pt x="1" y="9"/>
                    <a:pt x="0" y="9"/>
                    <a:pt x="2" y="11"/>
                  </a:cubicBezTo>
                  <a:cubicBezTo>
                    <a:pt x="3" y="12"/>
                    <a:pt x="2" y="13"/>
                    <a:pt x="2" y="14"/>
                  </a:cubicBezTo>
                  <a:cubicBezTo>
                    <a:pt x="1" y="16"/>
                    <a:pt x="2" y="17"/>
                    <a:pt x="3" y="18"/>
                  </a:cubicBezTo>
                  <a:cubicBezTo>
                    <a:pt x="5" y="19"/>
                    <a:pt x="7" y="19"/>
                    <a:pt x="8" y="19"/>
                  </a:cubicBezTo>
                  <a:cubicBezTo>
                    <a:pt x="11" y="21"/>
                    <a:pt x="9" y="18"/>
                    <a:pt x="8" y="16"/>
                  </a:cubicBezTo>
                  <a:cubicBezTo>
                    <a:pt x="8" y="16"/>
                    <a:pt x="8" y="12"/>
                    <a:pt x="10" y="12"/>
                  </a:cubicBezTo>
                  <a:cubicBezTo>
                    <a:pt x="11" y="12"/>
                    <a:pt x="11" y="17"/>
                    <a:pt x="12" y="17"/>
                  </a:cubicBezTo>
                  <a:cubicBezTo>
                    <a:pt x="12" y="17"/>
                    <a:pt x="13" y="14"/>
                    <a:pt x="13" y="14"/>
                  </a:cubicBezTo>
                  <a:cubicBezTo>
                    <a:pt x="14" y="12"/>
                    <a:pt x="14" y="11"/>
                    <a:pt x="13" y="10"/>
                  </a:cubicBezTo>
                  <a:cubicBezTo>
                    <a:pt x="13" y="7"/>
                    <a:pt x="13" y="1"/>
                    <a:pt x="10" y="0"/>
                  </a:cubicBezTo>
                  <a:cubicBezTo>
                    <a:pt x="9" y="0"/>
                    <a:pt x="10" y="1"/>
                    <a:pt x="10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8" name="Freeform 449">
              <a:extLst>
                <a:ext uri="{FF2B5EF4-FFF2-40B4-BE49-F238E27FC236}">
                  <a16:creationId xmlns:a16="http://schemas.microsoft.com/office/drawing/2014/main" id="{3FECB59A-5646-D0E6-D014-887498989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2096" y="8159819"/>
              <a:ext cx="139661" cy="126679"/>
            </a:xfrm>
            <a:custGeom>
              <a:avLst/>
              <a:gdLst>
                <a:gd name="T0" fmla="*/ 8 w 12"/>
                <a:gd name="T1" fmla="*/ 1 h 10"/>
                <a:gd name="T2" fmla="*/ 2 w 12"/>
                <a:gd name="T3" fmla="*/ 4 h 10"/>
                <a:gd name="T4" fmla="*/ 0 w 12"/>
                <a:gd name="T5" fmla="*/ 10 h 10"/>
                <a:gd name="T6" fmla="*/ 2 w 12"/>
                <a:gd name="T7" fmla="*/ 6 h 10"/>
                <a:gd name="T8" fmla="*/ 4 w 12"/>
                <a:gd name="T9" fmla="*/ 6 h 10"/>
                <a:gd name="T10" fmla="*/ 6 w 12"/>
                <a:gd name="T11" fmla="*/ 7 h 10"/>
                <a:gd name="T12" fmla="*/ 8 w 12"/>
                <a:gd name="T13" fmla="*/ 7 h 10"/>
                <a:gd name="T14" fmla="*/ 8 w 12"/>
                <a:gd name="T15" fmla="*/ 5 h 10"/>
                <a:gd name="T16" fmla="*/ 8 w 12"/>
                <a:gd name="T17" fmla="*/ 1 h 10"/>
                <a:gd name="T18" fmla="*/ 8 w 12"/>
                <a:gd name="T1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0">
                  <a:moveTo>
                    <a:pt x="8" y="1"/>
                  </a:moveTo>
                  <a:cubicBezTo>
                    <a:pt x="6" y="0"/>
                    <a:pt x="5" y="4"/>
                    <a:pt x="2" y="4"/>
                  </a:cubicBezTo>
                  <a:cubicBezTo>
                    <a:pt x="0" y="5"/>
                    <a:pt x="0" y="9"/>
                    <a:pt x="0" y="10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2" y="6"/>
                    <a:pt x="4" y="5"/>
                    <a:pt x="4" y="6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7"/>
                    <a:pt x="7" y="8"/>
                    <a:pt x="8" y="7"/>
                  </a:cubicBezTo>
                  <a:cubicBezTo>
                    <a:pt x="8" y="7"/>
                    <a:pt x="8" y="5"/>
                    <a:pt x="8" y="5"/>
                  </a:cubicBezTo>
                  <a:cubicBezTo>
                    <a:pt x="9" y="3"/>
                    <a:pt x="11" y="2"/>
                    <a:pt x="8" y="1"/>
                  </a:cubicBezTo>
                  <a:cubicBezTo>
                    <a:pt x="7" y="1"/>
                    <a:pt x="12" y="3"/>
                    <a:pt x="8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89" name="Freeform 450">
              <a:extLst>
                <a:ext uri="{FF2B5EF4-FFF2-40B4-BE49-F238E27FC236}">
                  <a16:creationId xmlns:a16="http://schemas.microsoft.com/office/drawing/2014/main" id="{01BB04A2-83A0-4C18-053B-680D5F714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8782" y="8037363"/>
              <a:ext cx="139661" cy="147792"/>
            </a:xfrm>
            <a:custGeom>
              <a:avLst/>
              <a:gdLst>
                <a:gd name="T0" fmla="*/ 11 w 12"/>
                <a:gd name="T1" fmla="*/ 0 h 12"/>
                <a:gd name="T2" fmla="*/ 6 w 12"/>
                <a:gd name="T3" fmla="*/ 6 h 12"/>
                <a:gd name="T4" fmla="*/ 0 w 12"/>
                <a:gd name="T5" fmla="*/ 12 h 12"/>
                <a:gd name="T6" fmla="*/ 4 w 12"/>
                <a:gd name="T7" fmla="*/ 10 h 12"/>
                <a:gd name="T8" fmla="*/ 8 w 12"/>
                <a:gd name="T9" fmla="*/ 7 h 12"/>
                <a:gd name="T10" fmla="*/ 10 w 12"/>
                <a:gd name="T11" fmla="*/ 3 h 12"/>
                <a:gd name="T12" fmla="*/ 11 w 12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9" y="1"/>
                    <a:pt x="7" y="4"/>
                    <a:pt x="6" y="6"/>
                  </a:cubicBezTo>
                  <a:cubicBezTo>
                    <a:pt x="5" y="7"/>
                    <a:pt x="0" y="10"/>
                    <a:pt x="0" y="12"/>
                  </a:cubicBezTo>
                  <a:cubicBezTo>
                    <a:pt x="0" y="12"/>
                    <a:pt x="3" y="11"/>
                    <a:pt x="4" y="10"/>
                  </a:cubicBezTo>
                  <a:cubicBezTo>
                    <a:pt x="5" y="10"/>
                    <a:pt x="7" y="8"/>
                    <a:pt x="8" y="7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1" y="3"/>
                    <a:pt x="12" y="0"/>
                    <a:pt x="1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0" name="Freeform 451">
              <a:extLst>
                <a:ext uri="{FF2B5EF4-FFF2-40B4-BE49-F238E27FC236}">
                  <a16:creationId xmlns:a16="http://schemas.microsoft.com/office/drawing/2014/main" id="{749D3E3E-5F81-AE6D-FFBD-F2B95ED39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9788" y="7851568"/>
              <a:ext cx="23943" cy="12667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2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1" name="Freeform 452">
              <a:extLst>
                <a:ext uri="{FF2B5EF4-FFF2-40B4-BE49-F238E27FC236}">
                  <a16:creationId xmlns:a16="http://schemas.microsoft.com/office/drawing/2014/main" id="{E8CD1A47-AE65-4FA6-E01F-A3691B38C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3895" y="8358284"/>
              <a:ext cx="654415" cy="722073"/>
            </a:xfrm>
            <a:custGeom>
              <a:avLst/>
              <a:gdLst>
                <a:gd name="T0" fmla="*/ 12 w 56"/>
                <a:gd name="T1" fmla="*/ 3 h 58"/>
                <a:gd name="T2" fmla="*/ 4 w 56"/>
                <a:gd name="T3" fmla="*/ 2 h 58"/>
                <a:gd name="T4" fmla="*/ 2 w 56"/>
                <a:gd name="T5" fmla="*/ 3 h 58"/>
                <a:gd name="T6" fmla="*/ 6 w 56"/>
                <a:gd name="T7" fmla="*/ 9 h 58"/>
                <a:gd name="T8" fmla="*/ 11 w 56"/>
                <a:gd name="T9" fmla="*/ 13 h 58"/>
                <a:gd name="T10" fmla="*/ 13 w 56"/>
                <a:gd name="T11" fmla="*/ 17 h 58"/>
                <a:gd name="T12" fmla="*/ 17 w 56"/>
                <a:gd name="T13" fmla="*/ 19 h 58"/>
                <a:gd name="T14" fmla="*/ 20 w 56"/>
                <a:gd name="T15" fmla="*/ 26 h 58"/>
                <a:gd name="T16" fmla="*/ 22 w 56"/>
                <a:gd name="T17" fmla="*/ 28 h 58"/>
                <a:gd name="T18" fmla="*/ 26 w 56"/>
                <a:gd name="T19" fmla="*/ 33 h 58"/>
                <a:gd name="T20" fmla="*/ 30 w 56"/>
                <a:gd name="T21" fmla="*/ 42 h 58"/>
                <a:gd name="T22" fmla="*/ 41 w 56"/>
                <a:gd name="T23" fmla="*/ 52 h 58"/>
                <a:gd name="T24" fmla="*/ 46 w 56"/>
                <a:gd name="T25" fmla="*/ 57 h 58"/>
                <a:gd name="T26" fmla="*/ 54 w 56"/>
                <a:gd name="T27" fmla="*/ 57 h 58"/>
                <a:gd name="T28" fmla="*/ 54 w 56"/>
                <a:gd name="T29" fmla="*/ 46 h 58"/>
                <a:gd name="T30" fmla="*/ 55 w 56"/>
                <a:gd name="T31" fmla="*/ 44 h 58"/>
                <a:gd name="T32" fmla="*/ 52 w 56"/>
                <a:gd name="T33" fmla="*/ 41 h 58"/>
                <a:gd name="T34" fmla="*/ 50 w 56"/>
                <a:gd name="T35" fmla="*/ 40 h 58"/>
                <a:gd name="T36" fmla="*/ 48 w 56"/>
                <a:gd name="T37" fmla="*/ 42 h 58"/>
                <a:gd name="T38" fmla="*/ 48 w 56"/>
                <a:gd name="T39" fmla="*/ 38 h 58"/>
                <a:gd name="T40" fmla="*/ 47 w 56"/>
                <a:gd name="T41" fmla="*/ 36 h 58"/>
                <a:gd name="T42" fmla="*/ 44 w 56"/>
                <a:gd name="T43" fmla="*/ 34 h 58"/>
                <a:gd name="T44" fmla="*/ 42 w 56"/>
                <a:gd name="T45" fmla="*/ 30 h 58"/>
                <a:gd name="T46" fmla="*/ 42 w 56"/>
                <a:gd name="T47" fmla="*/ 29 h 58"/>
                <a:gd name="T48" fmla="*/ 43 w 56"/>
                <a:gd name="T49" fmla="*/ 28 h 58"/>
                <a:gd name="T50" fmla="*/ 38 w 56"/>
                <a:gd name="T51" fmla="*/ 27 h 58"/>
                <a:gd name="T52" fmla="*/ 38 w 56"/>
                <a:gd name="T53" fmla="*/ 25 h 58"/>
                <a:gd name="T54" fmla="*/ 36 w 56"/>
                <a:gd name="T55" fmla="*/ 24 h 58"/>
                <a:gd name="T56" fmla="*/ 37 w 56"/>
                <a:gd name="T57" fmla="*/ 23 h 58"/>
                <a:gd name="T58" fmla="*/ 35 w 56"/>
                <a:gd name="T59" fmla="*/ 22 h 58"/>
                <a:gd name="T60" fmla="*/ 34 w 56"/>
                <a:gd name="T61" fmla="*/ 21 h 58"/>
                <a:gd name="T62" fmla="*/ 31 w 56"/>
                <a:gd name="T63" fmla="*/ 19 h 58"/>
                <a:gd name="T64" fmla="*/ 30 w 56"/>
                <a:gd name="T65" fmla="*/ 19 h 58"/>
                <a:gd name="T66" fmla="*/ 25 w 56"/>
                <a:gd name="T67" fmla="*/ 16 h 58"/>
                <a:gd name="T68" fmla="*/ 21 w 56"/>
                <a:gd name="T69" fmla="*/ 11 h 58"/>
                <a:gd name="T70" fmla="*/ 16 w 56"/>
                <a:gd name="T71" fmla="*/ 7 h 58"/>
                <a:gd name="T72" fmla="*/ 12 w 56"/>
                <a:gd name="T73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6" h="58">
                  <a:moveTo>
                    <a:pt x="12" y="3"/>
                  </a:moveTo>
                  <a:cubicBezTo>
                    <a:pt x="9" y="3"/>
                    <a:pt x="7" y="3"/>
                    <a:pt x="4" y="2"/>
                  </a:cubicBezTo>
                  <a:cubicBezTo>
                    <a:pt x="2" y="1"/>
                    <a:pt x="0" y="0"/>
                    <a:pt x="2" y="3"/>
                  </a:cubicBezTo>
                  <a:cubicBezTo>
                    <a:pt x="3" y="5"/>
                    <a:pt x="4" y="8"/>
                    <a:pt x="6" y="9"/>
                  </a:cubicBezTo>
                  <a:cubicBezTo>
                    <a:pt x="8" y="10"/>
                    <a:pt x="10" y="11"/>
                    <a:pt x="11" y="13"/>
                  </a:cubicBezTo>
                  <a:cubicBezTo>
                    <a:pt x="12" y="14"/>
                    <a:pt x="12" y="16"/>
                    <a:pt x="13" y="17"/>
                  </a:cubicBezTo>
                  <a:cubicBezTo>
                    <a:pt x="15" y="18"/>
                    <a:pt x="16" y="18"/>
                    <a:pt x="17" y="19"/>
                  </a:cubicBezTo>
                  <a:cubicBezTo>
                    <a:pt x="19" y="21"/>
                    <a:pt x="19" y="24"/>
                    <a:pt x="20" y="26"/>
                  </a:cubicBezTo>
                  <a:cubicBezTo>
                    <a:pt x="21" y="27"/>
                    <a:pt x="22" y="28"/>
                    <a:pt x="22" y="28"/>
                  </a:cubicBezTo>
                  <a:cubicBezTo>
                    <a:pt x="24" y="30"/>
                    <a:pt x="25" y="31"/>
                    <a:pt x="26" y="33"/>
                  </a:cubicBezTo>
                  <a:cubicBezTo>
                    <a:pt x="28" y="36"/>
                    <a:pt x="28" y="39"/>
                    <a:pt x="30" y="42"/>
                  </a:cubicBezTo>
                  <a:cubicBezTo>
                    <a:pt x="34" y="45"/>
                    <a:pt x="37" y="49"/>
                    <a:pt x="41" y="52"/>
                  </a:cubicBezTo>
                  <a:cubicBezTo>
                    <a:pt x="43" y="54"/>
                    <a:pt x="44" y="55"/>
                    <a:pt x="46" y="57"/>
                  </a:cubicBezTo>
                  <a:cubicBezTo>
                    <a:pt x="47" y="57"/>
                    <a:pt x="53" y="58"/>
                    <a:pt x="54" y="57"/>
                  </a:cubicBezTo>
                  <a:cubicBezTo>
                    <a:pt x="55" y="56"/>
                    <a:pt x="53" y="48"/>
                    <a:pt x="54" y="46"/>
                  </a:cubicBezTo>
                  <a:cubicBezTo>
                    <a:pt x="54" y="45"/>
                    <a:pt x="56" y="45"/>
                    <a:pt x="55" y="44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52" y="41"/>
                    <a:pt x="51" y="40"/>
                    <a:pt x="50" y="40"/>
                  </a:cubicBezTo>
                  <a:cubicBezTo>
                    <a:pt x="49" y="40"/>
                    <a:pt x="49" y="42"/>
                    <a:pt x="48" y="42"/>
                  </a:cubicBezTo>
                  <a:cubicBezTo>
                    <a:pt x="49" y="42"/>
                    <a:pt x="48" y="38"/>
                    <a:pt x="48" y="38"/>
                  </a:cubicBezTo>
                  <a:cubicBezTo>
                    <a:pt x="47" y="37"/>
                    <a:pt x="47" y="37"/>
                    <a:pt x="47" y="36"/>
                  </a:cubicBezTo>
                  <a:cubicBezTo>
                    <a:pt x="47" y="35"/>
                    <a:pt x="45" y="34"/>
                    <a:pt x="44" y="34"/>
                  </a:cubicBezTo>
                  <a:cubicBezTo>
                    <a:pt x="43" y="33"/>
                    <a:pt x="41" y="32"/>
                    <a:pt x="42" y="30"/>
                  </a:cubicBezTo>
                  <a:cubicBezTo>
                    <a:pt x="42" y="30"/>
                    <a:pt x="41" y="29"/>
                    <a:pt x="42" y="29"/>
                  </a:cubicBezTo>
                  <a:cubicBezTo>
                    <a:pt x="42" y="28"/>
                    <a:pt x="43" y="29"/>
                    <a:pt x="43" y="28"/>
                  </a:cubicBezTo>
                  <a:cubicBezTo>
                    <a:pt x="44" y="26"/>
                    <a:pt x="38" y="26"/>
                    <a:pt x="38" y="27"/>
                  </a:cubicBezTo>
                  <a:cubicBezTo>
                    <a:pt x="38" y="26"/>
                    <a:pt x="42" y="25"/>
                    <a:pt x="38" y="25"/>
                  </a:cubicBezTo>
                  <a:cubicBezTo>
                    <a:pt x="37" y="25"/>
                    <a:pt x="36" y="24"/>
                    <a:pt x="36" y="24"/>
                  </a:cubicBezTo>
                  <a:cubicBezTo>
                    <a:pt x="36" y="23"/>
                    <a:pt x="37" y="23"/>
                    <a:pt x="37" y="23"/>
                  </a:cubicBezTo>
                  <a:cubicBezTo>
                    <a:pt x="37" y="22"/>
                    <a:pt x="35" y="22"/>
                    <a:pt x="35" y="22"/>
                  </a:cubicBezTo>
                  <a:cubicBezTo>
                    <a:pt x="35" y="22"/>
                    <a:pt x="36" y="21"/>
                    <a:pt x="34" y="21"/>
                  </a:cubicBezTo>
                  <a:cubicBezTo>
                    <a:pt x="33" y="20"/>
                    <a:pt x="32" y="20"/>
                    <a:pt x="31" y="19"/>
                  </a:cubicBezTo>
                  <a:cubicBezTo>
                    <a:pt x="28" y="15"/>
                    <a:pt x="30" y="19"/>
                    <a:pt x="30" y="19"/>
                  </a:cubicBezTo>
                  <a:cubicBezTo>
                    <a:pt x="29" y="19"/>
                    <a:pt x="26" y="16"/>
                    <a:pt x="25" y="16"/>
                  </a:cubicBezTo>
                  <a:cubicBezTo>
                    <a:pt x="24" y="14"/>
                    <a:pt x="23" y="12"/>
                    <a:pt x="21" y="11"/>
                  </a:cubicBezTo>
                  <a:cubicBezTo>
                    <a:pt x="19" y="10"/>
                    <a:pt x="18" y="9"/>
                    <a:pt x="16" y="7"/>
                  </a:cubicBezTo>
                  <a:cubicBezTo>
                    <a:pt x="15" y="6"/>
                    <a:pt x="14" y="3"/>
                    <a:pt x="12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2" name="Freeform 453">
              <a:extLst>
                <a:ext uri="{FF2B5EF4-FFF2-40B4-BE49-F238E27FC236}">
                  <a16:creationId xmlns:a16="http://schemas.microsoft.com/office/drawing/2014/main" id="{276F0D72-FC76-388E-A4F7-4CF14E865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9613" y="8620091"/>
              <a:ext cx="59854" cy="63342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0 h 5"/>
                <a:gd name="T4" fmla="*/ 4 w 5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3" name="Freeform 454">
              <a:extLst>
                <a:ext uri="{FF2B5EF4-FFF2-40B4-BE49-F238E27FC236}">
                  <a16:creationId xmlns:a16="http://schemas.microsoft.com/office/drawing/2014/main" id="{CBE9F1CA-DD1F-BA54-F634-E483CB9DA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3414" y="8767883"/>
              <a:ext cx="55865" cy="63342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0 h 5"/>
                <a:gd name="T4" fmla="*/ 4 w 5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4" name="Freeform 455">
              <a:extLst>
                <a:ext uri="{FF2B5EF4-FFF2-40B4-BE49-F238E27FC236}">
                  <a16:creationId xmlns:a16="http://schemas.microsoft.com/office/drawing/2014/main" id="{9E80FA3F-49CE-92C3-9489-BD1674D8E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8455" y="8805883"/>
              <a:ext cx="83797" cy="88675"/>
            </a:xfrm>
            <a:custGeom>
              <a:avLst/>
              <a:gdLst>
                <a:gd name="T0" fmla="*/ 7 w 7"/>
                <a:gd name="T1" fmla="*/ 7 h 7"/>
                <a:gd name="T2" fmla="*/ 5 w 7"/>
                <a:gd name="T3" fmla="*/ 3 h 7"/>
                <a:gd name="T4" fmla="*/ 0 w 7"/>
                <a:gd name="T5" fmla="*/ 1 h 7"/>
                <a:gd name="T6" fmla="*/ 1 w 7"/>
                <a:gd name="T7" fmla="*/ 3 h 7"/>
                <a:gd name="T8" fmla="*/ 3 w 7"/>
                <a:gd name="T9" fmla="*/ 5 h 7"/>
                <a:gd name="T10" fmla="*/ 7 w 7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7" y="7"/>
                  </a:moveTo>
                  <a:cubicBezTo>
                    <a:pt x="7" y="5"/>
                    <a:pt x="5" y="5"/>
                    <a:pt x="5" y="3"/>
                  </a:cubicBezTo>
                  <a:cubicBezTo>
                    <a:pt x="5" y="1"/>
                    <a:pt x="2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3" y="3"/>
                    <a:pt x="2" y="4"/>
                    <a:pt x="3" y="5"/>
                  </a:cubicBezTo>
                  <a:cubicBezTo>
                    <a:pt x="3" y="6"/>
                    <a:pt x="7" y="7"/>
                    <a:pt x="7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5" name="Freeform 456">
              <a:extLst>
                <a:ext uri="{FF2B5EF4-FFF2-40B4-BE49-F238E27FC236}">
                  <a16:creationId xmlns:a16="http://schemas.microsoft.com/office/drawing/2014/main" id="{BA9F197A-89D1-57AB-0FE4-FC668A4CA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0137" y="8869225"/>
              <a:ext cx="43895" cy="46450"/>
            </a:xfrm>
            <a:custGeom>
              <a:avLst/>
              <a:gdLst>
                <a:gd name="T0" fmla="*/ 2 w 4"/>
                <a:gd name="T1" fmla="*/ 3 h 4"/>
                <a:gd name="T2" fmla="*/ 2 w 4"/>
                <a:gd name="T3" fmla="*/ 0 h 4"/>
                <a:gd name="T4" fmla="*/ 2 w 4"/>
                <a:gd name="T5" fmla="*/ 3 h 4"/>
                <a:gd name="T6" fmla="*/ 2 w 4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0" y="4"/>
                    <a:pt x="0" y="1"/>
                    <a:pt x="2" y="0"/>
                  </a:cubicBezTo>
                  <a:cubicBezTo>
                    <a:pt x="4" y="0"/>
                    <a:pt x="4" y="3"/>
                    <a:pt x="2" y="3"/>
                  </a:cubicBezTo>
                  <a:cubicBezTo>
                    <a:pt x="1" y="4"/>
                    <a:pt x="3" y="3"/>
                    <a:pt x="2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6" name="Freeform 457">
              <a:extLst>
                <a:ext uri="{FF2B5EF4-FFF2-40B4-BE49-F238E27FC236}">
                  <a16:creationId xmlns:a16="http://schemas.microsoft.com/office/drawing/2014/main" id="{54B59780-D9AE-CD98-23E1-B7E9B2645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425" y="9080357"/>
              <a:ext cx="538696" cy="185795"/>
            </a:xfrm>
            <a:custGeom>
              <a:avLst/>
              <a:gdLst>
                <a:gd name="T0" fmla="*/ 9 w 46"/>
                <a:gd name="T1" fmla="*/ 0 h 15"/>
                <a:gd name="T2" fmla="*/ 3 w 46"/>
                <a:gd name="T3" fmla="*/ 0 h 15"/>
                <a:gd name="T4" fmla="*/ 0 w 46"/>
                <a:gd name="T5" fmla="*/ 4 h 15"/>
                <a:gd name="T6" fmla="*/ 5 w 46"/>
                <a:gd name="T7" fmla="*/ 6 h 15"/>
                <a:gd name="T8" fmla="*/ 11 w 46"/>
                <a:gd name="T9" fmla="*/ 9 h 15"/>
                <a:gd name="T10" fmla="*/ 15 w 46"/>
                <a:gd name="T11" fmla="*/ 9 h 15"/>
                <a:gd name="T12" fmla="*/ 24 w 46"/>
                <a:gd name="T13" fmla="*/ 11 h 15"/>
                <a:gd name="T14" fmla="*/ 40 w 46"/>
                <a:gd name="T15" fmla="*/ 13 h 15"/>
                <a:gd name="T16" fmla="*/ 45 w 46"/>
                <a:gd name="T17" fmla="*/ 13 h 15"/>
                <a:gd name="T18" fmla="*/ 43 w 46"/>
                <a:gd name="T19" fmla="*/ 9 h 15"/>
                <a:gd name="T20" fmla="*/ 41 w 46"/>
                <a:gd name="T21" fmla="*/ 9 h 15"/>
                <a:gd name="T22" fmla="*/ 37 w 46"/>
                <a:gd name="T23" fmla="*/ 9 h 15"/>
                <a:gd name="T24" fmla="*/ 35 w 46"/>
                <a:gd name="T25" fmla="*/ 6 h 15"/>
                <a:gd name="T26" fmla="*/ 32 w 46"/>
                <a:gd name="T27" fmla="*/ 4 h 15"/>
                <a:gd name="T28" fmla="*/ 27 w 46"/>
                <a:gd name="T29" fmla="*/ 3 h 15"/>
                <a:gd name="T30" fmla="*/ 25 w 46"/>
                <a:gd name="T31" fmla="*/ 4 h 15"/>
                <a:gd name="T32" fmla="*/ 21 w 46"/>
                <a:gd name="T33" fmla="*/ 5 h 15"/>
                <a:gd name="T34" fmla="*/ 15 w 46"/>
                <a:gd name="T35" fmla="*/ 3 h 15"/>
                <a:gd name="T36" fmla="*/ 11 w 46"/>
                <a:gd name="T37" fmla="*/ 2 h 15"/>
                <a:gd name="T38" fmla="*/ 9 w 46"/>
                <a:gd name="T39" fmla="*/ 0 h 15"/>
                <a:gd name="T40" fmla="*/ 9 w 46"/>
                <a:gd name="T4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15">
                  <a:moveTo>
                    <a:pt x="9" y="0"/>
                  </a:moveTo>
                  <a:cubicBezTo>
                    <a:pt x="7" y="1"/>
                    <a:pt x="6" y="0"/>
                    <a:pt x="3" y="0"/>
                  </a:cubicBezTo>
                  <a:cubicBezTo>
                    <a:pt x="3" y="0"/>
                    <a:pt x="0" y="3"/>
                    <a:pt x="0" y="4"/>
                  </a:cubicBezTo>
                  <a:cubicBezTo>
                    <a:pt x="0" y="5"/>
                    <a:pt x="4" y="4"/>
                    <a:pt x="5" y="6"/>
                  </a:cubicBezTo>
                  <a:cubicBezTo>
                    <a:pt x="6" y="8"/>
                    <a:pt x="9" y="8"/>
                    <a:pt x="11" y="9"/>
                  </a:cubicBezTo>
                  <a:cubicBezTo>
                    <a:pt x="13" y="9"/>
                    <a:pt x="14" y="9"/>
                    <a:pt x="15" y="9"/>
                  </a:cubicBezTo>
                  <a:cubicBezTo>
                    <a:pt x="18" y="9"/>
                    <a:pt x="21" y="10"/>
                    <a:pt x="24" y="11"/>
                  </a:cubicBezTo>
                  <a:cubicBezTo>
                    <a:pt x="29" y="12"/>
                    <a:pt x="35" y="11"/>
                    <a:pt x="40" y="13"/>
                  </a:cubicBezTo>
                  <a:cubicBezTo>
                    <a:pt x="41" y="13"/>
                    <a:pt x="44" y="15"/>
                    <a:pt x="45" y="13"/>
                  </a:cubicBezTo>
                  <a:cubicBezTo>
                    <a:pt x="46" y="13"/>
                    <a:pt x="44" y="9"/>
                    <a:pt x="43" y="9"/>
                  </a:cubicBezTo>
                  <a:cubicBezTo>
                    <a:pt x="42" y="8"/>
                    <a:pt x="42" y="9"/>
                    <a:pt x="41" y="9"/>
                  </a:cubicBezTo>
                  <a:cubicBezTo>
                    <a:pt x="39" y="10"/>
                    <a:pt x="38" y="9"/>
                    <a:pt x="37" y="9"/>
                  </a:cubicBezTo>
                  <a:cubicBezTo>
                    <a:pt x="36" y="8"/>
                    <a:pt x="36" y="7"/>
                    <a:pt x="35" y="6"/>
                  </a:cubicBezTo>
                  <a:cubicBezTo>
                    <a:pt x="35" y="5"/>
                    <a:pt x="33" y="5"/>
                    <a:pt x="32" y="4"/>
                  </a:cubicBezTo>
                  <a:cubicBezTo>
                    <a:pt x="31" y="4"/>
                    <a:pt x="28" y="3"/>
                    <a:pt x="27" y="3"/>
                  </a:cubicBezTo>
                  <a:cubicBezTo>
                    <a:pt x="26" y="3"/>
                    <a:pt x="25" y="4"/>
                    <a:pt x="25" y="4"/>
                  </a:cubicBezTo>
                  <a:cubicBezTo>
                    <a:pt x="24" y="5"/>
                    <a:pt x="23" y="5"/>
                    <a:pt x="21" y="5"/>
                  </a:cubicBezTo>
                  <a:cubicBezTo>
                    <a:pt x="19" y="5"/>
                    <a:pt x="17" y="4"/>
                    <a:pt x="15" y="3"/>
                  </a:cubicBezTo>
                  <a:cubicBezTo>
                    <a:pt x="14" y="2"/>
                    <a:pt x="12" y="2"/>
                    <a:pt x="11" y="2"/>
                  </a:cubicBezTo>
                  <a:cubicBezTo>
                    <a:pt x="11" y="2"/>
                    <a:pt x="10" y="0"/>
                    <a:pt x="9" y="0"/>
                  </a:cubicBezTo>
                  <a:cubicBezTo>
                    <a:pt x="8" y="1"/>
                    <a:pt x="10" y="0"/>
                    <a:pt x="9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7" name="Freeform 458">
              <a:extLst>
                <a:ext uri="{FF2B5EF4-FFF2-40B4-BE49-F238E27FC236}">
                  <a16:creationId xmlns:a16="http://schemas.microsoft.com/office/drawing/2014/main" id="{F20CB87E-8E36-67F7-5225-B427E6B81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9459" y="9126803"/>
              <a:ext cx="91777" cy="38003"/>
            </a:xfrm>
            <a:custGeom>
              <a:avLst/>
              <a:gdLst>
                <a:gd name="T0" fmla="*/ 3 w 8"/>
                <a:gd name="T1" fmla="*/ 3 h 3"/>
                <a:gd name="T2" fmla="*/ 8 w 8"/>
                <a:gd name="T3" fmla="*/ 1 h 3"/>
                <a:gd name="T4" fmla="*/ 3 w 8"/>
                <a:gd name="T5" fmla="*/ 3 h 3"/>
                <a:gd name="T6" fmla="*/ 3 w 8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3" y="3"/>
                  </a:moveTo>
                  <a:cubicBezTo>
                    <a:pt x="0" y="2"/>
                    <a:pt x="7" y="0"/>
                    <a:pt x="8" y="1"/>
                  </a:cubicBezTo>
                  <a:cubicBezTo>
                    <a:pt x="8" y="2"/>
                    <a:pt x="4" y="3"/>
                    <a:pt x="3" y="3"/>
                  </a:cubicBezTo>
                  <a:cubicBezTo>
                    <a:pt x="2" y="3"/>
                    <a:pt x="4" y="3"/>
                    <a:pt x="3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8" name="Freeform 459">
              <a:extLst>
                <a:ext uri="{FF2B5EF4-FFF2-40B4-BE49-F238E27FC236}">
                  <a16:creationId xmlns:a16="http://schemas.microsoft.com/office/drawing/2014/main" id="{48999525-F50B-6EFF-4360-50155202A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7149" y="9215479"/>
              <a:ext cx="71824" cy="50672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3 w 6"/>
                <a:gd name="T5" fmla="*/ 4 h 4"/>
                <a:gd name="T6" fmla="*/ 3 w 6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2" y="0"/>
                    <a:pt x="0" y="0"/>
                    <a:pt x="1" y="1"/>
                  </a:cubicBezTo>
                  <a:cubicBezTo>
                    <a:pt x="1" y="1"/>
                    <a:pt x="3" y="4"/>
                    <a:pt x="3" y="4"/>
                  </a:cubicBezTo>
                  <a:cubicBezTo>
                    <a:pt x="5" y="4"/>
                    <a:pt x="6" y="0"/>
                    <a:pt x="3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99" name="Freeform 460">
              <a:extLst>
                <a:ext uri="{FF2B5EF4-FFF2-40B4-BE49-F238E27FC236}">
                  <a16:creationId xmlns:a16="http://schemas.microsoft.com/office/drawing/2014/main" id="{C88FC55B-1FAE-5BAF-7024-7FEEFA642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8976" y="9228145"/>
              <a:ext cx="55865" cy="38003"/>
            </a:xfrm>
            <a:custGeom>
              <a:avLst/>
              <a:gdLst>
                <a:gd name="T0" fmla="*/ 4 w 5"/>
                <a:gd name="T1" fmla="*/ 1 h 3"/>
                <a:gd name="T2" fmla="*/ 2 w 5"/>
                <a:gd name="T3" fmla="*/ 0 h 3"/>
                <a:gd name="T4" fmla="*/ 1 w 5"/>
                <a:gd name="T5" fmla="*/ 2 h 3"/>
                <a:gd name="T6" fmla="*/ 2 w 5"/>
                <a:gd name="T7" fmla="*/ 2 h 3"/>
                <a:gd name="T8" fmla="*/ 4 w 5"/>
                <a:gd name="T9" fmla="*/ 1 h 3"/>
                <a:gd name="T10" fmla="*/ 4 w 5"/>
                <a:gd name="T11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1"/>
                    <a:pt x="0" y="2"/>
                    <a:pt x="1" y="2"/>
                  </a:cubicBezTo>
                  <a:cubicBezTo>
                    <a:pt x="1" y="2"/>
                    <a:pt x="2" y="3"/>
                    <a:pt x="2" y="2"/>
                  </a:cubicBezTo>
                  <a:cubicBezTo>
                    <a:pt x="3" y="2"/>
                    <a:pt x="5" y="2"/>
                    <a:pt x="4" y="1"/>
                  </a:cubicBezTo>
                  <a:cubicBezTo>
                    <a:pt x="4" y="1"/>
                    <a:pt x="5" y="2"/>
                    <a:pt x="4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0" name="Freeform 461">
              <a:extLst>
                <a:ext uri="{FF2B5EF4-FFF2-40B4-BE49-F238E27FC236}">
                  <a16:creationId xmlns:a16="http://schemas.microsoft.com/office/drawing/2014/main" id="{4A3CAC91-0AAF-E0B3-246E-9D525561C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2867" y="9228145"/>
              <a:ext cx="83797" cy="50672"/>
            </a:xfrm>
            <a:custGeom>
              <a:avLst/>
              <a:gdLst>
                <a:gd name="T0" fmla="*/ 2 w 7"/>
                <a:gd name="T1" fmla="*/ 1 h 4"/>
                <a:gd name="T2" fmla="*/ 2 w 7"/>
                <a:gd name="T3" fmla="*/ 4 h 4"/>
                <a:gd name="T4" fmla="*/ 6 w 7"/>
                <a:gd name="T5" fmla="*/ 3 h 4"/>
                <a:gd name="T6" fmla="*/ 5 w 7"/>
                <a:gd name="T7" fmla="*/ 1 h 4"/>
                <a:gd name="T8" fmla="*/ 2 w 7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2" y="1"/>
                  </a:moveTo>
                  <a:cubicBezTo>
                    <a:pt x="1" y="2"/>
                    <a:pt x="0" y="4"/>
                    <a:pt x="2" y="4"/>
                  </a:cubicBezTo>
                  <a:cubicBezTo>
                    <a:pt x="4" y="4"/>
                    <a:pt x="5" y="4"/>
                    <a:pt x="6" y="3"/>
                  </a:cubicBezTo>
                  <a:cubicBezTo>
                    <a:pt x="7" y="3"/>
                    <a:pt x="5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1" name="Freeform 462">
              <a:extLst>
                <a:ext uri="{FF2B5EF4-FFF2-40B4-BE49-F238E27FC236}">
                  <a16:creationId xmlns:a16="http://schemas.microsoft.com/office/drawing/2014/main" id="{72A75E93-7331-60C8-EC2F-42A6166C3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2723" y="9215479"/>
              <a:ext cx="95766" cy="63342"/>
            </a:xfrm>
            <a:custGeom>
              <a:avLst/>
              <a:gdLst>
                <a:gd name="T0" fmla="*/ 1 w 8"/>
                <a:gd name="T1" fmla="*/ 0 h 5"/>
                <a:gd name="T2" fmla="*/ 0 w 8"/>
                <a:gd name="T3" fmla="*/ 1 h 5"/>
                <a:gd name="T4" fmla="*/ 2 w 8"/>
                <a:gd name="T5" fmla="*/ 2 h 5"/>
                <a:gd name="T6" fmla="*/ 2 w 8"/>
                <a:gd name="T7" fmla="*/ 3 h 5"/>
                <a:gd name="T8" fmla="*/ 7 w 8"/>
                <a:gd name="T9" fmla="*/ 4 h 5"/>
                <a:gd name="T10" fmla="*/ 7 w 8"/>
                <a:gd name="T11" fmla="*/ 1 h 5"/>
                <a:gd name="T12" fmla="*/ 1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1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6" y="5"/>
                    <a:pt x="7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5" y="1"/>
                    <a:pt x="3" y="1"/>
                    <a:pt x="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2" name="Freeform 463">
              <a:extLst>
                <a:ext uri="{FF2B5EF4-FFF2-40B4-BE49-F238E27FC236}">
                  <a16:creationId xmlns:a16="http://schemas.microsoft.com/office/drawing/2014/main" id="{B68B1778-C835-70BC-EB5A-C98650DFA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0417" y="9228145"/>
              <a:ext cx="143651" cy="50672"/>
            </a:xfrm>
            <a:custGeom>
              <a:avLst/>
              <a:gdLst>
                <a:gd name="T0" fmla="*/ 2 w 12"/>
                <a:gd name="T1" fmla="*/ 0 h 4"/>
                <a:gd name="T2" fmla="*/ 0 w 12"/>
                <a:gd name="T3" fmla="*/ 2 h 4"/>
                <a:gd name="T4" fmla="*/ 12 w 12"/>
                <a:gd name="T5" fmla="*/ 2 h 4"/>
                <a:gd name="T6" fmla="*/ 9 w 12"/>
                <a:gd name="T7" fmla="*/ 2 h 4"/>
                <a:gd name="T8" fmla="*/ 2 w 12"/>
                <a:gd name="T9" fmla="*/ 0 h 4"/>
                <a:gd name="T10" fmla="*/ 2 w 1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">
                  <a:moveTo>
                    <a:pt x="2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2"/>
                    <a:pt x="11" y="4"/>
                    <a:pt x="12" y="2"/>
                  </a:cubicBezTo>
                  <a:cubicBezTo>
                    <a:pt x="12" y="1"/>
                    <a:pt x="9" y="2"/>
                    <a:pt x="9" y="2"/>
                  </a:cubicBezTo>
                  <a:cubicBezTo>
                    <a:pt x="7" y="2"/>
                    <a:pt x="4" y="1"/>
                    <a:pt x="2" y="0"/>
                  </a:cubicBezTo>
                  <a:cubicBezTo>
                    <a:pt x="2" y="0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3" name="Freeform 464">
              <a:extLst>
                <a:ext uri="{FF2B5EF4-FFF2-40B4-BE49-F238E27FC236}">
                  <a16:creationId xmlns:a16="http://schemas.microsoft.com/office/drawing/2014/main" id="{647962B3-C2A8-77FA-FC0F-626F1F66A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6522" y="9299932"/>
              <a:ext cx="127688" cy="76005"/>
            </a:xfrm>
            <a:custGeom>
              <a:avLst/>
              <a:gdLst>
                <a:gd name="T0" fmla="*/ 0 w 11"/>
                <a:gd name="T1" fmla="*/ 0 h 6"/>
                <a:gd name="T2" fmla="*/ 8 w 11"/>
                <a:gd name="T3" fmla="*/ 4 h 6"/>
                <a:gd name="T4" fmla="*/ 0 w 11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0" y="0"/>
                  </a:moveTo>
                  <a:cubicBezTo>
                    <a:pt x="1" y="0"/>
                    <a:pt x="7" y="6"/>
                    <a:pt x="8" y="4"/>
                  </a:cubicBezTo>
                  <a:cubicBezTo>
                    <a:pt x="11" y="1"/>
                    <a:pt x="1" y="0"/>
                    <a:pt x="0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4" name="Freeform 465">
              <a:extLst>
                <a:ext uri="{FF2B5EF4-FFF2-40B4-BE49-F238E27FC236}">
                  <a16:creationId xmlns:a16="http://schemas.microsoft.com/office/drawing/2014/main" id="{FBF493BB-964E-324A-E264-60C689F6B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3533" y="8903006"/>
              <a:ext cx="71824" cy="50672"/>
            </a:xfrm>
            <a:custGeom>
              <a:avLst/>
              <a:gdLst>
                <a:gd name="T0" fmla="*/ 3 w 6"/>
                <a:gd name="T1" fmla="*/ 3 h 4"/>
                <a:gd name="T2" fmla="*/ 4 w 6"/>
                <a:gd name="T3" fmla="*/ 0 h 4"/>
                <a:gd name="T4" fmla="*/ 3 w 6"/>
                <a:gd name="T5" fmla="*/ 3 h 4"/>
                <a:gd name="T6" fmla="*/ 3 w 6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3" y="3"/>
                  </a:moveTo>
                  <a:cubicBezTo>
                    <a:pt x="0" y="4"/>
                    <a:pt x="1" y="0"/>
                    <a:pt x="4" y="0"/>
                  </a:cubicBezTo>
                  <a:cubicBezTo>
                    <a:pt x="6" y="0"/>
                    <a:pt x="5" y="3"/>
                    <a:pt x="3" y="3"/>
                  </a:cubicBezTo>
                  <a:cubicBezTo>
                    <a:pt x="2" y="4"/>
                    <a:pt x="5" y="3"/>
                    <a:pt x="3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5" name="Freeform 466">
              <a:extLst>
                <a:ext uri="{FF2B5EF4-FFF2-40B4-BE49-F238E27FC236}">
                  <a16:creationId xmlns:a16="http://schemas.microsoft.com/office/drawing/2014/main" id="{449CC4B0-02A3-186A-3489-128BD03DC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3246" y="8894562"/>
              <a:ext cx="175574" cy="59117"/>
            </a:xfrm>
            <a:custGeom>
              <a:avLst/>
              <a:gdLst>
                <a:gd name="T0" fmla="*/ 2 w 15"/>
                <a:gd name="T1" fmla="*/ 3 h 5"/>
                <a:gd name="T2" fmla="*/ 1 w 15"/>
                <a:gd name="T3" fmla="*/ 1 h 5"/>
                <a:gd name="T4" fmla="*/ 5 w 15"/>
                <a:gd name="T5" fmla="*/ 0 h 5"/>
                <a:gd name="T6" fmla="*/ 13 w 15"/>
                <a:gd name="T7" fmla="*/ 2 h 5"/>
                <a:gd name="T8" fmla="*/ 15 w 15"/>
                <a:gd name="T9" fmla="*/ 5 h 5"/>
                <a:gd name="T10" fmla="*/ 11 w 15"/>
                <a:gd name="T11" fmla="*/ 3 h 5"/>
                <a:gd name="T12" fmla="*/ 2 w 15"/>
                <a:gd name="T13" fmla="*/ 3 h 5"/>
                <a:gd name="T14" fmla="*/ 2 w 15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5">
                  <a:moveTo>
                    <a:pt x="2" y="3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8" y="0"/>
                    <a:pt x="10" y="0"/>
                    <a:pt x="13" y="2"/>
                  </a:cubicBezTo>
                  <a:cubicBezTo>
                    <a:pt x="14" y="3"/>
                    <a:pt x="15" y="4"/>
                    <a:pt x="15" y="5"/>
                  </a:cubicBezTo>
                  <a:cubicBezTo>
                    <a:pt x="14" y="5"/>
                    <a:pt x="11" y="3"/>
                    <a:pt x="11" y="3"/>
                  </a:cubicBezTo>
                  <a:cubicBezTo>
                    <a:pt x="8" y="2"/>
                    <a:pt x="5" y="3"/>
                    <a:pt x="2" y="3"/>
                  </a:cubicBezTo>
                  <a:cubicBezTo>
                    <a:pt x="1" y="3"/>
                    <a:pt x="3" y="3"/>
                    <a:pt x="2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6" name="Freeform 467">
              <a:extLst>
                <a:ext uri="{FF2B5EF4-FFF2-40B4-BE49-F238E27FC236}">
                  <a16:creationId xmlns:a16="http://schemas.microsoft.com/office/drawing/2014/main" id="{2B50DB50-2F11-0761-F582-FDDD8048E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4550" y="8607418"/>
              <a:ext cx="375092" cy="447599"/>
            </a:xfrm>
            <a:custGeom>
              <a:avLst/>
              <a:gdLst>
                <a:gd name="T0" fmla="*/ 13 w 32"/>
                <a:gd name="T1" fmla="*/ 32 h 36"/>
                <a:gd name="T2" fmla="*/ 14 w 32"/>
                <a:gd name="T3" fmla="*/ 30 h 36"/>
                <a:gd name="T4" fmla="*/ 11 w 32"/>
                <a:gd name="T5" fmla="*/ 28 h 36"/>
                <a:gd name="T6" fmla="*/ 12 w 32"/>
                <a:gd name="T7" fmla="*/ 23 h 36"/>
                <a:gd name="T8" fmla="*/ 8 w 32"/>
                <a:gd name="T9" fmla="*/ 23 h 36"/>
                <a:gd name="T10" fmla="*/ 8 w 32"/>
                <a:gd name="T11" fmla="*/ 29 h 36"/>
                <a:gd name="T12" fmla="*/ 8 w 32"/>
                <a:gd name="T13" fmla="*/ 30 h 36"/>
                <a:gd name="T14" fmla="*/ 7 w 32"/>
                <a:gd name="T15" fmla="*/ 34 h 36"/>
                <a:gd name="T16" fmla="*/ 4 w 32"/>
                <a:gd name="T17" fmla="*/ 36 h 36"/>
                <a:gd name="T18" fmla="*/ 4 w 32"/>
                <a:gd name="T19" fmla="*/ 31 h 36"/>
                <a:gd name="T20" fmla="*/ 2 w 32"/>
                <a:gd name="T21" fmla="*/ 26 h 36"/>
                <a:gd name="T22" fmla="*/ 1 w 32"/>
                <a:gd name="T23" fmla="*/ 21 h 36"/>
                <a:gd name="T24" fmla="*/ 3 w 32"/>
                <a:gd name="T25" fmla="*/ 14 h 36"/>
                <a:gd name="T26" fmla="*/ 9 w 32"/>
                <a:gd name="T27" fmla="*/ 5 h 36"/>
                <a:gd name="T28" fmla="*/ 11 w 32"/>
                <a:gd name="T29" fmla="*/ 2 h 36"/>
                <a:gd name="T30" fmla="*/ 18 w 32"/>
                <a:gd name="T31" fmla="*/ 4 h 36"/>
                <a:gd name="T32" fmla="*/ 25 w 32"/>
                <a:gd name="T33" fmla="*/ 4 h 36"/>
                <a:gd name="T34" fmla="*/ 32 w 32"/>
                <a:gd name="T35" fmla="*/ 1 h 36"/>
                <a:gd name="T36" fmla="*/ 29 w 32"/>
                <a:gd name="T37" fmla="*/ 6 h 36"/>
                <a:gd name="T38" fmla="*/ 23 w 32"/>
                <a:gd name="T39" fmla="*/ 7 h 36"/>
                <a:gd name="T40" fmla="*/ 10 w 32"/>
                <a:gd name="T41" fmla="*/ 7 h 36"/>
                <a:gd name="T42" fmla="*/ 6 w 32"/>
                <a:gd name="T43" fmla="*/ 10 h 36"/>
                <a:gd name="T44" fmla="*/ 10 w 32"/>
                <a:gd name="T45" fmla="*/ 15 h 36"/>
                <a:gd name="T46" fmla="*/ 13 w 32"/>
                <a:gd name="T47" fmla="*/ 14 h 36"/>
                <a:gd name="T48" fmla="*/ 20 w 32"/>
                <a:gd name="T49" fmla="*/ 13 h 36"/>
                <a:gd name="T50" fmla="*/ 17 w 32"/>
                <a:gd name="T51" fmla="*/ 16 h 36"/>
                <a:gd name="T52" fmla="*/ 13 w 32"/>
                <a:gd name="T53" fmla="*/ 17 h 36"/>
                <a:gd name="T54" fmla="*/ 14 w 32"/>
                <a:gd name="T55" fmla="*/ 20 h 36"/>
                <a:gd name="T56" fmla="*/ 18 w 32"/>
                <a:gd name="T57" fmla="*/ 25 h 36"/>
                <a:gd name="T58" fmla="*/ 19 w 32"/>
                <a:gd name="T59" fmla="*/ 28 h 36"/>
                <a:gd name="T60" fmla="*/ 22 w 32"/>
                <a:gd name="T61" fmla="*/ 30 h 36"/>
                <a:gd name="T62" fmla="*/ 13 w 32"/>
                <a:gd name="T63" fmla="*/ 32 h 36"/>
                <a:gd name="T64" fmla="*/ 13 w 32"/>
                <a:gd name="T65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36">
                  <a:moveTo>
                    <a:pt x="13" y="32"/>
                  </a:moveTo>
                  <a:cubicBezTo>
                    <a:pt x="13" y="31"/>
                    <a:pt x="14" y="31"/>
                    <a:pt x="14" y="30"/>
                  </a:cubicBezTo>
                  <a:cubicBezTo>
                    <a:pt x="14" y="29"/>
                    <a:pt x="12" y="28"/>
                    <a:pt x="11" y="28"/>
                  </a:cubicBezTo>
                  <a:cubicBezTo>
                    <a:pt x="10" y="26"/>
                    <a:pt x="12" y="25"/>
                    <a:pt x="12" y="23"/>
                  </a:cubicBezTo>
                  <a:cubicBezTo>
                    <a:pt x="12" y="22"/>
                    <a:pt x="8" y="22"/>
                    <a:pt x="8" y="23"/>
                  </a:cubicBezTo>
                  <a:cubicBezTo>
                    <a:pt x="7" y="25"/>
                    <a:pt x="8" y="27"/>
                    <a:pt x="8" y="29"/>
                  </a:cubicBezTo>
                  <a:cubicBezTo>
                    <a:pt x="7" y="29"/>
                    <a:pt x="8" y="30"/>
                    <a:pt x="8" y="30"/>
                  </a:cubicBezTo>
                  <a:cubicBezTo>
                    <a:pt x="8" y="32"/>
                    <a:pt x="7" y="33"/>
                    <a:pt x="7" y="34"/>
                  </a:cubicBezTo>
                  <a:cubicBezTo>
                    <a:pt x="6" y="36"/>
                    <a:pt x="7" y="36"/>
                    <a:pt x="4" y="36"/>
                  </a:cubicBezTo>
                  <a:cubicBezTo>
                    <a:pt x="1" y="36"/>
                    <a:pt x="4" y="32"/>
                    <a:pt x="4" y="31"/>
                  </a:cubicBezTo>
                  <a:cubicBezTo>
                    <a:pt x="5" y="30"/>
                    <a:pt x="4" y="27"/>
                    <a:pt x="2" y="26"/>
                  </a:cubicBezTo>
                  <a:cubicBezTo>
                    <a:pt x="0" y="25"/>
                    <a:pt x="0" y="23"/>
                    <a:pt x="1" y="21"/>
                  </a:cubicBezTo>
                  <a:cubicBezTo>
                    <a:pt x="2" y="19"/>
                    <a:pt x="2" y="16"/>
                    <a:pt x="3" y="14"/>
                  </a:cubicBezTo>
                  <a:cubicBezTo>
                    <a:pt x="5" y="11"/>
                    <a:pt x="4" y="5"/>
                    <a:pt x="9" y="5"/>
                  </a:cubicBezTo>
                  <a:cubicBezTo>
                    <a:pt x="10" y="5"/>
                    <a:pt x="9" y="2"/>
                    <a:pt x="11" y="2"/>
                  </a:cubicBezTo>
                  <a:cubicBezTo>
                    <a:pt x="14" y="3"/>
                    <a:pt x="16" y="4"/>
                    <a:pt x="18" y="4"/>
                  </a:cubicBezTo>
                  <a:cubicBezTo>
                    <a:pt x="20" y="4"/>
                    <a:pt x="23" y="5"/>
                    <a:pt x="25" y="4"/>
                  </a:cubicBezTo>
                  <a:cubicBezTo>
                    <a:pt x="26" y="4"/>
                    <a:pt x="32" y="0"/>
                    <a:pt x="32" y="1"/>
                  </a:cubicBezTo>
                  <a:cubicBezTo>
                    <a:pt x="32" y="2"/>
                    <a:pt x="29" y="5"/>
                    <a:pt x="29" y="6"/>
                  </a:cubicBezTo>
                  <a:cubicBezTo>
                    <a:pt x="27" y="7"/>
                    <a:pt x="25" y="7"/>
                    <a:pt x="23" y="7"/>
                  </a:cubicBezTo>
                  <a:cubicBezTo>
                    <a:pt x="18" y="6"/>
                    <a:pt x="14" y="7"/>
                    <a:pt x="10" y="7"/>
                  </a:cubicBezTo>
                  <a:cubicBezTo>
                    <a:pt x="7" y="6"/>
                    <a:pt x="6" y="7"/>
                    <a:pt x="6" y="10"/>
                  </a:cubicBezTo>
                  <a:cubicBezTo>
                    <a:pt x="6" y="13"/>
                    <a:pt x="9" y="13"/>
                    <a:pt x="10" y="15"/>
                  </a:cubicBezTo>
                  <a:cubicBezTo>
                    <a:pt x="11" y="17"/>
                    <a:pt x="12" y="15"/>
                    <a:pt x="13" y="14"/>
                  </a:cubicBezTo>
                  <a:cubicBezTo>
                    <a:pt x="13" y="13"/>
                    <a:pt x="20" y="12"/>
                    <a:pt x="20" y="13"/>
                  </a:cubicBezTo>
                  <a:cubicBezTo>
                    <a:pt x="21" y="13"/>
                    <a:pt x="18" y="16"/>
                    <a:pt x="17" y="16"/>
                  </a:cubicBezTo>
                  <a:cubicBezTo>
                    <a:pt x="15" y="18"/>
                    <a:pt x="15" y="18"/>
                    <a:pt x="13" y="17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1"/>
                    <a:pt x="18" y="23"/>
                    <a:pt x="18" y="25"/>
                  </a:cubicBezTo>
                  <a:cubicBezTo>
                    <a:pt x="18" y="26"/>
                    <a:pt x="18" y="27"/>
                    <a:pt x="19" y="28"/>
                  </a:cubicBezTo>
                  <a:cubicBezTo>
                    <a:pt x="19" y="28"/>
                    <a:pt x="21" y="30"/>
                    <a:pt x="22" y="30"/>
                  </a:cubicBezTo>
                  <a:cubicBezTo>
                    <a:pt x="20" y="31"/>
                    <a:pt x="15" y="33"/>
                    <a:pt x="13" y="32"/>
                  </a:cubicBezTo>
                  <a:cubicBezTo>
                    <a:pt x="13" y="31"/>
                    <a:pt x="14" y="33"/>
                    <a:pt x="13" y="3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7" name="Freeform 468">
              <a:extLst>
                <a:ext uri="{FF2B5EF4-FFF2-40B4-BE49-F238E27FC236}">
                  <a16:creationId xmlns:a16="http://schemas.microsoft.com/office/drawing/2014/main" id="{5448B896-770E-17B9-BE28-7DD198A06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7330" y="8582081"/>
              <a:ext cx="91777" cy="185795"/>
            </a:xfrm>
            <a:custGeom>
              <a:avLst/>
              <a:gdLst>
                <a:gd name="T0" fmla="*/ 3 w 8"/>
                <a:gd name="T1" fmla="*/ 2 h 15"/>
                <a:gd name="T2" fmla="*/ 3 w 8"/>
                <a:gd name="T3" fmla="*/ 0 h 15"/>
                <a:gd name="T4" fmla="*/ 0 w 8"/>
                <a:gd name="T5" fmla="*/ 4 h 15"/>
                <a:gd name="T6" fmla="*/ 1 w 8"/>
                <a:gd name="T7" fmla="*/ 8 h 15"/>
                <a:gd name="T8" fmla="*/ 2 w 8"/>
                <a:gd name="T9" fmla="*/ 12 h 15"/>
                <a:gd name="T10" fmla="*/ 5 w 8"/>
                <a:gd name="T11" fmla="*/ 15 h 15"/>
                <a:gd name="T12" fmla="*/ 4 w 8"/>
                <a:gd name="T13" fmla="*/ 13 h 15"/>
                <a:gd name="T14" fmla="*/ 3 w 8"/>
                <a:gd name="T15" fmla="*/ 9 h 15"/>
                <a:gd name="T16" fmla="*/ 7 w 8"/>
                <a:gd name="T17" fmla="*/ 9 h 15"/>
                <a:gd name="T18" fmla="*/ 5 w 8"/>
                <a:gd name="T19" fmla="*/ 7 h 15"/>
                <a:gd name="T20" fmla="*/ 6 w 8"/>
                <a:gd name="T21" fmla="*/ 5 h 15"/>
                <a:gd name="T22" fmla="*/ 2 w 8"/>
                <a:gd name="T23" fmla="*/ 6 h 15"/>
                <a:gd name="T24" fmla="*/ 3 w 8"/>
                <a:gd name="T25" fmla="*/ 2 h 15"/>
                <a:gd name="T26" fmla="*/ 3 w 8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5">
                  <a:moveTo>
                    <a:pt x="3" y="2"/>
                  </a:move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0" y="3"/>
                    <a:pt x="0" y="4"/>
                  </a:cubicBezTo>
                  <a:cubicBezTo>
                    <a:pt x="0" y="5"/>
                    <a:pt x="1" y="6"/>
                    <a:pt x="1" y="8"/>
                  </a:cubicBezTo>
                  <a:cubicBezTo>
                    <a:pt x="1" y="9"/>
                    <a:pt x="1" y="11"/>
                    <a:pt x="2" y="12"/>
                  </a:cubicBezTo>
                  <a:cubicBezTo>
                    <a:pt x="2" y="12"/>
                    <a:pt x="5" y="15"/>
                    <a:pt x="5" y="15"/>
                  </a:cubicBezTo>
                  <a:cubicBezTo>
                    <a:pt x="5" y="15"/>
                    <a:pt x="4" y="13"/>
                    <a:pt x="4" y="13"/>
                  </a:cubicBezTo>
                  <a:cubicBezTo>
                    <a:pt x="3" y="12"/>
                    <a:pt x="3" y="10"/>
                    <a:pt x="3" y="9"/>
                  </a:cubicBezTo>
                  <a:cubicBezTo>
                    <a:pt x="3" y="8"/>
                    <a:pt x="7" y="9"/>
                    <a:pt x="7" y="9"/>
                  </a:cubicBezTo>
                  <a:cubicBezTo>
                    <a:pt x="8" y="9"/>
                    <a:pt x="6" y="8"/>
                    <a:pt x="5" y="7"/>
                  </a:cubicBezTo>
                  <a:cubicBezTo>
                    <a:pt x="5" y="7"/>
                    <a:pt x="6" y="6"/>
                    <a:pt x="6" y="5"/>
                  </a:cubicBezTo>
                  <a:cubicBezTo>
                    <a:pt x="7" y="1"/>
                    <a:pt x="3" y="6"/>
                    <a:pt x="2" y="6"/>
                  </a:cubicBezTo>
                  <a:cubicBezTo>
                    <a:pt x="2" y="6"/>
                    <a:pt x="4" y="3"/>
                    <a:pt x="3" y="2"/>
                  </a:cubicBezTo>
                  <a:cubicBezTo>
                    <a:pt x="3" y="1"/>
                    <a:pt x="4" y="3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8" name="Freeform 469">
              <a:extLst>
                <a:ext uri="{FF2B5EF4-FFF2-40B4-BE49-F238E27FC236}">
                  <a16:creationId xmlns:a16="http://schemas.microsoft.com/office/drawing/2014/main" id="{084A79DD-F044-661F-738E-26DEE18A7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5218" y="8556749"/>
              <a:ext cx="31922" cy="25337"/>
            </a:xfrm>
            <a:custGeom>
              <a:avLst/>
              <a:gdLst>
                <a:gd name="T0" fmla="*/ 1 w 3"/>
                <a:gd name="T1" fmla="*/ 2 h 2"/>
                <a:gd name="T2" fmla="*/ 2 w 3"/>
                <a:gd name="T3" fmla="*/ 0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2" y="2"/>
                    <a:pt x="1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09" name="Freeform 470">
              <a:extLst>
                <a:ext uri="{FF2B5EF4-FFF2-40B4-BE49-F238E27FC236}">
                  <a16:creationId xmlns:a16="http://schemas.microsoft.com/office/drawing/2014/main" id="{722F323E-301C-CCF6-8D66-D76B399AF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2907" y="8717208"/>
              <a:ext cx="55865" cy="25337"/>
            </a:xfrm>
            <a:custGeom>
              <a:avLst/>
              <a:gdLst>
                <a:gd name="T0" fmla="*/ 5 w 5"/>
                <a:gd name="T1" fmla="*/ 1 h 2"/>
                <a:gd name="T2" fmla="*/ 0 w 5"/>
                <a:gd name="T3" fmla="*/ 1 h 2"/>
                <a:gd name="T4" fmla="*/ 5 w 5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cubicBezTo>
                    <a:pt x="5" y="0"/>
                    <a:pt x="0" y="0"/>
                    <a:pt x="0" y="1"/>
                  </a:cubicBezTo>
                  <a:cubicBezTo>
                    <a:pt x="0" y="1"/>
                    <a:pt x="5" y="2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0" name="Freeform 471">
              <a:extLst>
                <a:ext uri="{FF2B5EF4-FFF2-40B4-BE49-F238E27FC236}">
                  <a16:creationId xmlns:a16="http://schemas.microsoft.com/office/drawing/2014/main" id="{50F594E0-3EC2-7BEE-87D7-D69887FCD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4879" y="8729874"/>
              <a:ext cx="219469" cy="139348"/>
            </a:xfrm>
            <a:custGeom>
              <a:avLst/>
              <a:gdLst>
                <a:gd name="T0" fmla="*/ 10 w 19"/>
                <a:gd name="T1" fmla="*/ 1 h 11"/>
                <a:gd name="T2" fmla="*/ 4 w 19"/>
                <a:gd name="T3" fmla="*/ 3 h 11"/>
                <a:gd name="T4" fmla="*/ 3 w 19"/>
                <a:gd name="T5" fmla="*/ 4 h 11"/>
                <a:gd name="T6" fmla="*/ 1 w 19"/>
                <a:gd name="T7" fmla="*/ 3 h 11"/>
                <a:gd name="T8" fmla="*/ 3 w 19"/>
                <a:gd name="T9" fmla="*/ 6 h 11"/>
                <a:gd name="T10" fmla="*/ 6 w 19"/>
                <a:gd name="T11" fmla="*/ 7 h 11"/>
                <a:gd name="T12" fmla="*/ 9 w 19"/>
                <a:gd name="T13" fmla="*/ 10 h 11"/>
                <a:gd name="T14" fmla="*/ 14 w 19"/>
                <a:gd name="T15" fmla="*/ 10 h 11"/>
                <a:gd name="T16" fmla="*/ 18 w 19"/>
                <a:gd name="T17" fmla="*/ 5 h 11"/>
                <a:gd name="T18" fmla="*/ 15 w 19"/>
                <a:gd name="T19" fmla="*/ 2 h 11"/>
                <a:gd name="T20" fmla="*/ 10 w 19"/>
                <a:gd name="T21" fmla="*/ 1 h 11"/>
                <a:gd name="T22" fmla="*/ 10 w 19"/>
                <a:gd name="T2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10" y="1"/>
                  </a:moveTo>
                  <a:cubicBezTo>
                    <a:pt x="9" y="0"/>
                    <a:pt x="5" y="2"/>
                    <a:pt x="4" y="3"/>
                  </a:cubicBezTo>
                  <a:cubicBezTo>
                    <a:pt x="3" y="3"/>
                    <a:pt x="4" y="3"/>
                    <a:pt x="3" y="4"/>
                  </a:cubicBezTo>
                  <a:cubicBezTo>
                    <a:pt x="3" y="5"/>
                    <a:pt x="2" y="3"/>
                    <a:pt x="1" y="3"/>
                  </a:cubicBezTo>
                  <a:cubicBezTo>
                    <a:pt x="0" y="3"/>
                    <a:pt x="2" y="6"/>
                    <a:pt x="3" y="6"/>
                  </a:cubicBezTo>
                  <a:cubicBezTo>
                    <a:pt x="3" y="7"/>
                    <a:pt x="5" y="7"/>
                    <a:pt x="6" y="7"/>
                  </a:cubicBezTo>
                  <a:cubicBezTo>
                    <a:pt x="8" y="7"/>
                    <a:pt x="8" y="9"/>
                    <a:pt x="9" y="10"/>
                  </a:cubicBezTo>
                  <a:cubicBezTo>
                    <a:pt x="10" y="11"/>
                    <a:pt x="13" y="10"/>
                    <a:pt x="14" y="10"/>
                  </a:cubicBezTo>
                  <a:cubicBezTo>
                    <a:pt x="18" y="10"/>
                    <a:pt x="19" y="8"/>
                    <a:pt x="18" y="5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4" y="2"/>
                    <a:pt x="12" y="1"/>
                    <a:pt x="10" y="1"/>
                  </a:cubicBezTo>
                  <a:cubicBezTo>
                    <a:pt x="10" y="1"/>
                    <a:pt x="11" y="1"/>
                    <a:pt x="10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1" name="Freeform 472">
              <a:extLst>
                <a:ext uri="{FF2B5EF4-FFF2-40B4-BE49-F238E27FC236}">
                  <a16:creationId xmlns:a16="http://schemas.microsoft.com/office/drawing/2014/main" id="{3AB4B8C1-B4E7-7552-7AC2-6C2569F10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6354" y="8966345"/>
              <a:ext cx="243410" cy="147792"/>
            </a:xfrm>
            <a:custGeom>
              <a:avLst/>
              <a:gdLst>
                <a:gd name="T0" fmla="*/ 0 w 21"/>
                <a:gd name="T1" fmla="*/ 8 h 12"/>
                <a:gd name="T2" fmla="*/ 6 w 21"/>
                <a:gd name="T3" fmla="*/ 8 h 12"/>
                <a:gd name="T4" fmla="*/ 9 w 21"/>
                <a:gd name="T5" fmla="*/ 7 h 12"/>
                <a:gd name="T6" fmla="*/ 13 w 21"/>
                <a:gd name="T7" fmla="*/ 7 h 12"/>
                <a:gd name="T8" fmla="*/ 14 w 21"/>
                <a:gd name="T9" fmla="*/ 5 h 12"/>
                <a:gd name="T10" fmla="*/ 17 w 21"/>
                <a:gd name="T11" fmla="*/ 3 h 12"/>
                <a:gd name="T12" fmla="*/ 20 w 21"/>
                <a:gd name="T13" fmla="*/ 4 h 12"/>
                <a:gd name="T14" fmla="*/ 18 w 21"/>
                <a:gd name="T15" fmla="*/ 7 h 12"/>
                <a:gd name="T16" fmla="*/ 11 w 21"/>
                <a:gd name="T17" fmla="*/ 11 h 12"/>
                <a:gd name="T18" fmla="*/ 0 w 21"/>
                <a:gd name="T19" fmla="*/ 8 h 12"/>
                <a:gd name="T20" fmla="*/ 0 w 21"/>
                <a:gd name="T2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2">
                  <a:moveTo>
                    <a:pt x="0" y="8"/>
                  </a:moveTo>
                  <a:cubicBezTo>
                    <a:pt x="1" y="7"/>
                    <a:pt x="5" y="8"/>
                    <a:pt x="6" y="8"/>
                  </a:cubicBezTo>
                  <a:cubicBezTo>
                    <a:pt x="7" y="8"/>
                    <a:pt x="8" y="6"/>
                    <a:pt x="9" y="7"/>
                  </a:cubicBezTo>
                  <a:cubicBezTo>
                    <a:pt x="10" y="8"/>
                    <a:pt x="12" y="8"/>
                    <a:pt x="13" y="7"/>
                  </a:cubicBezTo>
                  <a:cubicBezTo>
                    <a:pt x="13" y="6"/>
                    <a:pt x="14" y="5"/>
                    <a:pt x="14" y="5"/>
                  </a:cubicBezTo>
                  <a:cubicBezTo>
                    <a:pt x="15" y="5"/>
                    <a:pt x="17" y="5"/>
                    <a:pt x="17" y="3"/>
                  </a:cubicBezTo>
                  <a:cubicBezTo>
                    <a:pt x="17" y="0"/>
                    <a:pt x="21" y="2"/>
                    <a:pt x="20" y="4"/>
                  </a:cubicBezTo>
                  <a:cubicBezTo>
                    <a:pt x="19" y="5"/>
                    <a:pt x="18" y="7"/>
                    <a:pt x="18" y="7"/>
                  </a:cubicBezTo>
                  <a:cubicBezTo>
                    <a:pt x="15" y="8"/>
                    <a:pt x="14" y="10"/>
                    <a:pt x="11" y="11"/>
                  </a:cubicBezTo>
                  <a:cubicBezTo>
                    <a:pt x="9" y="12"/>
                    <a:pt x="0" y="11"/>
                    <a:pt x="0" y="8"/>
                  </a:cubicBezTo>
                  <a:cubicBezTo>
                    <a:pt x="0" y="7"/>
                    <a:pt x="0" y="10"/>
                    <a:pt x="0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2" name="Freeform 473">
              <a:extLst>
                <a:ext uri="{FF2B5EF4-FFF2-40B4-BE49-F238E27FC236}">
                  <a16:creationId xmlns:a16="http://schemas.microsoft.com/office/drawing/2014/main" id="{2C83E562-CAB8-24E3-DA30-95659B959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37504" y="9042350"/>
              <a:ext cx="103749" cy="135123"/>
            </a:xfrm>
            <a:custGeom>
              <a:avLst/>
              <a:gdLst>
                <a:gd name="T0" fmla="*/ 1 w 9"/>
                <a:gd name="T1" fmla="*/ 0 h 11"/>
                <a:gd name="T2" fmla="*/ 8 w 9"/>
                <a:gd name="T3" fmla="*/ 8 h 11"/>
                <a:gd name="T4" fmla="*/ 5 w 9"/>
                <a:gd name="T5" fmla="*/ 4 h 11"/>
                <a:gd name="T6" fmla="*/ 1 w 9"/>
                <a:gd name="T7" fmla="*/ 0 h 11"/>
                <a:gd name="T8" fmla="*/ 1 w 9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1" y="0"/>
                  </a:moveTo>
                  <a:cubicBezTo>
                    <a:pt x="0" y="1"/>
                    <a:pt x="5" y="11"/>
                    <a:pt x="8" y="8"/>
                  </a:cubicBezTo>
                  <a:cubicBezTo>
                    <a:pt x="9" y="6"/>
                    <a:pt x="6" y="4"/>
                    <a:pt x="5" y="4"/>
                  </a:cubicBezTo>
                  <a:cubicBezTo>
                    <a:pt x="4" y="3"/>
                    <a:pt x="1" y="0"/>
                    <a:pt x="1" y="0"/>
                  </a:cubicBezTo>
                  <a:cubicBezTo>
                    <a:pt x="0" y="1"/>
                    <a:pt x="2" y="0"/>
                    <a:pt x="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3" name="Freeform 474">
              <a:extLst>
                <a:ext uri="{FF2B5EF4-FFF2-40B4-BE49-F238E27FC236}">
                  <a16:creationId xmlns:a16="http://schemas.microsoft.com/office/drawing/2014/main" id="{9762A15A-3D6E-2C1E-0B71-8F297ADA2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0766" y="9291491"/>
              <a:ext cx="67834" cy="71783"/>
            </a:xfrm>
            <a:custGeom>
              <a:avLst/>
              <a:gdLst>
                <a:gd name="T0" fmla="*/ 6 w 6"/>
                <a:gd name="T1" fmla="*/ 4 h 6"/>
                <a:gd name="T2" fmla="*/ 1 w 6"/>
                <a:gd name="T3" fmla="*/ 2 h 6"/>
                <a:gd name="T4" fmla="*/ 6 w 6"/>
                <a:gd name="T5" fmla="*/ 4 h 6"/>
                <a:gd name="T6" fmla="*/ 6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6" y="2"/>
                    <a:pt x="0" y="0"/>
                    <a:pt x="1" y="2"/>
                  </a:cubicBezTo>
                  <a:cubicBezTo>
                    <a:pt x="1" y="3"/>
                    <a:pt x="6" y="5"/>
                    <a:pt x="6" y="4"/>
                  </a:cubicBezTo>
                  <a:cubicBezTo>
                    <a:pt x="6" y="3"/>
                    <a:pt x="6" y="6"/>
                    <a:pt x="6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4" name="Freeform 475">
              <a:extLst>
                <a:ext uri="{FF2B5EF4-FFF2-40B4-BE49-F238E27FC236}">
                  <a16:creationId xmlns:a16="http://schemas.microsoft.com/office/drawing/2014/main" id="{52FB86BD-E79A-DF75-8087-087597F6C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8941" y="9177477"/>
              <a:ext cx="107740" cy="76005"/>
            </a:xfrm>
            <a:custGeom>
              <a:avLst/>
              <a:gdLst>
                <a:gd name="T0" fmla="*/ 8 w 9"/>
                <a:gd name="T1" fmla="*/ 6 h 6"/>
                <a:gd name="T2" fmla="*/ 0 w 9"/>
                <a:gd name="T3" fmla="*/ 1 h 6"/>
                <a:gd name="T4" fmla="*/ 3 w 9"/>
                <a:gd name="T5" fmla="*/ 4 h 6"/>
                <a:gd name="T6" fmla="*/ 8 w 9"/>
                <a:gd name="T7" fmla="*/ 6 h 6"/>
                <a:gd name="T8" fmla="*/ 8 w 9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8" y="6"/>
                  </a:moveTo>
                  <a:cubicBezTo>
                    <a:pt x="6" y="5"/>
                    <a:pt x="3" y="0"/>
                    <a:pt x="0" y="1"/>
                  </a:cubicBezTo>
                  <a:cubicBezTo>
                    <a:pt x="0" y="2"/>
                    <a:pt x="3" y="3"/>
                    <a:pt x="3" y="4"/>
                  </a:cubicBezTo>
                  <a:cubicBezTo>
                    <a:pt x="5" y="4"/>
                    <a:pt x="6" y="5"/>
                    <a:pt x="8" y="6"/>
                  </a:cubicBezTo>
                  <a:cubicBezTo>
                    <a:pt x="9" y="6"/>
                    <a:pt x="6" y="5"/>
                    <a:pt x="8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5" name="Freeform 476">
              <a:extLst>
                <a:ext uri="{FF2B5EF4-FFF2-40B4-BE49-F238E27FC236}">
                  <a16:creationId xmlns:a16="http://schemas.microsoft.com/office/drawing/2014/main" id="{96C8E460-FFD4-649A-1301-1572D03A6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5192" y="9126803"/>
              <a:ext cx="47884" cy="63342"/>
            </a:xfrm>
            <a:custGeom>
              <a:avLst/>
              <a:gdLst>
                <a:gd name="T0" fmla="*/ 4 w 4"/>
                <a:gd name="T1" fmla="*/ 4 h 5"/>
                <a:gd name="T2" fmla="*/ 0 w 4"/>
                <a:gd name="T3" fmla="*/ 0 h 5"/>
                <a:gd name="T4" fmla="*/ 4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4" y="2"/>
                    <a:pt x="0" y="0"/>
                    <a:pt x="0" y="0"/>
                  </a:cubicBezTo>
                  <a:cubicBezTo>
                    <a:pt x="0" y="1"/>
                    <a:pt x="4" y="5"/>
                    <a:pt x="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6" name="Freeform 477">
              <a:extLst>
                <a:ext uri="{FF2B5EF4-FFF2-40B4-BE49-F238E27FC236}">
                  <a16:creationId xmlns:a16="http://schemas.microsoft.com/office/drawing/2014/main" id="{83B2282D-7461-C8B0-F2B6-011297EA6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6146" y="9996668"/>
              <a:ext cx="187543" cy="147792"/>
            </a:xfrm>
            <a:custGeom>
              <a:avLst/>
              <a:gdLst>
                <a:gd name="T0" fmla="*/ 15 w 16"/>
                <a:gd name="T1" fmla="*/ 11 h 12"/>
                <a:gd name="T2" fmla="*/ 2 w 16"/>
                <a:gd name="T3" fmla="*/ 0 h 12"/>
                <a:gd name="T4" fmla="*/ 15 w 16"/>
                <a:gd name="T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2">
                  <a:moveTo>
                    <a:pt x="15" y="11"/>
                  </a:moveTo>
                  <a:cubicBezTo>
                    <a:pt x="16" y="12"/>
                    <a:pt x="3" y="0"/>
                    <a:pt x="2" y="0"/>
                  </a:cubicBezTo>
                  <a:cubicBezTo>
                    <a:pt x="0" y="0"/>
                    <a:pt x="7" y="9"/>
                    <a:pt x="15" y="1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7" name="Freeform 478">
              <a:extLst>
                <a:ext uri="{FF2B5EF4-FFF2-40B4-BE49-F238E27FC236}">
                  <a16:creationId xmlns:a16="http://schemas.microsoft.com/office/drawing/2014/main" id="{BF027ED3-5C28-F81B-942F-0AA93EDBB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8927" y="10938316"/>
              <a:ext cx="131681" cy="173129"/>
            </a:xfrm>
            <a:custGeom>
              <a:avLst/>
              <a:gdLst>
                <a:gd name="T0" fmla="*/ 11 w 11"/>
                <a:gd name="T1" fmla="*/ 14 h 14"/>
                <a:gd name="T2" fmla="*/ 9 w 11"/>
                <a:gd name="T3" fmla="*/ 10 h 14"/>
                <a:gd name="T4" fmla="*/ 9 w 11"/>
                <a:gd name="T5" fmla="*/ 7 h 14"/>
                <a:gd name="T6" fmla="*/ 0 w 11"/>
                <a:gd name="T7" fmla="*/ 0 h 14"/>
                <a:gd name="T8" fmla="*/ 3 w 11"/>
                <a:gd name="T9" fmla="*/ 4 h 14"/>
                <a:gd name="T10" fmla="*/ 5 w 11"/>
                <a:gd name="T11" fmla="*/ 8 h 14"/>
                <a:gd name="T12" fmla="*/ 8 w 11"/>
                <a:gd name="T13" fmla="*/ 11 h 14"/>
                <a:gd name="T14" fmla="*/ 11 w 11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10" y="12"/>
                    <a:pt x="11" y="11"/>
                    <a:pt x="9" y="10"/>
                  </a:cubicBezTo>
                  <a:cubicBezTo>
                    <a:pt x="8" y="8"/>
                    <a:pt x="9" y="8"/>
                    <a:pt x="9" y="7"/>
                  </a:cubicBezTo>
                  <a:cubicBezTo>
                    <a:pt x="8" y="5"/>
                    <a:pt x="0" y="1"/>
                    <a:pt x="0" y="0"/>
                  </a:cubicBezTo>
                  <a:cubicBezTo>
                    <a:pt x="0" y="1"/>
                    <a:pt x="3" y="3"/>
                    <a:pt x="3" y="4"/>
                  </a:cubicBezTo>
                  <a:cubicBezTo>
                    <a:pt x="4" y="6"/>
                    <a:pt x="4" y="7"/>
                    <a:pt x="5" y="8"/>
                  </a:cubicBezTo>
                  <a:cubicBezTo>
                    <a:pt x="6" y="9"/>
                    <a:pt x="9" y="10"/>
                    <a:pt x="8" y="11"/>
                  </a:cubicBezTo>
                  <a:cubicBezTo>
                    <a:pt x="8" y="13"/>
                    <a:pt x="9" y="13"/>
                    <a:pt x="11" y="1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8" name="Freeform 479">
              <a:extLst>
                <a:ext uri="{FF2B5EF4-FFF2-40B4-BE49-F238E27FC236}">
                  <a16:creationId xmlns:a16="http://schemas.microsoft.com/office/drawing/2014/main" id="{CA13CF68-44FF-49BC-00C8-774491AEC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4842" y="11098778"/>
              <a:ext cx="303262" cy="375816"/>
            </a:xfrm>
            <a:custGeom>
              <a:avLst/>
              <a:gdLst>
                <a:gd name="T0" fmla="*/ 8 w 26"/>
                <a:gd name="T1" fmla="*/ 2 h 30"/>
                <a:gd name="T2" fmla="*/ 7 w 26"/>
                <a:gd name="T3" fmla="*/ 11 h 30"/>
                <a:gd name="T4" fmla="*/ 5 w 26"/>
                <a:gd name="T5" fmla="*/ 18 h 30"/>
                <a:gd name="T6" fmla="*/ 9 w 26"/>
                <a:gd name="T7" fmla="*/ 25 h 30"/>
                <a:gd name="T8" fmla="*/ 14 w 26"/>
                <a:gd name="T9" fmla="*/ 26 h 30"/>
                <a:gd name="T10" fmla="*/ 17 w 26"/>
                <a:gd name="T11" fmla="*/ 22 h 30"/>
                <a:gd name="T12" fmla="*/ 18 w 26"/>
                <a:gd name="T13" fmla="*/ 16 h 30"/>
                <a:gd name="T14" fmla="*/ 22 w 26"/>
                <a:gd name="T15" fmla="*/ 14 h 30"/>
                <a:gd name="T16" fmla="*/ 26 w 26"/>
                <a:gd name="T17" fmla="*/ 10 h 30"/>
                <a:gd name="T18" fmla="*/ 25 w 26"/>
                <a:gd name="T19" fmla="*/ 6 h 30"/>
                <a:gd name="T20" fmla="*/ 20 w 26"/>
                <a:gd name="T21" fmla="*/ 8 h 30"/>
                <a:gd name="T22" fmla="*/ 14 w 26"/>
                <a:gd name="T23" fmla="*/ 5 h 30"/>
                <a:gd name="T24" fmla="*/ 11 w 26"/>
                <a:gd name="T25" fmla="*/ 0 h 30"/>
                <a:gd name="T26" fmla="*/ 11 w 26"/>
                <a:gd name="T27" fmla="*/ 3 h 30"/>
                <a:gd name="T28" fmla="*/ 8 w 26"/>
                <a:gd name="T29" fmla="*/ 2 h 30"/>
                <a:gd name="T30" fmla="*/ 8 w 26"/>
                <a:gd name="T31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" h="30">
                  <a:moveTo>
                    <a:pt x="8" y="2"/>
                  </a:moveTo>
                  <a:cubicBezTo>
                    <a:pt x="7" y="2"/>
                    <a:pt x="7" y="9"/>
                    <a:pt x="7" y="11"/>
                  </a:cubicBezTo>
                  <a:cubicBezTo>
                    <a:pt x="6" y="13"/>
                    <a:pt x="0" y="16"/>
                    <a:pt x="5" y="18"/>
                  </a:cubicBezTo>
                  <a:cubicBezTo>
                    <a:pt x="8" y="19"/>
                    <a:pt x="11" y="21"/>
                    <a:pt x="9" y="25"/>
                  </a:cubicBezTo>
                  <a:cubicBezTo>
                    <a:pt x="6" y="30"/>
                    <a:pt x="11" y="29"/>
                    <a:pt x="14" y="26"/>
                  </a:cubicBezTo>
                  <a:cubicBezTo>
                    <a:pt x="15" y="25"/>
                    <a:pt x="16" y="23"/>
                    <a:pt x="17" y="22"/>
                  </a:cubicBezTo>
                  <a:cubicBezTo>
                    <a:pt x="19" y="19"/>
                    <a:pt x="18" y="19"/>
                    <a:pt x="18" y="16"/>
                  </a:cubicBezTo>
                  <a:cubicBezTo>
                    <a:pt x="19" y="14"/>
                    <a:pt x="21" y="14"/>
                    <a:pt x="22" y="14"/>
                  </a:cubicBezTo>
                  <a:cubicBezTo>
                    <a:pt x="23" y="15"/>
                    <a:pt x="25" y="11"/>
                    <a:pt x="26" y="10"/>
                  </a:cubicBezTo>
                  <a:cubicBezTo>
                    <a:pt x="26" y="9"/>
                    <a:pt x="26" y="6"/>
                    <a:pt x="25" y="6"/>
                  </a:cubicBezTo>
                  <a:cubicBezTo>
                    <a:pt x="23" y="6"/>
                    <a:pt x="21" y="8"/>
                    <a:pt x="20" y="8"/>
                  </a:cubicBezTo>
                  <a:cubicBezTo>
                    <a:pt x="18" y="8"/>
                    <a:pt x="15" y="7"/>
                    <a:pt x="14" y="5"/>
                  </a:cubicBezTo>
                  <a:cubicBezTo>
                    <a:pt x="13" y="4"/>
                    <a:pt x="13" y="0"/>
                    <a:pt x="11" y="0"/>
                  </a:cubicBezTo>
                  <a:cubicBezTo>
                    <a:pt x="11" y="0"/>
                    <a:pt x="11" y="3"/>
                    <a:pt x="11" y="3"/>
                  </a:cubicBezTo>
                  <a:cubicBezTo>
                    <a:pt x="10" y="3"/>
                    <a:pt x="9" y="1"/>
                    <a:pt x="8" y="2"/>
                  </a:cubicBezTo>
                  <a:cubicBezTo>
                    <a:pt x="7" y="2"/>
                    <a:pt x="9" y="1"/>
                    <a:pt x="8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19" name="Freeform 480">
              <a:extLst>
                <a:ext uri="{FF2B5EF4-FFF2-40B4-BE49-F238E27FC236}">
                  <a16:creationId xmlns:a16="http://schemas.microsoft.com/office/drawing/2014/main" id="{8B77B387-BC6C-9B84-0771-D066F02C2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35811" y="11373249"/>
              <a:ext cx="458889" cy="472936"/>
            </a:xfrm>
            <a:custGeom>
              <a:avLst/>
              <a:gdLst>
                <a:gd name="T0" fmla="*/ 33 w 39"/>
                <a:gd name="T1" fmla="*/ 4 h 38"/>
                <a:gd name="T2" fmla="*/ 30 w 39"/>
                <a:gd name="T3" fmla="*/ 1 h 38"/>
                <a:gd name="T4" fmla="*/ 26 w 39"/>
                <a:gd name="T5" fmla="*/ 8 h 38"/>
                <a:gd name="T6" fmla="*/ 22 w 39"/>
                <a:gd name="T7" fmla="*/ 13 h 38"/>
                <a:gd name="T8" fmla="*/ 15 w 39"/>
                <a:gd name="T9" fmla="*/ 18 h 38"/>
                <a:gd name="T10" fmla="*/ 9 w 39"/>
                <a:gd name="T11" fmla="*/ 22 h 38"/>
                <a:gd name="T12" fmla="*/ 4 w 39"/>
                <a:gd name="T13" fmla="*/ 27 h 38"/>
                <a:gd name="T14" fmla="*/ 2 w 39"/>
                <a:gd name="T15" fmla="*/ 33 h 38"/>
                <a:gd name="T16" fmla="*/ 1 w 39"/>
                <a:gd name="T17" fmla="*/ 34 h 38"/>
                <a:gd name="T18" fmla="*/ 3 w 39"/>
                <a:gd name="T19" fmla="*/ 35 h 38"/>
                <a:gd name="T20" fmla="*/ 10 w 39"/>
                <a:gd name="T21" fmla="*/ 37 h 38"/>
                <a:gd name="T22" fmla="*/ 19 w 39"/>
                <a:gd name="T23" fmla="*/ 34 h 38"/>
                <a:gd name="T24" fmla="*/ 22 w 39"/>
                <a:gd name="T25" fmla="*/ 27 h 38"/>
                <a:gd name="T26" fmla="*/ 27 w 39"/>
                <a:gd name="T27" fmla="*/ 22 h 38"/>
                <a:gd name="T28" fmla="*/ 29 w 39"/>
                <a:gd name="T29" fmla="*/ 21 h 38"/>
                <a:gd name="T30" fmla="*/ 33 w 39"/>
                <a:gd name="T31" fmla="*/ 21 h 38"/>
                <a:gd name="T32" fmla="*/ 32 w 39"/>
                <a:gd name="T33" fmla="*/ 19 h 38"/>
                <a:gd name="T34" fmla="*/ 32 w 39"/>
                <a:gd name="T35" fmla="*/ 17 h 38"/>
                <a:gd name="T36" fmla="*/ 38 w 39"/>
                <a:gd name="T37" fmla="*/ 9 h 38"/>
                <a:gd name="T38" fmla="*/ 38 w 39"/>
                <a:gd name="T39" fmla="*/ 6 h 38"/>
                <a:gd name="T40" fmla="*/ 38 w 39"/>
                <a:gd name="T41" fmla="*/ 4 h 38"/>
                <a:gd name="T42" fmla="*/ 37 w 39"/>
                <a:gd name="T43" fmla="*/ 4 h 38"/>
                <a:gd name="T44" fmla="*/ 37 w 39"/>
                <a:gd name="T45" fmla="*/ 2 h 38"/>
                <a:gd name="T46" fmla="*/ 33 w 39"/>
                <a:gd name="T47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38">
                  <a:moveTo>
                    <a:pt x="33" y="4"/>
                  </a:moveTo>
                  <a:cubicBezTo>
                    <a:pt x="33" y="4"/>
                    <a:pt x="32" y="0"/>
                    <a:pt x="30" y="1"/>
                  </a:cubicBezTo>
                  <a:cubicBezTo>
                    <a:pt x="27" y="3"/>
                    <a:pt x="28" y="5"/>
                    <a:pt x="26" y="8"/>
                  </a:cubicBezTo>
                  <a:cubicBezTo>
                    <a:pt x="25" y="9"/>
                    <a:pt x="24" y="12"/>
                    <a:pt x="22" y="13"/>
                  </a:cubicBezTo>
                  <a:cubicBezTo>
                    <a:pt x="20" y="16"/>
                    <a:pt x="18" y="17"/>
                    <a:pt x="15" y="18"/>
                  </a:cubicBezTo>
                  <a:cubicBezTo>
                    <a:pt x="13" y="19"/>
                    <a:pt x="12" y="21"/>
                    <a:pt x="9" y="22"/>
                  </a:cubicBezTo>
                  <a:cubicBezTo>
                    <a:pt x="7" y="23"/>
                    <a:pt x="7" y="27"/>
                    <a:pt x="4" y="27"/>
                  </a:cubicBezTo>
                  <a:cubicBezTo>
                    <a:pt x="0" y="28"/>
                    <a:pt x="4" y="31"/>
                    <a:pt x="2" y="33"/>
                  </a:cubicBezTo>
                  <a:cubicBezTo>
                    <a:pt x="1" y="33"/>
                    <a:pt x="0" y="33"/>
                    <a:pt x="1" y="34"/>
                  </a:cubicBezTo>
                  <a:cubicBezTo>
                    <a:pt x="1" y="35"/>
                    <a:pt x="1" y="35"/>
                    <a:pt x="3" y="35"/>
                  </a:cubicBezTo>
                  <a:cubicBezTo>
                    <a:pt x="5" y="35"/>
                    <a:pt x="8" y="37"/>
                    <a:pt x="10" y="37"/>
                  </a:cubicBezTo>
                  <a:cubicBezTo>
                    <a:pt x="14" y="38"/>
                    <a:pt x="16" y="36"/>
                    <a:pt x="19" y="34"/>
                  </a:cubicBezTo>
                  <a:cubicBezTo>
                    <a:pt x="21" y="32"/>
                    <a:pt x="22" y="30"/>
                    <a:pt x="22" y="27"/>
                  </a:cubicBezTo>
                  <a:cubicBezTo>
                    <a:pt x="23" y="24"/>
                    <a:pt x="24" y="24"/>
                    <a:pt x="27" y="22"/>
                  </a:cubicBezTo>
                  <a:cubicBezTo>
                    <a:pt x="28" y="22"/>
                    <a:pt x="28" y="21"/>
                    <a:pt x="29" y="21"/>
                  </a:cubicBezTo>
                  <a:cubicBezTo>
                    <a:pt x="30" y="21"/>
                    <a:pt x="31" y="21"/>
                    <a:pt x="33" y="21"/>
                  </a:cubicBezTo>
                  <a:cubicBezTo>
                    <a:pt x="34" y="20"/>
                    <a:pt x="33" y="19"/>
                    <a:pt x="32" y="19"/>
                  </a:cubicBezTo>
                  <a:cubicBezTo>
                    <a:pt x="31" y="18"/>
                    <a:pt x="31" y="18"/>
                    <a:pt x="32" y="17"/>
                  </a:cubicBezTo>
                  <a:cubicBezTo>
                    <a:pt x="34" y="14"/>
                    <a:pt x="36" y="12"/>
                    <a:pt x="38" y="9"/>
                  </a:cubicBezTo>
                  <a:cubicBezTo>
                    <a:pt x="38" y="8"/>
                    <a:pt x="38" y="7"/>
                    <a:pt x="38" y="6"/>
                  </a:cubicBezTo>
                  <a:cubicBezTo>
                    <a:pt x="38" y="5"/>
                    <a:pt x="38" y="5"/>
                    <a:pt x="38" y="4"/>
                  </a:cubicBezTo>
                  <a:cubicBezTo>
                    <a:pt x="39" y="3"/>
                    <a:pt x="37" y="4"/>
                    <a:pt x="37" y="4"/>
                  </a:cubicBezTo>
                  <a:cubicBezTo>
                    <a:pt x="37" y="3"/>
                    <a:pt x="37" y="3"/>
                    <a:pt x="37" y="2"/>
                  </a:cubicBezTo>
                  <a:cubicBezTo>
                    <a:pt x="36" y="3"/>
                    <a:pt x="35" y="5"/>
                    <a:pt x="3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0" name="Freeform 481">
              <a:extLst>
                <a:ext uri="{FF2B5EF4-FFF2-40B4-BE49-F238E27FC236}">
                  <a16:creationId xmlns:a16="http://schemas.microsoft.com/office/drawing/2014/main" id="{93530CCE-A2DF-D77B-55B4-F63CC2CB1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7635" y="11846187"/>
              <a:ext cx="23943" cy="25337"/>
            </a:xfrm>
            <a:custGeom>
              <a:avLst/>
              <a:gdLst>
                <a:gd name="T0" fmla="*/ 2 w 2"/>
                <a:gd name="T1" fmla="*/ 2 h 2"/>
                <a:gd name="T2" fmla="*/ 1 w 2"/>
                <a:gd name="T3" fmla="*/ 0 h 2"/>
                <a:gd name="T4" fmla="*/ 0 w 2"/>
                <a:gd name="T5" fmla="*/ 2 h 2"/>
                <a:gd name="T6" fmla="*/ 2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1"/>
                    <a:pt x="1" y="1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1" name="Freeform 482">
              <a:extLst>
                <a:ext uri="{FF2B5EF4-FFF2-40B4-BE49-F238E27FC236}">
                  <a16:creationId xmlns:a16="http://schemas.microsoft.com/office/drawing/2014/main" id="{956D7977-6A58-01FE-94F7-ED6041E9F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2896" y="11385919"/>
              <a:ext cx="223461" cy="223801"/>
            </a:xfrm>
            <a:custGeom>
              <a:avLst/>
              <a:gdLst>
                <a:gd name="T0" fmla="*/ 0 w 19"/>
                <a:gd name="T1" fmla="*/ 2 h 18"/>
                <a:gd name="T2" fmla="*/ 2 w 19"/>
                <a:gd name="T3" fmla="*/ 7 h 18"/>
                <a:gd name="T4" fmla="*/ 4 w 19"/>
                <a:gd name="T5" fmla="*/ 10 h 18"/>
                <a:gd name="T6" fmla="*/ 3 w 19"/>
                <a:gd name="T7" fmla="*/ 12 h 18"/>
                <a:gd name="T8" fmla="*/ 9 w 19"/>
                <a:gd name="T9" fmla="*/ 18 h 18"/>
                <a:gd name="T10" fmla="*/ 12 w 19"/>
                <a:gd name="T11" fmla="*/ 15 h 18"/>
                <a:gd name="T12" fmla="*/ 13 w 19"/>
                <a:gd name="T13" fmla="*/ 17 h 18"/>
                <a:gd name="T14" fmla="*/ 14 w 19"/>
                <a:gd name="T15" fmla="*/ 14 h 18"/>
                <a:gd name="T16" fmla="*/ 16 w 19"/>
                <a:gd name="T17" fmla="*/ 15 h 18"/>
                <a:gd name="T18" fmla="*/ 18 w 19"/>
                <a:gd name="T19" fmla="*/ 7 h 18"/>
                <a:gd name="T20" fmla="*/ 16 w 19"/>
                <a:gd name="T21" fmla="*/ 1 h 18"/>
                <a:gd name="T22" fmla="*/ 7 w 19"/>
                <a:gd name="T23" fmla="*/ 3 h 18"/>
                <a:gd name="T24" fmla="*/ 0 w 19"/>
                <a:gd name="T25" fmla="*/ 2 h 18"/>
                <a:gd name="T26" fmla="*/ 0 w 19"/>
                <a:gd name="T2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18">
                  <a:moveTo>
                    <a:pt x="0" y="2"/>
                  </a:moveTo>
                  <a:cubicBezTo>
                    <a:pt x="0" y="3"/>
                    <a:pt x="2" y="6"/>
                    <a:pt x="2" y="7"/>
                  </a:cubicBezTo>
                  <a:cubicBezTo>
                    <a:pt x="3" y="8"/>
                    <a:pt x="4" y="9"/>
                    <a:pt x="4" y="10"/>
                  </a:cubicBezTo>
                  <a:cubicBezTo>
                    <a:pt x="4" y="11"/>
                    <a:pt x="3" y="11"/>
                    <a:pt x="3" y="12"/>
                  </a:cubicBezTo>
                  <a:cubicBezTo>
                    <a:pt x="4" y="15"/>
                    <a:pt x="7" y="17"/>
                    <a:pt x="9" y="18"/>
                  </a:cubicBezTo>
                  <a:cubicBezTo>
                    <a:pt x="11" y="18"/>
                    <a:pt x="11" y="16"/>
                    <a:pt x="12" y="15"/>
                  </a:cubicBezTo>
                  <a:cubicBezTo>
                    <a:pt x="12" y="15"/>
                    <a:pt x="13" y="17"/>
                    <a:pt x="13" y="17"/>
                  </a:cubicBezTo>
                  <a:cubicBezTo>
                    <a:pt x="13" y="16"/>
                    <a:pt x="13" y="14"/>
                    <a:pt x="14" y="14"/>
                  </a:cubicBezTo>
                  <a:cubicBezTo>
                    <a:pt x="15" y="13"/>
                    <a:pt x="15" y="15"/>
                    <a:pt x="16" y="15"/>
                  </a:cubicBezTo>
                  <a:cubicBezTo>
                    <a:pt x="15" y="15"/>
                    <a:pt x="18" y="8"/>
                    <a:pt x="18" y="7"/>
                  </a:cubicBezTo>
                  <a:cubicBezTo>
                    <a:pt x="18" y="6"/>
                    <a:pt x="19" y="0"/>
                    <a:pt x="16" y="1"/>
                  </a:cubicBezTo>
                  <a:cubicBezTo>
                    <a:pt x="13" y="2"/>
                    <a:pt x="10" y="4"/>
                    <a:pt x="7" y="3"/>
                  </a:cubicBezTo>
                  <a:cubicBezTo>
                    <a:pt x="6" y="3"/>
                    <a:pt x="1" y="0"/>
                    <a:pt x="0" y="2"/>
                  </a:cubicBezTo>
                  <a:cubicBezTo>
                    <a:pt x="0" y="3"/>
                    <a:pt x="1" y="0"/>
                    <a:pt x="0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2" name="Freeform 483">
              <a:extLst>
                <a:ext uri="{FF2B5EF4-FFF2-40B4-BE49-F238E27FC236}">
                  <a16:creationId xmlns:a16="http://schemas.microsoft.com/office/drawing/2014/main" id="{54D94A4C-DFD6-387A-643A-E49CB33C4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8470" y="11322579"/>
              <a:ext cx="35912" cy="63342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0 h 5"/>
                <a:gd name="T4" fmla="*/ 3 w 3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5"/>
                    <a:pt x="0" y="1"/>
                    <a:pt x="1" y="0"/>
                  </a:cubicBezTo>
                  <a:cubicBezTo>
                    <a:pt x="2" y="0"/>
                    <a:pt x="3" y="1"/>
                    <a:pt x="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3" name="Freeform 484">
              <a:extLst>
                <a:ext uri="{FF2B5EF4-FFF2-40B4-BE49-F238E27FC236}">
                  <a16:creationId xmlns:a16="http://schemas.microsoft.com/office/drawing/2014/main" id="{F9247CBD-FA8F-4FB9-0DDC-9150C5E63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3041" y="11322579"/>
              <a:ext cx="23943" cy="25337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0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0"/>
                    <a:pt x="1" y="0"/>
                  </a:cubicBezTo>
                  <a:cubicBezTo>
                    <a:pt x="2" y="0"/>
                    <a:pt x="2" y="2"/>
                    <a:pt x="1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4" name="Freeform 485">
              <a:extLst>
                <a:ext uri="{FF2B5EF4-FFF2-40B4-BE49-F238E27FC236}">
                  <a16:creationId xmlns:a16="http://schemas.microsoft.com/office/drawing/2014/main" id="{5D9F6AF4-D151-ABCB-D398-DD657D58C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5878" y="8109150"/>
              <a:ext cx="127688" cy="223801"/>
            </a:xfrm>
            <a:custGeom>
              <a:avLst/>
              <a:gdLst>
                <a:gd name="T0" fmla="*/ 2 w 11"/>
                <a:gd name="T1" fmla="*/ 0 h 18"/>
                <a:gd name="T2" fmla="*/ 1 w 11"/>
                <a:gd name="T3" fmla="*/ 0 h 18"/>
                <a:gd name="T4" fmla="*/ 1 w 11"/>
                <a:gd name="T5" fmla="*/ 3 h 18"/>
                <a:gd name="T6" fmla="*/ 0 w 11"/>
                <a:gd name="T7" fmla="*/ 8 h 18"/>
                <a:gd name="T8" fmla="*/ 4 w 11"/>
                <a:gd name="T9" fmla="*/ 18 h 18"/>
                <a:gd name="T10" fmla="*/ 9 w 11"/>
                <a:gd name="T11" fmla="*/ 15 h 18"/>
                <a:gd name="T12" fmla="*/ 9 w 11"/>
                <a:gd name="T13" fmla="*/ 8 h 18"/>
                <a:gd name="T14" fmla="*/ 2 w 11"/>
                <a:gd name="T15" fmla="*/ 0 h 18"/>
                <a:gd name="T16" fmla="*/ 2 w 11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8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3"/>
                    <a:pt x="1" y="3"/>
                  </a:cubicBezTo>
                  <a:cubicBezTo>
                    <a:pt x="1" y="5"/>
                    <a:pt x="0" y="6"/>
                    <a:pt x="0" y="8"/>
                  </a:cubicBezTo>
                  <a:cubicBezTo>
                    <a:pt x="0" y="11"/>
                    <a:pt x="0" y="18"/>
                    <a:pt x="4" y="18"/>
                  </a:cubicBezTo>
                  <a:cubicBezTo>
                    <a:pt x="6" y="18"/>
                    <a:pt x="9" y="17"/>
                    <a:pt x="9" y="15"/>
                  </a:cubicBezTo>
                  <a:cubicBezTo>
                    <a:pt x="11" y="13"/>
                    <a:pt x="9" y="10"/>
                    <a:pt x="9" y="8"/>
                  </a:cubicBezTo>
                  <a:cubicBezTo>
                    <a:pt x="7" y="6"/>
                    <a:pt x="5" y="0"/>
                    <a:pt x="2" y="0"/>
                  </a:cubicBezTo>
                  <a:cubicBezTo>
                    <a:pt x="1" y="0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5" name="Freeform 486">
              <a:extLst>
                <a:ext uri="{FF2B5EF4-FFF2-40B4-BE49-F238E27FC236}">
                  <a16:creationId xmlns:a16="http://schemas.microsoft.com/office/drawing/2014/main" id="{762ECDC9-C9B2-9D77-0E62-BC8FDDBA4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1103" y="9451950"/>
              <a:ext cx="422974" cy="865639"/>
            </a:xfrm>
            <a:custGeom>
              <a:avLst/>
              <a:gdLst>
                <a:gd name="T0" fmla="*/ 31 w 36"/>
                <a:gd name="T1" fmla="*/ 2 h 70"/>
                <a:gd name="T2" fmla="*/ 29 w 36"/>
                <a:gd name="T3" fmla="*/ 0 h 70"/>
                <a:gd name="T4" fmla="*/ 28 w 36"/>
                <a:gd name="T5" fmla="*/ 3 h 70"/>
                <a:gd name="T6" fmla="*/ 26 w 36"/>
                <a:gd name="T7" fmla="*/ 8 h 70"/>
                <a:gd name="T8" fmla="*/ 23 w 36"/>
                <a:gd name="T9" fmla="*/ 8 h 70"/>
                <a:gd name="T10" fmla="*/ 23 w 36"/>
                <a:gd name="T11" fmla="*/ 10 h 70"/>
                <a:gd name="T12" fmla="*/ 22 w 36"/>
                <a:gd name="T13" fmla="*/ 12 h 70"/>
                <a:gd name="T14" fmla="*/ 23 w 36"/>
                <a:gd name="T15" fmla="*/ 13 h 70"/>
                <a:gd name="T16" fmla="*/ 21 w 36"/>
                <a:gd name="T17" fmla="*/ 14 h 70"/>
                <a:gd name="T18" fmla="*/ 19 w 36"/>
                <a:gd name="T19" fmla="*/ 16 h 70"/>
                <a:gd name="T20" fmla="*/ 15 w 36"/>
                <a:gd name="T21" fmla="*/ 18 h 70"/>
                <a:gd name="T22" fmla="*/ 15 w 36"/>
                <a:gd name="T23" fmla="*/ 19 h 70"/>
                <a:gd name="T24" fmla="*/ 13 w 36"/>
                <a:gd name="T25" fmla="*/ 19 h 70"/>
                <a:gd name="T26" fmla="*/ 8 w 36"/>
                <a:gd name="T27" fmla="*/ 21 h 70"/>
                <a:gd name="T28" fmla="*/ 6 w 36"/>
                <a:gd name="T29" fmla="*/ 21 h 70"/>
                <a:gd name="T30" fmla="*/ 4 w 36"/>
                <a:gd name="T31" fmla="*/ 27 h 70"/>
                <a:gd name="T32" fmla="*/ 4 w 36"/>
                <a:gd name="T33" fmla="*/ 44 h 70"/>
                <a:gd name="T34" fmla="*/ 0 w 36"/>
                <a:gd name="T35" fmla="*/ 51 h 70"/>
                <a:gd name="T36" fmla="*/ 0 w 36"/>
                <a:gd name="T37" fmla="*/ 55 h 70"/>
                <a:gd name="T38" fmla="*/ 2 w 36"/>
                <a:gd name="T39" fmla="*/ 59 h 70"/>
                <a:gd name="T40" fmla="*/ 5 w 36"/>
                <a:gd name="T41" fmla="*/ 68 h 70"/>
                <a:gd name="T42" fmla="*/ 16 w 36"/>
                <a:gd name="T43" fmla="*/ 68 h 70"/>
                <a:gd name="T44" fmla="*/ 24 w 36"/>
                <a:gd name="T45" fmla="*/ 50 h 70"/>
                <a:gd name="T46" fmla="*/ 31 w 36"/>
                <a:gd name="T47" fmla="*/ 30 h 70"/>
                <a:gd name="T48" fmla="*/ 32 w 36"/>
                <a:gd name="T49" fmla="*/ 23 h 70"/>
                <a:gd name="T50" fmla="*/ 34 w 36"/>
                <a:gd name="T51" fmla="*/ 19 h 70"/>
                <a:gd name="T52" fmla="*/ 36 w 36"/>
                <a:gd name="T53" fmla="*/ 17 h 70"/>
                <a:gd name="T54" fmla="*/ 35 w 36"/>
                <a:gd name="T55" fmla="*/ 11 h 70"/>
                <a:gd name="T56" fmla="*/ 31 w 36"/>
                <a:gd name="T57" fmla="*/ 2 h 70"/>
                <a:gd name="T58" fmla="*/ 31 w 36"/>
                <a:gd name="T5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70">
                  <a:moveTo>
                    <a:pt x="31" y="2"/>
                  </a:moveTo>
                  <a:cubicBezTo>
                    <a:pt x="31" y="2"/>
                    <a:pt x="30" y="0"/>
                    <a:pt x="29" y="0"/>
                  </a:cubicBezTo>
                  <a:cubicBezTo>
                    <a:pt x="29" y="1"/>
                    <a:pt x="28" y="2"/>
                    <a:pt x="28" y="3"/>
                  </a:cubicBezTo>
                  <a:cubicBezTo>
                    <a:pt x="27" y="5"/>
                    <a:pt x="27" y="6"/>
                    <a:pt x="26" y="8"/>
                  </a:cubicBezTo>
                  <a:cubicBezTo>
                    <a:pt x="25" y="9"/>
                    <a:pt x="24" y="8"/>
                    <a:pt x="23" y="8"/>
                  </a:cubicBezTo>
                  <a:cubicBezTo>
                    <a:pt x="23" y="8"/>
                    <a:pt x="24" y="9"/>
                    <a:pt x="23" y="10"/>
                  </a:cubicBezTo>
                  <a:cubicBezTo>
                    <a:pt x="23" y="11"/>
                    <a:pt x="22" y="11"/>
                    <a:pt x="22" y="12"/>
                  </a:cubicBezTo>
                  <a:cubicBezTo>
                    <a:pt x="22" y="12"/>
                    <a:pt x="23" y="13"/>
                    <a:pt x="23" y="13"/>
                  </a:cubicBezTo>
                  <a:cubicBezTo>
                    <a:pt x="23" y="14"/>
                    <a:pt x="22" y="13"/>
                    <a:pt x="21" y="14"/>
                  </a:cubicBezTo>
                  <a:cubicBezTo>
                    <a:pt x="20" y="14"/>
                    <a:pt x="20" y="15"/>
                    <a:pt x="19" y="16"/>
                  </a:cubicBezTo>
                  <a:cubicBezTo>
                    <a:pt x="18" y="17"/>
                    <a:pt x="17" y="17"/>
                    <a:pt x="15" y="18"/>
                  </a:cubicBezTo>
                  <a:cubicBezTo>
                    <a:pt x="14" y="18"/>
                    <a:pt x="16" y="19"/>
                    <a:pt x="15" y="19"/>
                  </a:cubicBezTo>
                  <a:cubicBezTo>
                    <a:pt x="15" y="20"/>
                    <a:pt x="13" y="18"/>
                    <a:pt x="13" y="19"/>
                  </a:cubicBezTo>
                  <a:cubicBezTo>
                    <a:pt x="11" y="20"/>
                    <a:pt x="10" y="20"/>
                    <a:pt x="8" y="21"/>
                  </a:cubicBezTo>
                  <a:cubicBezTo>
                    <a:pt x="7" y="21"/>
                    <a:pt x="6" y="20"/>
                    <a:pt x="6" y="21"/>
                  </a:cubicBezTo>
                  <a:cubicBezTo>
                    <a:pt x="5" y="23"/>
                    <a:pt x="5" y="25"/>
                    <a:pt x="4" y="27"/>
                  </a:cubicBezTo>
                  <a:cubicBezTo>
                    <a:pt x="3" y="32"/>
                    <a:pt x="8" y="39"/>
                    <a:pt x="4" y="44"/>
                  </a:cubicBezTo>
                  <a:cubicBezTo>
                    <a:pt x="3" y="46"/>
                    <a:pt x="1" y="48"/>
                    <a:pt x="0" y="51"/>
                  </a:cubicBezTo>
                  <a:cubicBezTo>
                    <a:pt x="0" y="52"/>
                    <a:pt x="0" y="54"/>
                    <a:pt x="0" y="55"/>
                  </a:cubicBezTo>
                  <a:cubicBezTo>
                    <a:pt x="1" y="56"/>
                    <a:pt x="3" y="57"/>
                    <a:pt x="2" y="59"/>
                  </a:cubicBezTo>
                  <a:cubicBezTo>
                    <a:pt x="1" y="62"/>
                    <a:pt x="2" y="66"/>
                    <a:pt x="5" y="68"/>
                  </a:cubicBezTo>
                  <a:cubicBezTo>
                    <a:pt x="8" y="70"/>
                    <a:pt x="11" y="70"/>
                    <a:pt x="16" y="68"/>
                  </a:cubicBezTo>
                  <a:cubicBezTo>
                    <a:pt x="21" y="66"/>
                    <a:pt x="22" y="55"/>
                    <a:pt x="24" y="50"/>
                  </a:cubicBezTo>
                  <a:cubicBezTo>
                    <a:pt x="26" y="43"/>
                    <a:pt x="29" y="37"/>
                    <a:pt x="31" y="30"/>
                  </a:cubicBezTo>
                  <a:cubicBezTo>
                    <a:pt x="31" y="28"/>
                    <a:pt x="31" y="25"/>
                    <a:pt x="32" y="23"/>
                  </a:cubicBezTo>
                  <a:cubicBezTo>
                    <a:pt x="33" y="22"/>
                    <a:pt x="31" y="14"/>
                    <a:pt x="34" y="19"/>
                  </a:cubicBezTo>
                  <a:cubicBezTo>
                    <a:pt x="35" y="20"/>
                    <a:pt x="35" y="18"/>
                    <a:pt x="36" y="17"/>
                  </a:cubicBezTo>
                  <a:cubicBezTo>
                    <a:pt x="36" y="15"/>
                    <a:pt x="35" y="13"/>
                    <a:pt x="35" y="11"/>
                  </a:cubicBezTo>
                  <a:cubicBezTo>
                    <a:pt x="34" y="9"/>
                    <a:pt x="33" y="4"/>
                    <a:pt x="31" y="2"/>
                  </a:cubicBezTo>
                  <a:cubicBezTo>
                    <a:pt x="30" y="1"/>
                    <a:pt x="32" y="2"/>
                    <a:pt x="31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6" name="Freeform 487">
              <a:extLst>
                <a:ext uri="{FF2B5EF4-FFF2-40B4-BE49-F238E27FC236}">
                  <a16:creationId xmlns:a16="http://schemas.microsoft.com/office/drawing/2014/main" id="{4A62ECDF-11B7-3D15-61B0-889414B8C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38829" y="3384010"/>
              <a:ext cx="127688" cy="101342"/>
            </a:xfrm>
            <a:custGeom>
              <a:avLst/>
              <a:gdLst>
                <a:gd name="T0" fmla="*/ 9 w 11"/>
                <a:gd name="T1" fmla="*/ 7 h 8"/>
                <a:gd name="T2" fmla="*/ 8 w 11"/>
                <a:gd name="T3" fmla="*/ 4 h 8"/>
                <a:gd name="T4" fmla="*/ 3 w 11"/>
                <a:gd name="T5" fmla="*/ 0 h 8"/>
                <a:gd name="T6" fmla="*/ 1 w 11"/>
                <a:gd name="T7" fmla="*/ 2 h 8"/>
                <a:gd name="T8" fmla="*/ 3 w 11"/>
                <a:gd name="T9" fmla="*/ 5 h 8"/>
                <a:gd name="T10" fmla="*/ 9 w 11"/>
                <a:gd name="T11" fmla="*/ 7 h 8"/>
                <a:gd name="T12" fmla="*/ 9 w 11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8">
                  <a:moveTo>
                    <a:pt x="9" y="7"/>
                  </a:moveTo>
                  <a:cubicBezTo>
                    <a:pt x="11" y="8"/>
                    <a:pt x="9" y="5"/>
                    <a:pt x="8" y="4"/>
                  </a:cubicBezTo>
                  <a:cubicBezTo>
                    <a:pt x="7" y="3"/>
                    <a:pt x="4" y="1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3"/>
                    <a:pt x="2" y="4"/>
                    <a:pt x="3" y="5"/>
                  </a:cubicBezTo>
                  <a:cubicBezTo>
                    <a:pt x="5" y="6"/>
                    <a:pt x="7" y="7"/>
                    <a:pt x="9" y="7"/>
                  </a:cubicBezTo>
                  <a:cubicBezTo>
                    <a:pt x="10" y="7"/>
                    <a:pt x="7" y="7"/>
                    <a:pt x="9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7" name="Freeform 488">
              <a:extLst>
                <a:ext uri="{FF2B5EF4-FFF2-40B4-BE49-F238E27FC236}">
                  <a16:creationId xmlns:a16="http://schemas.microsoft.com/office/drawing/2014/main" id="{5F8FC2DB-A732-AC7E-4616-115842063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8308" y="3460019"/>
              <a:ext cx="127688" cy="122456"/>
            </a:xfrm>
            <a:custGeom>
              <a:avLst/>
              <a:gdLst>
                <a:gd name="T0" fmla="*/ 10 w 11"/>
                <a:gd name="T1" fmla="*/ 6 h 10"/>
                <a:gd name="T2" fmla="*/ 6 w 11"/>
                <a:gd name="T3" fmla="*/ 10 h 10"/>
                <a:gd name="T4" fmla="*/ 0 w 11"/>
                <a:gd name="T5" fmla="*/ 6 h 10"/>
                <a:gd name="T6" fmla="*/ 10 w 11"/>
                <a:gd name="T7" fmla="*/ 6 h 10"/>
                <a:gd name="T8" fmla="*/ 10 w 11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0" y="6"/>
                  </a:moveTo>
                  <a:cubicBezTo>
                    <a:pt x="10" y="8"/>
                    <a:pt x="7" y="9"/>
                    <a:pt x="6" y="10"/>
                  </a:cubicBezTo>
                  <a:cubicBezTo>
                    <a:pt x="4" y="10"/>
                    <a:pt x="0" y="9"/>
                    <a:pt x="0" y="6"/>
                  </a:cubicBezTo>
                  <a:cubicBezTo>
                    <a:pt x="1" y="0"/>
                    <a:pt x="11" y="6"/>
                    <a:pt x="10" y="6"/>
                  </a:cubicBezTo>
                  <a:cubicBezTo>
                    <a:pt x="10" y="7"/>
                    <a:pt x="11" y="5"/>
                    <a:pt x="10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8" name="Freeform 489">
              <a:extLst>
                <a:ext uri="{FF2B5EF4-FFF2-40B4-BE49-F238E27FC236}">
                  <a16:creationId xmlns:a16="http://schemas.microsoft.com/office/drawing/2014/main" id="{66C8EF8D-1C39-03E2-2D2B-5A0ED628C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5213" y="3037753"/>
              <a:ext cx="103749" cy="63342"/>
            </a:xfrm>
            <a:custGeom>
              <a:avLst/>
              <a:gdLst>
                <a:gd name="T0" fmla="*/ 9 w 9"/>
                <a:gd name="T1" fmla="*/ 3 h 5"/>
                <a:gd name="T2" fmla="*/ 4 w 9"/>
                <a:gd name="T3" fmla="*/ 5 h 5"/>
                <a:gd name="T4" fmla="*/ 1 w 9"/>
                <a:gd name="T5" fmla="*/ 1 h 5"/>
                <a:gd name="T6" fmla="*/ 6 w 9"/>
                <a:gd name="T7" fmla="*/ 1 h 5"/>
                <a:gd name="T8" fmla="*/ 9 w 9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9" y="3"/>
                  </a:moveTo>
                  <a:cubicBezTo>
                    <a:pt x="7" y="4"/>
                    <a:pt x="6" y="4"/>
                    <a:pt x="4" y="5"/>
                  </a:cubicBezTo>
                  <a:cubicBezTo>
                    <a:pt x="2" y="5"/>
                    <a:pt x="0" y="3"/>
                    <a:pt x="1" y="1"/>
                  </a:cubicBezTo>
                  <a:cubicBezTo>
                    <a:pt x="1" y="0"/>
                    <a:pt x="5" y="0"/>
                    <a:pt x="6" y="1"/>
                  </a:cubicBezTo>
                  <a:cubicBezTo>
                    <a:pt x="7" y="1"/>
                    <a:pt x="8" y="3"/>
                    <a:pt x="9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29" name="Freeform 490">
              <a:extLst>
                <a:ext uri="{FF2B5EF4-FFF2-40B4-BE49-F238E27FC236}">
                  <a16:creationId xmlns:a16="http://schemas.microsoft.com/office/drawing/2014/main" id="{45484C3B-A31C-F440-A1F7-AC77A2BD3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3545" y="2915297"/>
              <a:ext cx="115719" cy="59117"/>
            </a:xfrm>
            <a:custGeom>
              <a:avLst/>
              <a:gdLst>
                <a:gd name="T0" fmla="*/ 6 w 10"/>
                <a:gd name="T1" fmla="*/ 5 h 5"/>
                <a:gd name="T2" fmla="*/ 1 w 10"/>
                <a:gd name="T3" fmla="*/ 4 h 5"/>
                <a:gd name="T4" fmla="*/ 4 w 10"/>
                <a:gd name="T5" fmla="*/ 1 h 5"/>
                <a:gd name="T6" fmla="*/ 9 w 10"/>
                <a:gd name="T7" fmla="*/ 1 h 5"/>
                <a:gd name="T8" fmla="*/ 6 w 10"/>
                <a:gd name="T9" fmla="*/ 5 h 5"/>
                <a:gd name="T10" fmla="*/ 6 w 10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5">
                  <a:moveTo>
                    <a:pt x="6" y="5"/>
                  </a:moveTo>
                  <a:cubicBezTo>
                    <a:pt x="4" y="5"/>
                    <a:pt x="2" y="4"/>
                    <a:pt x="1" y="4"/>
                  </a:cubicBezTo>
                  <a:cubicBezTo>
                    <a:pt x="0" y="3"/>
                    <a:pt x="3" y="1"/>
                    <a:pt x="4" y="1"/>
                  </a:cubicBezTo>
                  <a:cubicBezTo>
                    <a:pt x="5" y="0"/>
                    <a:pt x="8" y="0"/>
                    <a:pt x="9" y="1"/>
                  </a:cubicBezTo>
                  <a:cubicBezTo>
                    <a:pt x="10" y="2"/>
                    <a:pt x="7" y="5"/>
                    <a:pt x="6" y="5"/>
                  </a:cubicBezTo>
                  <a:cubicBezTo>
                    <a:pt x="4" y="5"/>
                    <a:pt x="6" y="5"/>
                    <a:pt x="6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0" name="Freeform 491">
              <a:extLst>
                <a:ext uri="{FF2B5EF4-FFF2-40B4-BE49-F238E27FC236}">
                  <a16:creationId xmlns:a16="http://schemas.microsoft.com/office/drawing/2014/main" id="{EFC2EC72-E1A4-29E7-6D51-4906DB52A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2410" y="2020100"/>
              <a:ext cx="71824" cy="25337"/>
            </a:xfrm>
            <a:custGeom>
              <a:avLst/>
              <a:gdLst>
                <a:gd name="T0" fmla="*/ 6 w 6"/>
                <a:gd name="T1" fmla="*/ 1 h 2"/>
                <a:gd name="T2" fmla="*/ 0 w 6"/>
                <a:gd name="T3" fmla="*/ 1 h 2"/>
                <a:gd name="T4" fmla="*/ 6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6" y="1"/>
                  </a:moveTo>
                  <a:cubicBezTo>
                    <a:pt x="6" y="2"/>
                    <a:pt x="0" y="2"/>
                    <a:pt x="0" y="1"/>
                  </a:cubicBezTo>
                  <a:cubicBezTo>
                    <a:pt x="0" y="0"/>
                    <a:pt x="6" y="0"/>
                    <a:pt x="6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1" name="Freeform 492">
              <a:extLst>
                <a:ext uri="{FF2B5EF4-FFF2-40B4-BE49-F238E27FC236}">
                  <a16:creationId xmlns:a16="http://schemas.microsoft.com/office/drawing/2014/main" id="{9CE80054-4697-A90C-5C31-3AE12155F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7998" y="3088429"/>
              <a:ext cx="67834" cy="50672"/>
            </a:xfrm>
            <a:custGeom>
              <a:avLst/>
              <a:gdLst>
                <a:gd name="T0" fmla="*/ 5 w 6"/>
                <a:gd name="T1" fmla="*/ 4 h 4"/>
                <a:gd name="T2" fmla="*/ 2 w 6"/>
                <a:gd name="T3" fmla="*/ 1 h 4"/>
                <a:gd name="T4" fmla="*/ 5 w 6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5" y="4"/>
                  </a:moveTo>
                  <a:cubicBezTo>
                    <a:pt x="4" y="4"/>
                    <a:pt x="0" y="3"/>
                    <a:pt x="2" y="1"/>
                  </a:cubicBezTo>
                  <a:cubicBezTo>
                    <a:pt x="5" y="0"/>
                    <a:pt x="6" y="4"/>
                    <a:pt x="5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2" name="Freeform 493">
              <a:extLst>
                <a:ext uri="{FF2B5EF4-FFF2-40B4-BE49-F238E27FC236}">
                  <a16:creationId xmlns:a16="http://schemas.microsoft.com/office/drawing/2014/main" id="{C9C78BA4-D871-33BA-4C54-93199307F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7858" y="5854257"/>
              <a:ext cx="67834" cy="135123"/>
            </a:xfrm>
            <a:custGeom>
              <a:avLst/>
              <a:gdLst>
                <a:gd name="T0" fmla="*/ 5 w 6"/>
                <a:gd name="T1" fmla="*/ 1 h 11"/>
                <a:gd name="T2" fmla="*/ 5 w 6"/>
                <a:gd name="T3" fmla="*/ 7 h 11"/>
                <a:gd name="T4" fmla="*/ 3 w 6"/>
                <a:gd name="T5" fmla="*/ 10 h 11"/>
                <a:gd name="T6" fmla="*/ 1 w 6"/>
                <a:gd name="T7" fmla="*/ 4 h 11"/>
                <a:gd name="T8" fmla="*/ 5 w 6"/>
                <a:gd name="T9" fmla="*/ 1 h 11"/>
                <a:gd name="T10" fmla="*/ 5 w 6"/>
                <a:gd name="T1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1">
                  <a:moveTo>
                    <a:pt x="5" y="1"/>
                  </a:moveTo>
                  <a:cubicBezTo>
                    <a:pt x="5" y="3"/>
                    <a:pt x="6" y="5"/>
                    <a:pt x="5" y="7"/>
                  </a:cubicBezTo>
                  <a:cubicBezTo>
                    <a:pt x="4" y="8"/>
                    <a:pt x="5" y="11"/>
                    <a:pt x="3" y="10"/>
                  </a:cubicBezTo>
                  <a:cubicBezTo>
                    <a:pt x="1" y="8"/>
                    <a:pt x="0" y="6"/>
                    <a:pt x="1" y="4"/>
                  </a:cubicBezTo>
                  <a:cubicBezTo>
                    <a:pt x="1" y="3"/>
                    <a:pt x="5" y="0"/>
                    <a:pt x="5" y="1"/>
                  </a:cubicBezTo>
                  <a:cubicBezTo>
                    <a:pt x="5" y="2"/>
                    <a:pt x="5" y="0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3" name="Freeform 494">
              <a:extLst>
                <a:ext uri="{FF2B5EF4-FFF2-40B4-BE49-F238E27FC236}">
                  <a16:creationId xmlns:a16="http://schemas.microsoft.com/office/drawing/2014/main" id="{97E3D40F-8780-603C-07D1-AB6C1E32B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3915" y="5976715"/>
              <a:ext cx="103749" cy="185795"/>
            </a:xfrm>
            <a:custGeom>
              <a:avLst/>
              <a:gdLst>
                <a:gd name="T0" fmla="*/ 7 w 9"/>
                <a:gd name="T1" fmla="*/ 3 h 15"/>
                <a:gd name="T2" fmla="*/ 5 w 9"/>
                <a:gd name="T3" fmla="*/ 2 h 15"/>
                <a:gd name="T4" fmla="*/ 0 w 9"/>
                <a:gd name="T5" fmla="*/ 2 h 15"/>
                <a:gd name="T6" fmla="*/ 1 w 9"/>
                <a:gd name="T7" fmla="*/ 8 h 15"/>
                <a:gd name="T8" fmla="*/ 2 w 9"/>
                <a:gd name="T9" fmla="*/ 13 h 15"/>
                <a:gd name="T10" fmla="*/ 4 w 9"/>
                <a:gd name="T11" fmla="*/ 14 h 15"/>
                <a:gd name="T12" fmla="*/ 8 w 9"/>
                <a:gd name="T13" fmla="*/ 10 h 15"/>
                <a:gd name="T14" fmla="*/ 7 w 9"/>
                <a:gd name="T1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5">
                  <a:moveTo>
                    <a:pt x="7" y="3"/>
                  </a:moveTo>
                  <a:cubicBezTo>
                    <a:pt x="6" y="3"/>
                    <a:pt x="7" y="0"/>
                    <a:pt x="5" y="2"/>
                  </a:cubicBezTo>
                  <a:cubicBezTo>
                    <a:pt x="2" y="4"/>
                    <a:pt x="3" y="4"/>
                    <a:pt x="0" y="2"/>
                  </a:cubicBezTo>
                  <a:cubicBezTo>
                    <a:pt x="0" y="2"/>
                    <a:pt x="1" y="8"/>
                    <a:pt x="1" y="8"/>
                  </a:cubicBezTo>
                  <a:cubicBezTo>
                    <a:pt x="2" y="10"/>
                    <a:pt x="2" y="11"/>
                    <a:pt x="2" y="13"/>
                  </a:cubicBezTo>
                  <a:cubicBezTo>
                    <a:pt x="2" y="14"/>
                    <a:pt x="2" y="15"/>
                    <a:pt x="4" y="14"/>
                  </a:cubicBezTo>
                  <a:cubicBezTo>
                    <a:pt x="6" y="13"/>
                    <a:pt x="8" y="13"/>
                    <a:pt x="8" y="10"/>
                  </a:cubicBezTo>
                  <a:cubicBezTo>
                    <a:pt x="8" y="9"/>
                    <a:pt x="9" y="3"/>
                    <a:pt x="7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4" name="Freeform 495">
              <a:extLst>
                <a:ext uri="{FF2B5EF4-FFF2-40B4-BE49-F238E27FC236}">
                  <a16:creationId xmlns:a16="http://schemas.microsoft.com/office/drawing/2014/main" id="{C1C8E171-5415-82AA-0125-A833B44FC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7329" y="6200514"/>
              <a:ext cx="187543" cy="122456"/>
            </a:xfrm>
            <a:custGeom>
              <a:avLst/>
              <a:gdLst>
                <a:gd name="T0" fmla="*/ 5 w 16"/>
                <a:gd name="T1" fmla="*/ 1 h 10"/>
                <a:gd name="T2" fmla="*/ 0 w 16"/>
                <a:gd name="T3" fmla="*/ 2 h 10"/>
                <a:gd name="T4" fmla="*/ 3 w 16"/>
                <a:gd name="T5" fmla="*/ 5 h 10"/>
                <a:gd name="T6" fmla="*/ 8 w 16"/>
                <a:gd name="T7" fmla="*/ 7 h 10"/>
                <a:gd name="T8" fmla="*/ 14 w 16"/>
                <a:gd name="T9" fmla="*/ 8 h 10"/>
                <a:gd name="T10" fmla="*/ 13 w 16"/>
                <a:gd name="T11" fmla="*/ 4 h 10"/>
                <a:gd name="T12" fmla="*/ 15 w 16"/>
                <a:gd name="T13" fmla="*/ 1 h 10"/>
                <a:gd name="T14" fmla="*/ 11 w 16"/>
                <a:gd name="T15" fmla="*/ 1 h 10"/>
                <a:gd name="T16" fmla="*/ 5 w 16"/>
                <a:gd name="T17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0">
                  <a:moveTo>
                    <a:pt x="5" y="1"/>
                  </a:moveTo>
                  <a:cubicBezTo>
                    <a:pt x="4" y="1"/>
                    <a:pt x="1" y="1"/>
                    <a:pt x="0" y="2"/>
                  </a:cubicBezTo>
                  <a:cubicBezTo>
                    <a:pt x="0" y="3"/>
                    <a:pt x="2" y="4"/>
                    <a:pt x="3" y="5"/>
                  </a:cubicBezTo>
                  <a:cubicBezTo>
                    <a:pt x="5" y="5"/>
                    <a:pt x="7" y="6"/>
                    <a:pt x="8" y="7"/>
                  </a:cubicBezTo>
                  <a:cubicBezTo>
                    <a:pt x="10" y="8"/>
                    <a:pt x="12" y="10"/>
                    <a:pt x="14" y="8"/>
                  </a:cubicBezTo>
                  <a:cubicBezTo>
                    <a:pt x="16" y="7"/>
                    <a:pt x="12" y="6"/>
                    <a:pt x="13" y="4"/>
                  </a:cubicBezTo>
                  <a:cubicBezTo>
                    <a:pt x="13" y="4"/>
                    <a:pt x="16" y="2"/>
                    <a:pt x="15" y="1"/>
                  </a:cubicBezTo>
                  <a:cubicBezTo>
                    <a:pt x="15" y="0"/>
                    <a:pt x="11" y="1"/>
                    <a:pt x="11" y="1"/>
                  </a:cubicBezTo>
                  <a:cubicBezTo>
                    <a:pt x="9" y="2"/>
                    <a:pt x="7" y="1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5" name="Freeform 496">
              <a:extLst>
                <a:ext uri="{FF2B5EF4-FFF2-40B4-BE49-F238E27FC236}">
                  <a16:creationId xmlns:a16="http://schemas.microsoft.com/office/drawing/2014/main" id="{99D8A1F0-A1B9-8C62-EF8A-991A64A87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0627" y="6373642"/>
              <a:ext cx="151631" cy="88675"/>
            </a:xfrm>
            <a:custGeom>
              <a:avLst/>
              <a:gdLst>
                <a:gd name="T0" fmla="*/ 12 w 13"/>
                <a:gd name="T1" fmla="*/ 1 h 7"/>
                <a:gd name="T2" fmla="*/ 10 w 13"/>
                <a:gd name="T3" fmla="*/ 2 h 7"/>
                <a:gd name="T4" fmla="*/ 10 w 13"/>
                <a:gd name="T5" fmla="*/ 5 h 7"/>
                <a:gd name="T6" fmla="*/ 6 w 13"/>
                <a:gd name="T7" fmla="*/ 6 h 7"/>
                <a:gd name="T8" fmla="*/ 2 w 13"/>
                <a:gd name="T9" fmla="*/ 6 h 7"/>
                <a:gd name="T10" fmla="*/ 5 w 13"/>
                <a:gd name="T11" fmla="*/ 3 h 7"/>
                <a:gd name="T12" fmla="*/ 12 w 13"/>
                <a:gd name="T13" fmla="*/ 1 h 7"/>
                <a:gd name="T14" fmla="*/ 12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2" y="1"/>
                  </a:moveTo>
                  <a:cubicBezTo>
                    <a:pt x="12" y="1"/>
                    <a:pt x="10" y="2"/>
                    <a:pt x="10" y="2"/>
                  </a:cubicBezTo>
                  <a:cubicBezTo>
                    <a:pt x="9" y="3"/>
                    <a:pt x="10" y="5"/>
                    <a:pt x="10" y="5"/>
                  </a:cubicBezTo>
                  <a:cubicBezTo>
                    <a:pt x="9" y="5"/>
                    <a:pt x="7" y="5"/>
                    <a:pt x="6" y="6"/>
                  </a:cubicBezTo>
                  <a:cubicBezTo>
                    <a:pt x="4" y="7"/>
                    <a:pt x="3" y="7"/>
                    <a:pt x="2" y="6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7" y="3"/>
                    <a:pt x="10" y="2"/>
                    <a:pt x="12" y="1"/>
                  </a:cubicBezTo>
                  <a:cubicBezTo>
                    <a:pt x="13" y="0"/>
                    <a:pt x="11" y="2"/>
                    <a:pt x="1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6" name="Freeform 497">
              <a:extLst>
                <a:ext uri="{FF2B5EF4-FFF2-40B4-BE49-F238E27FC236}">
                  <a16:creationId xmlns:a16="http://schemas.microsoft.com/office/drawing/2014/main" id="{0B8F9CAD-36C8-24F8-90D6-C2ECE4FDC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7849" y="6386309"/>
              <a:ext cx="175574" cy="50672"/>
            </a:xfrm>
            <a:custGeom>
              <a:avLst/>
              <a:gdLst>
                <a:gd name="T0" fmla="*/ 8 w 15"/>
                <a:gd name="T1" fmla="*/ 4 h 4"/>
                <a:gd name="T2" fmla="*/ 1 w 15"/>
                <a:gd name="T3" fmla="*/ 1 h 4"/>
                <a:gd name="T4" fmla="*/ 7 w 15"/>
                <a:gd name="T5" fmla="*/ 1 h 4"/>
                <a:gd name="T6" fmla="*/ 15 w 15"/>
                <a:gd name="T7" fmla="*/ 2 h 4"/>
                <a:gd name="T8" fmla="*/ 13 w 15"/>
                <a:gd name="T9" fmla="*/ 3 h 4"/>
                <a:gd name="T10" fmla="*/ 8 w 15"/>
                <a:gd name="T11" fmla="*/ 4 h 4"/>
                <a:gd name="T12" fmla="*/ 8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8" y="4"/>
                  </a:moveTo>
                  <a:cubicBezTo>
                    <a:pt x="7" y="4"/>
                    <a:pt x="0" y="2"/>
                    <a:pt x="1" y="1"/>
                  </a:cubicBezTo>
                  <a:cubicBezTo>
                    <a:pt x="1" y="0"/>
                    <a:pt x="7" y="1"/>
                    <a:pt x="7" y="1"/>
                  </a:cubicBezTo>
                  <a:cubicBezTo>
                    <a:pt x="10" y="2"/>
                    <a:pt x="12" y="2"/>
                    <a:pt x="15" y="2"/>
                  </a:cubicBezTo>
                  <a:cubicBezTo>
                    <a:pt x="15" y="2"/>
                    <a:pt x="13" y="3"/>
                    <a:pt x="13" y="3"/>
                  </a:cubicBezTo>
                  <a:cubicBezTo>
                    <a:pt x="12" y="4"/>
                    <a:pt x="10" y="4"/>
                    <a:pt x="8" y="4"/>
                  </a:cubicBezTo>
                  <a:cubicBezTo>
                    <a:pt x="6" y="4"/>
                    <a:pt x="9" y="4"/>
                    <a:pt x="8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7" name="Freeform 498">
              <a:extLst>
                <a:ext uri="{FF2B5EF4-FFF2-40B4-BE49-F238E27FC236}">
                  <a16:creationId xmlns:a16="http://schemas.microsoft.com/office/drawing/2014/main" id="{ED49407C-DDE5-3B8E-98D9-14734F7DA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4052" y="4562129"/>
              <a:ext cx="83797" cy="88675"/>
            </a:xfrm>
            <a:custGeom>
              <a:avLst/>
              <a:gdLst>
                <a:gd name="T0" fmla="*/ 1 w 7"/>
                <a:gd name="T1" fmla="*/ 4 h 7"/>
                <a:gd name="T2" fmla="*/ 1 w 7"/>
                <a:gd name="T3" fmla="*/ 1 h 7"/>
                <a:gd name="T4" fmla="*/ 7 w 7"/>
                <a:gd name="T5" fmla="*/ 1 h 7"/>
                <a:gd name="T6" fmla="*/ 1 w 7"/>
                <a:gd name="T7" fmla="*/ 4 h 7"/>
                <a:gd name="T8" fmla="*/ 1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1" y="4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2" y="1"/>
                    <a:pt x="7" y="0"/>
                    <a:pt x="7" y="1"/>
                  </a:cubicBezTo>
                  <a:cubicBezTo>
                    <a:pt x="7" y="2"/>
                    <a:pt x="2" y="6"/>
                    <a:pt x="1" y="4"/>
                  </a:cubicBezTo>
                  <a:cubicBezTo>
                    <a:pt x="1" y="1"/>
                    <a:pt x="2" y="7"/>
                    <a:pt x="1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8" name="Freeform 499">
              <a:extLst>
                <a:ext uri="{FF2B5EF4-FFF2-40B4-BE49-F238E27FC236}">
                  <a16:creationId xmlns:a16="http://schemas.microsoft.com/office/drawing/2014/main" id="{918AAA29-ABCC-9EB9-39DC-2AB695436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6023" y="4528348"/>
              <a:ext cx="59854" cy="33781"/>
            </a:xfrm>
            <a:custGeom>
              <a:avLst/>
              <a:gdLst>
                <a:gd name="T0" fmla="*/ 3 w 5"/>
                <a:gd name="T1" fmla="*/ 2 h 3"/>
                <a:gd name="T2" fmla="*/ 0 w 5"/>
                <a:gd name="T3" fmla="*/ 1 h 3"/>
                <a:gd name="T4" fmla="*/ 4 w 5"/>
                <a:gd name="T5" fmla="*/ 1 h 3"/>
                <a:gd name="T6" fmla="*/ 3 w 5"/>
                <a:gd name="T7" fmla="*/ 2 h 3"/>
                <a:gd name="T8" fmla="*/ 3 w 5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3" y="2"/>
                  </a:moveTo>
                  <a:cubicBezTo>
                    <a:pt x="2" y="2"/>
                    <a:pt x="0" y="1"/>
                    <a:pt x="0" y="1"/>
                  </a:cubicBezTo>
                  <a:cubicBezTo>
                    <a:pt x="0" y="1"/>
                    <a:pt x="4" y="0"/>
                    <a:pt x="4" y="1"/>
                  </a:cubicBezTo>
                  <a:cubicBezTo>
                    <a:pt x="5" y="2"/>
                    <a:pt x="4" y="3"/>
                    <a:pt x="3" y="2"/>
                  </a:cubicBezTo>
                  <a:cubicBezTo>
                    <a:pt x="1" y="2"/>
                    <a:pt x="5" y="3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39" name="Freeform 500">
              <a:extLst>
                <a:ext uri="{FF2B5EF4-FFF2-40B4-BE49-F238E27FC236}">
                  <a16:creationId xmlns:a16="http://schemas.microsoft.com/office/drawing/2014/main" id="{CE71AD5B-2C98-40A3-D222-B3F9FD518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52611" y="4612799"/>
              <a:ext cx="67834" cy="122456"/>
            </a:xfrm>
            <a:custGeom>
              <a:avLst/>
              <a:gdLst>
                <a:gd name="T0" fmla="*/ 6 w 6"/>
                <a:gd name="T1" fmla="*/ 2 h 10"/>
                <a:gd name="T2" fmla="*/ 3 w 6"/>
                <a:gd name="T3" fmla="*/ 9 h 10"/>
                <a:gd name="T4" fmla="*/ 6 w 6"/>
                <a:gd name="T5" fmla="*/ 2 h 10"/>
                <a:gd name="T6" fmla="*/ 6 w 6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0">
                  <a:moveTo>
                    <a:pt x="6" y="2"/>
                  </a:moveTo>
                  <a:cubicBezTo>
                    <a:pt x="6" y="0"/>
                    <a:pt x="0" y="10"/>
                    <a:pt x="3" y="9"/>
                  </a:cubicBezTo>
                  <a:cubicBezTo>
                    <a:pt x="4" y="9"/>
                    <a:pt x="6" y="3"/>
                    <a:pt x="6" y="2"/>
                  </a:cubicBezTo>
                  <a:cubicBezTo>
                    <a:pt x="6" y="1"/>
                    <a:pt x="6" y="3"/>
                    <a:pt x="6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0" name="Freeform 501">
              <a:extLst>
                <a:ext uri="{FF2B5EF4-FFF2-40B4-BE49-F238E27FC236}">
                  <a16:creationId xmlns:a16="http://schemas.microsoft.com/office/drawing/2014/main" id="{EF2AD84F-5239-27F9-18F9-231760E43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56364" y="4401667"/>
              <a:ext cx="47884" cy="50672"/>
            </a:xfrm>
            <a:custGeom>
              <a:avLst/>
              <a:gdLst>
                <a:gd name="T0" fmla="*/ 3 w 4"/>
                <a:gd name="T1" fmla="*/ 3 h 4"/>
                <a:gd name="T2" fmla="*/ 1 w 4"/>
                <a:gd name="T3" fmla="*/ 1 h 4"/>
                <a:gd name="T4" fmla="*/ 3 w 4"/>
                <a:gd name="T5" fmla="*/ 0 h 4"/>
                <a:gd name="T6" fmla="*/ 3 w 4"/>
                <a:gd name="T7" fmla="*/ 3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3"/>
                    <a:pt x="0" y="2"/>
                    <a:pt x="1" y="1"/>
                  </a:cubicBezTo>
                  <a:cubicBezTo>
                    <a:pt x="2" y="1"/>
                    <a:pt x="3" y="0"/>
                    <a:pt x="3" y="0"/>
                  </a:cubicBezTo>
                  <a:cubicBezTo>
                    <a:pt x="4" y="0"/>
                    <a:pt x="4" y="2"/>
                    <a:pt x="3" y="3"/>
                  </a:cubicBezTo>
                  <a:cubicBezTo>
                    <a:pt x="2" y="4"/>
                    <a:pt x="4" y="2"/>
                    <a:pt x="3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1" name="Freeform 502">
              <a:extLst>
                <a:ext uri="{FF2B5EF4-FFF2-40B4-BE49-F238E27FC236}">
                  <a16:creationId xmlns:a16="http://schemas.microsoft.com/office/drawing/2014/main" id="{787155D1-D013-6DEC-3099-BD730572A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9491" y="4785926"/>
              <a:ext cx="67834" cy="114012"/>
            </a:xfrm>
            <a:custGeom>
              <a:avLst/>
              <a:gdLst>
                <a:gd name="T0" fmla="*/ 6 w 6"/>
                <a:gd name="T1" fmla="*/ 2 h 9"/>
                <a:gd name="T2" fmla="*/ 6 w 6"/>
                <a:gd name="T3" fmla="*/ 4 h 9"/>
                <a:gd name="T4" fmla="*/ 5 w 6"/>
                <a:gd name="T5" fmla="*/ 9 h 9"/>
                <a:gd name="T6" fmla="*/ 0 w 6"/>
                <a:gd name="T7" fmla="*/ 3 h 9"/>
                <a:gd name="T8" fmla="*/ 3 w 6"/>
                <a:gd name="T9" fmla="*/ 3 h 9"/>
                <a:gd name="T10" fmla="*/ 6 w 6"/>
                <a:gd name="T11" fmla="*/ 2 h 9"/>
                <a:gd name="T12" fmla="*/ 6 w 6"/>
                <a:gd name="T1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9">
                  <a:moveTo>
                    <a:pt x="6" y="2"/>
                  </a:moveTo>
                  <a:cubicBezTo>
                    <a:pt x="6" y="1"/>
                    <a:pt x="6" y="4"/>
                    <a:pt x="6" y="4"/>
                  </a:cubicBezTo>
                  <a:cubicBezTo>
                    <a:pt x="6" y="6"/>
                    <a:pt x="6" y="8"/>
                    <a:pt x="5" y="9"/>
                  </a:cubicBezTo>
                  <a:cubicBezTo>
                    <a:pt x="5" y="9"/>
                    <a:pt x="0" y="5"/>
                    <a:pt x="0" y="3"/>
                  </a:cubicBezTo>
                  <a:cubicBezTo>
                    <a:pt x="0" y="3"/>
                    <a:pt x="2" y="2"/>
                    <a:pt x="3" y="3"/>
                  </a:cubicBezTo>
                  <a:cubicBezTo>
                    <a:pt x="4" y="4"/>
                    <a:pt x="5" y="4"/>
                    <a:pt x="6" y="2"/>
                  </a:cubicBezTo>
                  <a:cubicBezTo>
                    <a:pt x="6" y="0"/>
                    <a:pt x="6" y="3"/>
                    <a:pt x="6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2" name="Freeform 503">
              <a:extLst>
                <a:ext uri="{FF2B5EF4-FFF2-40B4-BE49-F238E27FC236}">
                  <a16:creationId xmlns:a16="http://schemas.microsoft.com/office/drawing/2014/main" id="{A8C38EA7-34EA-9BDA-4B84-A710916F2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5698" y="4811263"/>
              <a:ext cx="95766" cy="101342"/>
            </a:xfrm>
            <a:custGeom>
              <a:avLst/>
              <a:gdLst>
                <a:gd name="T0" fmla="*/ 6 w 8"/>
                <a:gd name="T1" fmla="*/ 7 h 8"/>
                <a:gd name="T2" fmla="*/ 1 w 8"/>
                <a:gd name="T3" fmla="*/ 4 h 8"/>
                <a:gd name="T4" fmla="*/ 6 w 8"/>
                <a:gd name="T5" fmla="*/ 7 h 8"/>
                <a:gd name="T6" fmla="*/ 6 w 8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8">
                  <a:moveTo>
                    <a:pt x="6" y="7"/>
                  </a:moveTo>
                  <a:cubicBezTo>
                    <a:pt x="5" y="8"/>
                    <a:pt x="0" y="5"/>
                    <a:pt x="1" y="4"/>
                  </a:cubicBezTo>
                  <a:cubicBezTo>
                    <a:pt x="3" y="0"/>
                    <a:pt x="8" y="5"/>
                    <a:pt x="6" y="7"/>
                  </a:cubicBezTo>
                  <a:cubicBezTo>
                    <a:pt x="5" y="8"/>
                    <a:pt x="7" y="6"/>
                    <a:pt x="6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3" name="Freeform 504">
              <a:extLst>
                <a:ext uri="{FF2B5EF4-FFF2-40B4-BE49-F238E27FC236}">
                  <a16:creationId xmlns:a16="http://schemas.microsoft.com/office/drawing/2014/main" id="{D36BD461-245D-561A-71D0-8AB9254B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6710" y="6090724"/>
              <a:ext cx="55865" cy="46450"/>
            </a:xfrm>
            <a:custGeom>
              <a:avLst/>
              <a:gdLst>
                <a:gd name="T0" fmla="*/ 4 w 5"/>
                <a:gd name="T1" fmla="*/ 2 h 4"/>
                <a:gd name="T2" fmla="*/ 3 w 5"/>
                <a:gd name="T3" fmla="*/ 3 h 4"/>
                <a:gd name="T4" fmla="*/ 0 w 5"/>
                <a:gd name="T5" fmla="*/ 2 h 4"/>
                <a:gd name="T6" fmla="*/ 4 w 5"/>
                <a:gd name="T7" fmla="*/ 0 h 4"/>
                <a:gd name="T8" fmla="*/ 4 w 5"/>
                <a:gd name="T9" fmla="*/ 2 h 4"/>
                <a:gd name="T10" fmla="*/ 4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1"/>
                    <a:pt x="4" y="4"/>
                    <a:pt x="3" y="3"/>
                  </a:cubicBezTo>
                  <a:cubicBezTo>
                    <a:pt x="3" y="3"/>
                    <a:pt x="0" y="2"/>
                    <a:pt x="0" y="2"/>
                  </a:cubicBezTo>
                  <a:cubicBezTo>
                    <a:pt x="0" y="2"/>
                    <a:pt x="3" y="0"/>
                    <a:pt x="4" y="0"/>
                  </a:cubicBezTo>
                  <a:cubicBezTo>
                    <a:pt x="4" y="0"/>
                    <a:pt x="3" y="2"/>
                    <a:pt x="4" y="2"/>
                  </a:cubicBezTo>
                  <a:cubicBezTo>
                    <a:pt x="5" y="1"/>
                    <a:pt x="3" y="2"/>
                    <a:pt x="4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4" name="Freeform 505">
              <a:extLst>
                <a:ext uri="{FF2B5EF4-FFF2-40B4-BE49-F238E27FC236}">
                  <a16:creationId xmlns:a16="http://schemas.microsoft.com/office/drawing/2014/main" id="{01542517-0E5C-0F0A-7E3A-78F147FE6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2099" y="4574796"/>
              <a:ext cx="71824" cy="76005"/>
            </a:xfrm>
            <a:custGeom>
              <a:avLst/>
              <a:gdLst>
                <a:gd name="T0" fmla="*/ 5 w 6"/>
                <a:gd name="T1" fmla="*/ 1 h 6"/>
                <a:gd name="T2" fmla="*/ 4 w 6"/>
                <a:gd name="T3" fmla="*/ 5 h 6"/>
                <a:gd name="T4" fmla="*/ 1 w 6"/>
                <a:gd name="T5" fmla="*/ 5 h 6"/>
                <a:gd name="T6" fmla="*/ 5 w 6"/>
                <a:gd name="T7" fmla="*/ 1 h 6"/>
                <a:gd name="T8" fmla="*/ 5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4" y="3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5" y="0"/>
                    <a:pt x="5" y="1"/>
                  </a:cubicBezTo>
                  <a:cubicBezTo>
                    <a:pt x="6" y="2"/>
                    <a:pt x="5" y="0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5" name="Freeform 506">
              <a:extLst>
                <a:ext uri="{FF2B5EF4-FFF2-40B4-BE49-F238E27FC236}">
                  <a16:creationId xmlns:a16="http://schemas.microsoft.com/office/drawing/2014/main" id="{0EB421F2-247E-3C46-7661-36B1F93C3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8018" y="4663471"/>
              <a:ext cx="35912" cy="38003"/>
            </a:xfrm>
            <a:custGeom>
              <a:avLst/>
              <a:gdLst>
                <a:gd name="T0" fmla="*/ 3 w 3"/>
                <a:gd name="T1" fmla="*/ 1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1 h 3"/>
                <a:gd name="T8" fmla="*/ 3 w 3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1"/>
                  </a:moveTo>
                  <a:cubicBezTo>
                    <a:pt x="2" y="1"/>
                    <a:pt x="0" y="1"/>
                    <a:pt x="0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3" y="3"/>
                    <a:pt x="3" y="0"/>
                    <a:pt x="3" y="1"/>
                  </a:cubicBezTo>
                  <a:cubicBezTo>
                    <a:pt x="2" y="1"/>
                    <a:pt x="3" y="1"/>
                    <a:pt x="3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6" name="Freeform 507">
              <a:extLst>
                <a:ext uri="{FF2B5EF4-FFF2-40B4-BE49-F238E27FC236}">
                  <a16:creationId xmlns:a16="http://schemas.microsoft.com/office/drawing/2014/main" id="{DA6431C3-7655-A6A9-7B93-3CA0C9D5C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3929" y="4701478"/>
              <a:ext cx="19952" cy="12667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7" name="Freeform 508">
              <a:extLst>
                <a:ext uri="{FF2B5EF4-FFF2-40B4-BE49-F238E27FC236}">
                  <a16:creationId xmlns:a16="http://schemas.microsoft.com/office/drawing/2014/main" id="{218CA64E-4EB5-C2EB-F257-F7368F3EE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3929" y="4735258"/>
              <a:ext cx="11970" cy="25337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2"/>
                    <a:pt x="1" y="0"/>
                    <a:pt x="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8" name="Freeform 509">
              <a:extLst>
                <a:ext uri="{FF2B5EF4-FFF2-40B4-BE49-F238E27FC236}">
                  <a16:creationId xmlns:a16="http://schemas.microsoft.com/office/drawing/2014/main" id="{79DC462C-B522-9003-D259-23B74E107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3929" y="4760591"/>
              <a:ext cx="19952" cy="12667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49" name="Freeform 510">
              <a:extLst>
                <a:ext uri="{FF2B5EF4-FFF2-40B4-BE49-F238E27FC236}">
                  <a16:creationId xmlns:a16="http://schemas.microsoft.com/office/drawing/2014/main" id="{E314F6F3-2EDF-9D5B-EF9F-E1C3B5B2E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5706" y="4946386"/>
              <a:ext cx="11970" cy="25337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0"/>
                    <a:pt x="0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0" name="Freeform 511">
              <a:extLst>
                <a:ext uri="{FF2B5EF4-FFF2-40B4-BE49-F238E27FC236}">
                  <a16:creationId xmlns:a16="http://schemas.microsoft.com/office/drawing/2014/main" id="{816E4413-08D3-5B27-3A5D-7B9FC7AB3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1282" y="4389001"/>
              <a:ext cx="23943" cy="50672"/>
            </a:xfrm>
            <a:custGeom>
              <a:avLst/>
              <a:gdLst>
                <a:gd name="T0" fmla="*/ 1 w 2"/>
                <a:gd name="T1" fmla="*/ 4 h 4"/>
                <a:gd name="T2" fmla="*/ 2 w 2"/>
                <a:gd name="T3" fmla="*/ 1 h 4"/>
                <a:gd name="T4" fmla="*/ 1 w 2"/>
                <a:gd name="T5" fmla="*/ 4 h 4"/>
                <a:gd name="T6" fmla="*/ 1 w 2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4"/>
                  </a:moveTo>
                  <a:cubicBezTo>
                    <a:pt x="0" y="3"/>
                    <a:pt x="0" y="1"/>
                    <a:pt x="2" y="1"/>
                  </a:cubicBezTo>
                  <a:cubicBezTo>
                    <a:pt x="2" y="0"/>
                    <a:pt x="2" y="4"/>
                    <a:pt x="1" y="4"/>
                  </a:cubicBezTo>
                  <a:cubicBezTo>
                    <a:pt x="0" y="3"/>
                    <a:pt x="1" y="4"/>
                    <a:pt x="1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1" name="Freeform 610">
              <a:extLst>
                <a:ext uri="{FF2B5EF4-FFF2-40B4-BE49-F238E27FC236}">
                  <a16:creationId xmlns:a16="http://schemas.microsoft.com/office/drawing/2014/main" id="{9DA4E64E-747C-9E43-AE36-3704BAB36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8962" y="8831216"/>
              <a:ext cx="23943" cy="12670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1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2" name="Freeform 611">
              <a:extLst>
                <a:ext uri="{FF2B5EF4-FFF2-40B4-BE49-F238E27FC236}">
                  <a16:creationId xmlns:a16="http://schemas.microsoft.com/office/drawing/2014/main" id="{854F1BE9-60E5-4192-4084-184B17141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7330" y="8805879"/>
              <a:ext cx="23943" cy="25337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0" y="2"/>
                    <a:pt x="0" y="1"/>
                  </a:cubicBezTo>
                  <a:cubicBezTo>
                    <a:pt x="0" y="0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3" name="Freeform 612">
              <a:extLst>
                <a:ext uri="{FF2B5EF4-FFF2-40B4-BE49-F238E27FC236}">
                  <a16:creationId xmlns:a16="http://schemas.microsoft.com/office/drawing/2014/main" id="{5BE998BE-C40C-F24E-E1AF-AA9366544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4054" y="11014322"/>
              <a:ext cx="79807" cy="63342"/>
            </a:xfrm>
            <a:custGeom>
              <a:avLst/>
              <a:gdLst>
                <a:gd name="T0" fmla="*/ 6 w 7"/>
                <a:gd name="T1" fmla="*/ 2 h 5"/>
                <a:gd name="T2" fmla="*/ 1 w 7"/>
                <a:gd name="T3" fmla="*/ 2 h 5"/>
                <a:gd name="T4" fmla="*/ 6 w 7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5">
                  <a:moveTo>
                    <a:pt x="6" y="2"/>
                  </a:moveTo>
                  <a:cubicBezTo>
                    <a:pt x="7" y="0"/>
                    <a:pt x="0" y="1"/>
                    <a:pt x="1" y="2"/>
                  </a:cubicBezTo>
                  <a:cubicBezTo>
                    <a:pt x="1" y="3"/>
                    <a:pt x="5" y="5"/>
                    <a:pt x="6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4" name="Rectangle 613">
              <a:extLst>
                <a:ext uri="{FF2B5EF4-FFF2-40B4-BE49-F238E27FC236}">
                  <a16:creationId xmlns:a16="http://schemas.microsoft.com/office/drawing/2014/main" id="{9C3B5F93-6763-3ACF-FCA4-4537C2325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80787" y="3607811"/>
              <a:ext cx="3993" cy="4226"/>
            </a:xfrm>
            <a:prstGeom prst="rect">
              <a:avLst/>
            </a:pr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5" name="Freeform 643">
              <a:extLst>
                <a:ext uri="{FF2B5EF4-FFF2-40B4-BE49-F238E27FC236}">
                  <a16:creationId xmlns:a16="http://schemas.microsoft.com/office/drawing/2014/main" id="{3538B3B6-6F74-5F4A-5B46-D2B6A7336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9932" y="9266151"/>
              <a:ext cx="119709" cy="109792"/>
            </a:xfrm>
            <a:custGeom>
              <a:avLst/>
              <a:gdLst>
                <a:gd name="T0" fmla="*/ 9 w 10"/>
                <a:gd name="T1" fmla="*/ 0 h 9"/>
                <a:gd name="T2" fmla="*/ 2 w 10"/>
                <a:gd name="T3" fmla="*/ 7 h 9"/>
                <a:gd name="T4" fmla="*/ 10 w 10"/>
                <a:gd name="T5" fmla="*/ 3 h 9"/>
                <a:gd name="T6" fmla="*/ 9 w 10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cubicBezTo>
                    <a:pt x="7" y="1"/>
                    <a:pt x="0" y="4"/>
                    <a:pt x="2" y="7"/>
                  </a:cubicBezTo>
                  <a:cubicBezTo>
                    <a:pt x="4" y="9"/>
                    <a:pt x="9" y="3"/>
                    <a:pt x="10" y="3"/>
                  </a:cubicBezTo>
                  <a:cubicBezTo>
                    <a:pt x="10" y="2"/>
                    <a:pt x="9" y="1"/>
                    <a:pt x="9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6" name="Freeform 644">
              <a:extLst>
                <a:ext uri="{FF2B5EF4-FFF2-40B4-BE49-F238E27FC236}">
                  <a16:creationId xmlns:a16="http://schemas.microsoft.com/office/drawing/2014/main" id="{CE02ADD4-4F05-62F0-5A6F-8481E5BEC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5699" y="9240815"/>
              <a:ext cx="151631" cy="59117"/>
            </a:xfrm>
            <a:custGeom>
              <a:avLst/>
              <a:gdLst>
                <a:gd name="T0" fmla="*/ 12 w 13"/>
                <a:gd name="T1" fmla="*/ 0 h 5"/>
                <a:gd name="T2" fmla="*/ 7 w 13"/>
                <a:gd name="T3" fmla="*/ 0 h 5"/>
                <a:gd name="T4" fmla="*/ 1 w 13"/>
                <a:gd name="T5" fmla="*/ 2 h 5"/>
                <a:gd name="T6" fmla="*/ 5 w 13"/>
                <a:gd name="T7" fmla="*/ 3 h 5"/>
                <a:gd name="T8" fmla="*/ 12 w 1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12" y="0"/>
                  </a:moveTo>
                  <a:cubicBezTo>
                    <a:pt x="13" y="0"/>
                    <a:pt x="7" y="0"/>
                    <a:pt x="7" y="0"/>
                  </a:cubicBezTo>
                  <a:cubicBezTo>
                    <a:pt x="6" y="0"/>
                    <a:pt x="0" y="1"/>
                    <a:pt x="1" y="2"/>
                  </a:cubicBezTo>
                  <a:cubicBezTo>
                    <a:pt x="3" y="5"/>
                    <a:pt x="2" y="5"/>
                    <a:pt x="5" y="3"/>
                  </a:cubicBezTo>
                  <a:cubicBezTo>
                    <a:pt x="8" y="2"/>
                    <a:pt x="10" y="2"/>
                    <a:pt x="1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7" name="Freeform 645">
              <a:extLst>
                <a:ext uri="{FF2B5EF4-FFF2-40B4-BE49-F238E27FC236}">
                  <a16:creationId xmlns:a16="http://schemas.microsoft.com/office/drawing/2014/main" id="{2796E1AB-6A1B-7540-E78A-0AE8AAA1D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7329" y="5220860"/>
              <a:ext cx="363122" cy="211134"/>
            </a:xfrm>
            <a:custGeom>
              <a:avLst/>
              <a:gdLst>
                <a:gd name="T0" fmla="*/ 10 w 31"/>
                <a:gd name="T1" fmla="*/ 17 h 17"/>
                <a:gd name="T2" fmla="*/ 13 w 31"/>
                <a:gd name="T3" fmla="*/ 14 h 17"/>
                <a:gd name="T4" fmla="*/ 18 w 31"/>
                <a:gd name="T5" fmla="*/ 16 h 17"/>
                <a:gd name="T6" fmla="*/ 21 w 31"/>
                <a:gd name="T7" fmla="*/ 16 h 17"/>
                <a:gd name="T8" fmla="*/ 23 w 31"/>
                <a:gd name="T9" fmla="*/ 15 h 17"/>
                <a:gd name="T10" fmla="*/ 29 w 31"/>
                <a:gd name="T11" fmla="*/ 11 h 17"/>
                <a:gd name="T12" fmla="*/ 27 w 31"/>
                <a:gd name="T13" fmla="*/ 7 h 17"/>
                <a:gd name="T14" fmla="*/ 21 w 31"/>
                <a:gd name="T15" fmla="*/ 5 h 17"/>
                <a:gd name="T16" fmla="*/ 17 w 31"/>
                <a:gd name="T17" fmla="*/ 3 h 17"/>
                <a:gd name="T18" fmla="*/ 13 w 31"/>
                <a:gd name="T19" fmla="*/ 0 h 17"/>
                <a:gd name="T20" fmla="*/ 11 w 31"/>
                <a:gd name="T21" fmla="*/ 2 h 17"/>
                <a:gd name="T22" fmla="*/ 8 w 31"/>
                <a:gd name="T23" fmla="*/ 2 h 17"/>
                <a:gd name="T24" fmla="*/ 0 w 31"/>
                <a:gd name="T25" fmla="*/ 6 h 17"/>
                <a:gd name="T26" fmla="*/ 2 w 31"/>
                <a:gd name="T27" fmla="*/ 10 h 17"/>
                <a:gd name="T28" fmla="*/ 4 w 31"/>
                <a:gd name="T29" fmla="*/ 13 h 17"/>
                <a:gd name="T30" fmla="*/ 10 w 31"/>
                <a:gd name="T3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17">
                  <a:moveTo>
                    <a:pt x="10" y="17"/>
                  </a:moveTo>
                  <a:cubicBezTo>
                    <a:pt x="12" y="17"/>
                    <a:pt x="11" y="14"/>
                    <a:pt x="13" y="14"/>
                  </a:cubicBezTo>
                  <a:cubicBezTo>
                    <a:pt x="15" y="14"/>
                    <a:pt x="16" y="16"/>
                    <a:pt x="18" y="16"/>
                  </a:cubicBezTo>
                  <a:cubicBezTo>
                    <a:pt x="19" y="16"/>
                    <a:pt x="20" y="16"/>
                    <a:pt x="21" y="16"/>
                  </a:cubicBezTo>
                  <a:cubicBezTo>
                    <a:pt x="22" y="16"/>
                    <a:pt x="23" y="15"/>
                    <a:pt x="23" y="15"/>
                  </a:cubicBezTo>
                  <a:cubicBezTo>
                    <a:pt x="26" y="14"/>
                    <a:pt x="27" y="13"/>
                    <a:pt x="29" y="11"/>
                  </a:cubicBezTo>
                  <a:cubicBezTo>
                    <a:pt x="31" y="9"/>
                    <a:pt x="29" y="8"/>
                    <a:pt x="27" y="7"/>
                  </a:cubicBezTo>
                  <a:cubicBezTo>
                    <a:pt x="25" y="6"/>
                    <a:pt x="22" y="3"/>
                    <a:pt x="21" y="5"/>
                  </a:cubicBezTo>
                  <a:cubicBezTo>
                    <a:pt x="19" y="8"/>
                    <a:pt x="18" y="4"/>
                    <a:pt x="17" y="3"/>
                  </a:cubicBezTo>
                  <a:cubicBezTo>
                    <a:pt x="16" y="2"/>
                    <a:pt x="13" y="3"/>
                    <a:pt x="13" y="0"/>
                  </a:cubicBezTo>
                  <a:cubicBezTo>
                    <a:pt x="13" y="1"/>
                    <a:pt x="12" y="3"/>
                    <a:pt x="11" y="2"/>
                  </a:cubicBezTo>
                  <a:cubicBezTo>
                    <a:pt x="9" y="0"/>
                    <a:pt x="9" y="0"/>
                    <a:pt x="8" y="2"/>
                  </a:cubicBezTo>
                  <a:cubicBezTo>
                    <a:pt x="7" y="3"/>
                    <a:pt x="0" y="5"/>
                    <a:pt x="0" y="6"/>
                  </a:cubicBezTo>
                  <a:cubicBezTo>
                    <a:pt x="0" y="6"/>
                    <a:pt x="1" y="9"/>
                    <a:pt x="2" y="10"/>
                  </a:cubicBezTo>
                  <a:cubicBezTo>
                    <a:pt x="2" y="11"/>
                    <a:pt x="3" y="12"/>
                    <a:pt x="4" y="13"/>
                  </a:cubicBezTo>
                  <a:cubicBezTo>
                    <a:pt x="6" y="14"/>
                    <a:pt x="8" y="17"/>
                    <a:pt x="10" y="1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8" name="Freeform 646">
              <a:extLst>
                <a:ext uri="{FF2B5EF4-FFF2-40B4-BE49-F238E27FC236}">
                  <a16:creationId xmlns:a16="http://schemas.microsoft.com/office/drawing/2014/main" id="{8AE332C2-B064-3532-CB00-CFF79B952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3725" y="5393987"/>
              <a:ext cx="434943" cy="198465"/>
            </a:xfrm>
            <a:custGeom>
              <a:avLst/>
              <a:gdLst>
                <a:gd name="T0" fmla="*/ 32 w 37"/>
                <a:gd name="T1" fmla="*/ 2 h 16"/>
                <a:gd name="T2" fmla="*/ 27 w 37"/>
                <a:gd name="T3" fmla="*/ 0 h 16"/>
                <a:gd name="T4" fmla="*/ 24 w 37"/>
                <a:gd name="T5" fmla="*/ 3 h 16"/>
                <a:gd name="T6" fmla="*/ 20 w 37"/>
                <a:gd name="T7" fmla="*/ 3 h 16"/>
                <a:gd name="T8" fmla="*/ 17 w 37"/>
                <a:gd name="T9" fmla="*/ 7 h 16"/>
                <a:gd name="T10" fmla="*/ 16 w 37"/>
                <a:gd name="T11" fmla="*/ 9 h 16"/>
                <a:gd name="T12" fmla="*/ 13 w 37"/>
                <a:gd name="T13" fmla="*/ 9 h 16"/>
                <a:gd name="T14" fmla="*/ 9 w 37"/>
                <a:gd name="T15" fmla="*/ 10 h 16"/>
                <a:gd name="T16" fmla="*/ 5 w 37"/>
                <a:gd name="T17" fmla="*/ 11 h 16"/>
                <a:gd name="T18" fmla="*/ 0 w 37"/>
                <a:gd name="T19" fmla="*/ 9 h 16"/>
                <a:gd name="T20" fmla="*/ 4 w 37"/>
                <a:gd name="T21" fmla="*/ 13 h 16"/>
                <a:gd name="T22" fmla="*/ 6 w 37"/>
                <a:gd name="T23" fmla="*/ 13 h 16"/>
                <a:gd name="T24" fmla="*/ 8 w 37"/>
                <a:gd name="T25" fmla="*/ 14 h 16"/>
                <a:gd name="T26" fmla="*/ 12 w 37"/>
                <a:gd name="T27" fmla="*/ 13 h 16"/>
                <a:gd name="T28" fmla="*/ 15 w 37"/>
                <a:gd name="T29" fmla="*/ 15 h 16"/>
                <a:gd name="T30" fmla="*/ 22 w 37"/>
                <a:gd name="T31" fmla="*/ 16 h 16"/>
                <a:gd name="T32" fmla="*/ 29 w 37"/>
                <a:gd name="T33" fmla="*/ 14 h 16"/>
                <a:gd name="T34" fmla="*/ 33 w 37"/>
                <a:gd name="T35" fmla="*/ 12 h 16"/>
                <a:gd name="T36" fmla="*/ 34 w 37"/>
                <a:gd name="T37" fmla="*/ 9 h 16"/>
                <a:gd name="T38" fmla="*/ 36 w 37"/>
                <a:gd name="T39" fmla="*/ 8 h 16"/>
                <a:gd name="T40" fmla="*/ 36 w 37"/>
                <a:gd name="T41" fmla="*/ 2 h 16"/>
                <a:gd name="T42" fmla="*/ 32 w 37"/>
                <a:gd name="T4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32" y="2"/>
                  </a:moveTo>
                  <a:cubicBezTo>
                    <a:pt x="30" y="2"/>
                    <a:pt x="28" y="0"/>
                    <a:pt x="27" y="0"/>
                  </a:cubicBezTo>
                  <a:cubicBezTo>
                    <a:pt x="25" y="0"/>
                    <a:pt x="26" y="3"/>
                    <a:pt x="24" y="3"/>
                  </a:cubicBezTo>
                  <a:cubicBezTo>
                    <a:pt x="22" y="3"/>
                    <a:pt x="22" y="2"/>
                    <a:pt x="20" y="3"/>
                  </a:cubicBezTo>
                  <a:cubicBezTo>
                    <a:pt x="20" y="3"/>
                    <a:pt x="16" y="6"/>
                    <a:pt x="17" y="7"/>
                  </a:cubicBezTo>
                  <a:cubicBezTo>
                    <a:pt x="17" y="8"/>
                    <a:pt x="19" y="10"/>
                    <a:pt x="16" y="9"/>
                  </a:cubicBezTo>
                  <a:cubicBezTo>
                    <a:pt x="15" y="9"/>
                    <a:pt x="14" y="8"/>
                    <a:pt x="13" y="9"/>
                  </a:cubicBezTo>
                  <a:cubicBezTo>
                    <a:pt x="12" y="9"/>
                    <a:pt x="10" y="10"/>
                    <a:pt x="9" y="10"/>
                  </a:cubicBezTo>
                  <a:cubicBezTo>
                    <a:pt x="7" y="10"/>
                    <a:pt x="6" y="8"/>
                    <a:pt x="5" y="11"/>
                  </a:cubicBezTo>
                  <a:cubicBezTo>
                    <a:pt x="5" y="11"/>
                    <a:pt x="1" y="9"/>
                    <a:pt x="0" y="9"/>
                  </a:cubicBezTo>
                  <a:cubicBezTo>
                    <a:pt x="0" y="11"/>
                    <a:pt x="1" y="12"/>
                    <a:pt x="4" y="13"/>
                  </a:cubicBezTo>
                  <a:cubicBezTo>
                    <a:pt x="5" y="13"/>
                    <a:pt x="5" y="13"/>
                    <a:pt x="6" y="13"/>
                  </a:cubicBezTo>
                  <a:cubicBezTo>
                    <a:pt x="7" y="13"/>
                    <a:pt x="7" y="15"/>
                    <a:pt x="8" y="14"/>
                  </a:cubicBezTo>
                  <a:cubicBezTo>
                    <a:pt x="10" y="13"/>
                    <a:pt x="10" y="13"/>
                    <a:pt x="12" y="13"/>
                  </a:cubicBezTo>
                  <a:cubicBezTo>
                    <a:pt x="14" y="13"/>
                    <a:pt x="13" y="14"/>
                    <a:pt x="15" y="15"/>
                  </a:cubicBezTo>
                  <a:cubicBezTo>
                    <a:pt x="17" y="16"/>
                    <a:pt x="20" y="16"/>
                    <a:pt x="22" y="16"/>
                  </a:cubicBezTo>
                  <a:cubicBezTo>
                    <a:pt x="25" y="16"/>
                    <a:pt x="26" y="14"/>
                    <a:pt x="29" y="14"/>
                  </a:cubicBezTo>
                  <a:cubicBezTo>
                    <a:pt x="31" y="14"/>
                    <a:pt x="33" y="13"/>
                    <a:pt x="33" y="12"/>
                  </a:cubicBezTo>
                  <a:cubicBezTo>
                    <a:pt x="34" y="11"/>
                    <a:pt x="34" y="10"/>
                    <a:pt x="34" y="9"/>
                  </a:cubicBezTo>
                  <a:cubicBezTo>
                    <a:pt x="34" y="7"/>
                    <a:pt x="35" y="9"/>
                    <a:pt x="36" y="8"/>
                  </a:cubicBezTo>
                  <a:cubicBezTo>
                    <a:pt x="37" y="6"/>
                    <a:pt x="36" y="3"/>
                    <a:pt x="36" y="2"/>
                  </a:cubicBezTo>
                  <a:cubicBezTo>
                    <a:pt x="34" y="2"/>
                    <a:pt x="33" y="2"/>
                    <a:pt x="32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59" name="Freeform 647">
              <a:extLst>
                <a:ext uri="{FF2B5EF4-FFF2-40B4-BE49-F238E27FC236}">
                  <a16:creationId xmlns:a16="http://schemas.microsoft.com/office/drawing/2014/main" id="{E1DBB402-A0B0-A751-8F99-6DCD95B05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2091" y="5541780"/>
              <a:ext cx="666385" cy="684066"/>
            </a:xfrm>
            <a:custGeom>
              <a:avLst/>
              <a:gdLst>
                <a:gd name="T0" fmla="*/ 37 w 57"/>
                <a:gd name="T1" fmla="*/ 10 h 55"/>
                <a:gd name="T2" fmla="*/ 41 w 57"/>
                <a:gd name="T3" fmla="*/ 9 h 55"/>
                <a:gd name="T4" fmla="*/ 43 w 57"/>
                <a:gd name="T5" fmla="*/ 6 h 55"/>
                <a:gd name="T6" fmla="*/ 45 w 57"/>
                <a:gd name="T7" fmla="*/ 4 h 55"/>
                <a:gd name="T8" fmla="*/ 45 w 57"/>
                <a:gd name="T9" fmla="*/ 1 h 55"/>
                <a:gd name="T10" fmla="*/ 41 w 57"/>
                <a:gd name="T11" fmla="*/ 2 h 55"/>
                <a:gd name="T12" fmla="*/ 36 w 57"/>
                <a:gd name="T13" fmla="*/ 4 h 55"/>
                <a:gd name="T14" fmla="*/ 27 w 57"/>
                <a:gd name="T15" fmla="*/ 1 h 55"/>
                <a:gd name="T16" fmla="*/ 22 w 57"/>
                <a:gd name="T17" fmla="*/ 1 h 55"/>
                <a:gd name="T18" fmla="*/ 19 w 57"/>
                <a:gd name="T19" fmla="*/ 1 h 55"/>
                <a:gd name="T20" fmla="*/ 18 w 57"/>
                <a:gd name="T21" fmla="*/ 3 h 55"/>
                <a:gd name="T22" fmla="*/ 17 w 57"/>
                <a:gd name="T23" fmla="*/ 4 h 55"/>
                <a:gd name="T24" fmla="*/ 15 w 57"/>
                <a:gd name="T25" fmla="*/ 5 h 55"/>
                <a:gd name="T26" fmla="*/ 13 w 57"/>
                <a:gd name="T27" fmla="*/ 5 h 55"/>
                <a:gd name="T28" fmla="*/ 12 w 57"/>
                <a:gd name="T29" fmla="*/ 4 h 55"/>
                <a:gd name="T30" fmla="*/ 11 w 57"/>
                <a:gd name="T31" fmla="*/ 8 h 55"/>
                <a:gd name="T32" fmla="*/ 9 w 57"/>
                <a:gd name="T33" fmla="*/ 5 h 55"/>
                <a:gd name="T34" fmla="*/ 5 w 57"/>
                <a:gd name="T35" fmla="*/ 7 h 55"/>
                <a:gd name="T36" fmla="*/ 0 w 57"/>
                <a:gd name="T37" fmla="*/ 7 h 55"/>
                <a:gd name="T38" fmla="*/ 1 w 57"/>
                <a:gd name="T39" fmla="*/ 10 h 55"/>
                <a:gd name="T40" fmla="*/ 0 w 57"/>
                <a:gd name="T41" fmla="*/ 14 h 55"/>
                <a:gd name="T42" fmla="*/ 2 w 57"/>
                <a:gd name="T43" fmla="*/ 18 h 55"/>
                <a:gd name="T44" fmla="*/ 4 w 57"/>
                <a:gd name="T45" fmla="*/ 21 h 55"/>
                <a:gd name="T46" fmla="*/ 12 w 57"/>
                <a:gd name="T47" fmla="*/ 17 h 55"/>
                <a:gd name="T48" fmla="*/ 15 w 57"/>
                <a:gd name="T49" fmla="*/ 19 h 55"/>
                <a:gd name="T50" fmla="*/ 17 w 57"/>
                <a:gd name="T51" fmla="*/ 22 h 55"/>
                <a:gd name="T52" fmla="*/ 18 w 57"/>
                <a:gd name="T53" fmla="*/ 25 h 55"/>
                <a:gd name="T54" fmla="*/ 21 w 57"/>
                <a:gd name="T55" fmla="*/ 28 h 55"/>
                <a:gd name="T56" fmla="*/ 28 w 57"/>
                <a:gd name="T57" fmla="*/ 33 h 55"/>
                <a:gd name="T58" fmla="*/ 33 w 57"/>
                <a:gd name="T59" fmla="*/ 36 h 55"/>
                <a:gd name="T60" fmla="*/ 42 w 57"/>
                <a:gd name="T61" fmla="*/ 42 h 55"/>
                <a:gd name="T62" fmla="*/ 45 w 57"/>
                <a:gd name="T63" fmla="*/ 48 h 55"/>
                <a:gd name="T64" fmla="*/ 43 w 57"/>
                <a:gd name="T65" fmla="*/ 55 h 55"/>
                <a:gd name="T66" fmla="*/ 49 w 57"/>
                <a:gd name="T67" fmla="*/ 48 h 55"/>
                <a:gd name="T68" fmla="*/ 47 w 57"/>
                <a:gd name="T69" fmla="*/ 45 h 55"/>
                <a:gd name="T70" fmla="*/ 50 w 57"/>
                <a:gd name="T71" fmla="*/ 40 h 55"/>
                <a:gd name="T72" fmla="*/ 53 w 57"/>
                <a:gd name="T73" fmla="*/ 41 h 55"/>
                <a:gd name="T74" fmla="*/ 55 w 57"/>
                <a:gd name="T75" fmla="*/ 44 h 55"/>
                <a:gd name="T76" fmla="*/ 53 w 57"/>
                <a:gd name="T77" fmla="*/ 39 h 55"/>
                <a:gd name="T78" fmla="*/ 44 w 57"/>
                <a:gd name="T79" fmla="*/ 35 h 55"/>
                <a:gd name="T80" fmla="*/ 44 w 57"/>
                <a:gd name="T81" fmla="*/ 32 h 55"/>
                <a:gd name="T82" fmla="*/ 39 w 57"/>
                <a:gd name="T83" fmla="*/ 31 h 55"/>
                <a:gd name="T84" fmla="*/ 35 w 57"/>
                <a:gd name="T85" fmla="*/ 26 h 55"/>
                <a:gd name="T86" fmla="*/ 32 w 57"/>
                <a:gd name="T87" fmla="*/ 21 h 55"/>
                <a:gd name="T88" fmla="*/ 27 w 57"/>
                <a:gd name="T89" fmla="*/ 17 h 55"/>
                <a:gd name="T90" fmla="*/ 27 w 57"/>
                <a:gd name="T91" fmla="*/ 15 h 55"/>
                <a:gd name="T92" fmla="*/ 28 w 57"/>
                <a:gd name="T93" fmla="*/ 12 h 55"/>
                <a:gd name="T94" fmla="*/ 30 w 57"/>
                <a:gd name="T95" fmla="*/ 9 h 55"/>
                <a:gd name="T96" fmla="*/ 32 w 57"/>
                <a:gd name="T97" fmla="*/ 8 h 55"/>
                <a:gd name="T98" fmla="*/ 34 w 57"/>
                <a:gd name="T99" fmla="*/ 10 h 55"/>
                <a:gd name="T100" fmla="*/ 37 w 57"/>
                <a:gd name="T101" fmla="*/ 10 h 55"/>
                <a:gd name="T102" fmla="*/ 37 w 57"/>
                <a:gd name="T103" fmla="*/ 1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" h="55">
                  <a:moveTo>
                    <a:pt x="37" y="10"/>
                  </a:moveTo>
                  <a:cubicBezTo>
                    <a:pt x="38" y="9"/>
                    <a:pt x="40" y="10"/>
                    <a:pt x="41" y="9"/>
                  </a:cubicBezTo>
                  <a:cubicBezTo>
                    <a:pt x="43" y="8"/>
                    <a:pt x="42" y="7"/>
                    <a:pt x="43" y="6"/>
                  </a:cubicBezTo>
                  <a:cubicBezTo>
                    <a:pt x="43" y="5"/>
                    <a:pt x="44" y="4"/>
                    <a:pt x="45" y="4"/>
                  </a:cubicBezTo>
                  <a:cubicBezTo>
                    <a:pt x="46" y="3"/>
                    <a:pt x="45" y="3"/>
                    <a:pt x="45" y="1"/>
                  </a:cubicBezTo>
                  <a:cubicBezTo>
                    <a:pt x="44" y="2"/>
                    <a:pt x="43" y="2"/>
                    <a:pt x="41" y="2"/>
                  </a:cubicBezTo>
                  <a:cubicBezTo>
                    <a:pt x="39" y="2"/>
                    <a:pt x="37" y="5"/>
                    <a:pt x="36" y="4"/>
                  </a:cubicBezTo>
                  <a:cubicBezTo>
                    <a:pt x="33" y="3"/>
                    <a:pt x="28" y="4"/>
                    <a:pt x="27" y="1"/>
                  </a:cubicBezTo>
                  <a:cubicBezTo>
                    <a:pt x="26" y="0"/>
                    <a:pt x="23" y="1"/>
                    <a:pt x="22" y="1"/>
                  </a:cubicBezTo>
                  <a:cubicBezTo>
                    <a:pt x="20" y="3"/>
                    <a:pt x="20" y="1"/>
                    <a:pt x="19" y="1"/>
                  </a:cubicBezTo>
                  <a:cubicBezTo>
                    <a:pt x="18" y="1"/>
                    <a:pt x="18" y="3"/>
                    <a:pt x="18" y="3"/>
                  </a:cubicBezTo>
                  <a:cubicBezTo>
                    <a:pt x="18" y="3"/>
                    <a:pt x="17" y="4"/>
                    <a:pt x="17" y="4"/>
                  </a:cubicBezTo>
                  <a:cubicBezTo>
                    <a:pt x="17" y="5"/>
                    <a:pt x="16" y="5"/>
                    <a:pt x="15" y="5"/>
                  </a:cubicBezTo>
                  <a:cubicBezTo>
                    <a:pt x="15" y="5"/>
                    <a:pt x="14" y="5"/>
                    <a:pt x="13" y="5"/>
                  </a:cubicBezTo>
                  <a:cubicBezTo>
                    <a:pt x="13" y="5"/>
                    <a:pt x="13" y="5"/>
                    <a:pt x="12" y="4"/>
                  </a:cubicBezTo>
                  <a:cubicBezTo>
                    <a:pt x="12" y="4"/>
                    <a:pt x="11" y="7"/>
                    <a:pt x="11" y="8"/>
                  </a:cubicBezTo>
                  <a:cubicBezTo>
                    <a:pt x="11" y="9"/>
                    <a:pt x="9" y="6"/>
                    <a:pt x="9" y="5"/>
                  </a:cubicBezTo>
                  <a:cubicBezTo>
                    <a:pt x="7" y="4"/>
                    <a:pt x="6" y="7"/>
                    <a:pt x="5" y="7"/>
                  </a:cubicBezTo>
                  <a:cubicBezTo>
                    <a:pt x="3" y="7"/>
                    <a:pt x="1" y="7"/>
                    <a:pt x="0" y="7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1" y="12"/>
                    <a:pt x="0" y="12"/>
                    <a:pt x="0" y="14"/>
                  </a:cubicBezTo>
                  <a:cubicBezTo>
                    <a:pt x="0" y="15"/>
                    <a:pt x="0" y="18"/>
                    <a:pt x="2" y="18"/>
                  </a:cubicBezTo>
                  <a:cubicBezTo>
                    <a:pt x="3" y="19"/>
                    <a:pt x="4" y="18"/>
                    <a:pt x="4" y="21"/>
                  </a:cubicBezTo>
                  <a:cubicBezTo>
                    <a:pt x="6" y="20"/>
                    <a:pt x="10" y="16"/>
                    <a:pt x="12" y="17"/>
                  </a:cubicBezTo>
                  <a:cubicBezTo>
                    <a:pt x="13" y="18"/>
                    <a:pt x="14" y="19"/>
                    <a:pt x="15" y="19"/>
                  </a:cubicBezTo>
                  <a:cubicBezTo>
                    <a:pt x="16" y="19"/>
                    <a:pt x="17" y="21"/>
                    <a:pt x="17" y="22"/>
                  </a:cubicBezTo>
                  <a:cubicBezTo>
                    <a:pt x="18" y="23"/>
                    <a:pt x="18" y="24"/>
                    <a:pt x="18" y="25"/>
                  </a:cubicBezTo>
                  <a:cubicBezTo>
                    <a:pt x="19" y="26"/>
                    <a:pt x="20" y="27"/>
                    <a:pt x="21" y="28"/>
                  </a:cubicBezTo>
                  <a:cubicBezTo>
                    <a:pt x="23" y="29"/>
                    <a:pt x="25" y="31"/>
                    <a:pt x="28" y="33"/>
                  </a:cubicBezTo>
                  <a:cubicBezTo>
                    <a:pt x="30" y="35"/>
                    <a:pt x="31" y="35"/>
                    <a:pt x="33" y="36"/>
                  </a:cubicBezTo>
                  <a:cubicBezTo>
                    <a:pt x="36" y="38"/>
                    <a:pt x="38" y="41"/>
                    <a:pt x="42" y="42"/>
                  </a:cubicBezTo>
                  <a:cubicBezTo>
                    <a:pt x="44" y="43"/>
                    <a:pt x="44" y="46"/>
                    <a:pt x="45" y="48"/>
                  </a:cubicBezTo>
                  <a:cubicBezTo>
                    <a:pt x="45" y="50"/>
                    <a:pt x="42" y="52"/>
                    <a:pt x="43" y="55"/>
                  </a:cubicBezTo>
                  <a:cubicBezTo>
                    <a:pt x="43" y="54"/>
                    <a:pt x="49" y="49"/>
                    <a:pt x="49" y="48"/>
                  </a:cubicBezTo>
                  <a:cubicBezTo>
                    <a:pt x="50" y="47"/>
                    <a:pt x="47" y="45"/>
                    <a:pt x="47" y="45"/>
                  </a:cubicBezTo>
                  <a:cubicBezTo>
                    <a:pt x="45" y="43"/>
                    <a:pt x="49" y="39"/>
                    <a:pt x="50" y="40"/>
                  </a:cubicBezTo>
                  <a:cubicBezTo>
                    <a:pt x="51" y="41"/>
                    <a:pt x="52" y="41"/>
                    <a:pt x="53" y="41"/>
                  </a:cubicBezTo>
                  <a:cubicBezTo>
                    <a:pt x="54" y="42"/>
                    <a:pt x="54" y="43"/>
                    <a:pt x="55" y="44"/>
                  </a:cubicBezTo>
                  <a:cubicBezTo>
                    <a:pt x="57" y="44"/>
                    <a:pt x="54" y="40"/>
                    <a:pt x="53" y="39"/>
                  </a:cubicBezTo>
                  <a:cubicBezTo>
                    <a:pt x="51" y="37"/>
                    <a:pt x="47" y="37"/>
                    <a:pt x="44" y="35"/>
                  </a:cubicBezTo>
                  <a:cubicBezTo>
                    <a:pt x="43" y="34"/>
                    <a:pt x="46" y="32"/>
                    <a:pt x="44" y="32"/>
                  </a:cubicBezTo>
                  <a:cubicBezTo>
                    <a:pt x="43" y="31"/>
                    <a:pt x="41" y="32"/>
                    <a:pt x="39" y="31"/>
                  </a:cubicBezTo>
                  <a:cubicBezTo>
                    <a:pt x="37" y="30"/>
                    <a:pt x="36" y="28"/>
                    <a:pt x="35" y="26"/>
                  </a:cubicBezTo>
                  <a:cubicBezTo>
                    <a:pt x="34" y="24"/>
                    <a:pt x="34" y="22"/>
                    <a:pt x="32" y="21"/>
                  </a:cubicBezTo>
                  <a:cubicBezTo>
                    <a:pt x="31" y="20"/>
                    <a:pt x="27" y="19"/>
                    <a:pt x="27" y="17"/>
                  </a:cubicBezTo>
                  <a:cubicBezTo>
                    <a:pt x="27" y="16"/>
                    <a:pt x="27" y="15"/>
                    <a:pt x="27" y="15"/>
                  </a:cubicBezTo>
                  <a:cubicBezTo>
                    <a:pt x="28" y="13"/>
                    <a:pt x="28" y="13"/>
                    <a:pt x="28" y="12"/>
                  </a:cubicBezTo>
                  <a:cubicBezTo>
                    <a:pt x="27" y="9"/>
                    <a:pt x="30" y="10"/>
                    <a:pt x="30" y="9"/>
                  </a:cubicBezTo>
                  <a:cubicBezTo>
                    <a:pt x="31" y="8"/>
                    <a:pt x="32" y="8"/>
                    <a:pt x="32" y="8"/>
                  </a:cubicBezTo>
                  <a:cubicBezTo>
                    <a:pt x="34" y="8"/>
                    <a:pt x="34" y="9"/>
                    <a:pt x="34" y="10"/>
                  </a:cubicBezTo>
                  <a:cubicBezTo>
                    <a:pt x="35" y="10"/>
                    <a:pt x="36" y="10"/>
                    <a:pt x="37" y="10"/>
                  </a:cubicBezTo>
                  <a:cubicBezTo>
                    <a:pt x="37" y="9"/>
                    <a:pt x="36" y="10"/>
                    <a:pt x="37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0" name="Freeform 648">
              <a:extLst>
                <a:ext uri="{FF2B5EF4-FFF2-40B4-BE49-F238E27FC236}">
                  <a16:creationId xmlns:a16="http://schemas.microsoft.com/office/drawing/2014/main" id="{85ED7592-B5B3-BF41-56DC-1B2CDDA89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9153" y="5579784"/>
              <a:ext cx="315235" cy="312476"/>
            </a:xfrm>
            <a:custGeom>
              <a:avLst/>
              <a:gdLst>
                <a:gd name="T0" fmla="*/ 12 w 27"/>
                <a:gd name="T1" fmla="*/ 10 h 25"/>
                <a:gd name="T2" fmla="*/ 21 w 27"/>
                <a:gd name="T3" fmla="*/ 9 h 25"/>
                <a:gd name="T4" fmla="*/ 27 w 27"/>
                <a:gd name="T5" fmla="*/ 11 h 25"/>
                <a:gd name="T6" fmla="*/ 25 w 27"/>
                <a:gd name="T7" fmla="*/ 4 h 25"/>
                <a:gd name="T8" fmla="*/ 17 w 27"/>
                <a:gd name="T9" fmla="*/ 3 h 25"/>
                <a:gd name="T10" fmla="*/ 13 w 27"/>
                <a:gd name="T11" fmla="*/ 0 h 25"/>
                <a:gd name="T12" fmla="*/ 11 w 27"/>
                <a:gd name="T13" fmla="*/ 2 h 25"/>
                <a:gd name="T14" fmla="*/ 6 w 27"/>
                <a:gd name="T15" fmla="*/ 7 h 25"/>
                <a:gd name="T16" fmla="*/ 1 w 27"/>
                <a:gd name="T17" fmla="*/ 7 h 25"/>
                <a:gd name="T18" fmla="*/ 1 w 27"/>
                <a:gd name="T19" fmla="*/ 11 h 25"/>
                <a:gd name="T20" fmla="*/ 3 w 27"/>
                <a:gd name="T21" fmla="*/ 10 h 25"/>
                <a:gd name="T22" fmla="*/ 4 w 27"/>
                <a:gd name="T23" fmla="*/ 13 h 25"/>
                <a:gd name="T24" fmla="*/ 6 w 27"/>
                <a:gd name="T25" fmla="*/ 10 h 25"/>
                <a:gd name="T26" fmla="*/ 11 w 27"/>
                <a:gd name="T27" fmla="*/ 17 h 25"/>
                <a:gd name="T28" fmla="*/ 23 w 27"/>
                <a:gd name="T29" fmla="*/ 25 h 25"/>
                <a:gd name="T30" fmla="*/ 21 w 27"/>
                <a:gd name="T31" fmla="*/ 22 h 25"/>
                <a:gd name="T32" fmla="*/ 16 w 27"/>
                <a:gd name="T33" fmla="*/ 19 h 25"/>
                <a:gd name="T34" fmla="*/ 12 w 27"/>
                <a:gd name="T35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2" y="10"/>
                  </a:moveTo>
                  <a:cubicBezTo>
                    <a:pt x="15" y="10"/>
                    <a:pt x="18" y="8"/>
                    <a:pt x="21" y="9"/>
                  </a:cubicBezTo>
                  <a:cubicBezTo>
                    <a:pt x="23" y="9"/>
                    <a:pt x="25" y="10"/>
                    <a:pt x="27" y="11"/>
                  </a:cubicBezTo>
                  <a:cubicBezTo>
                    <a:pt x="26" y="9"/>
                    <a:pt x="26" y="7"/>
                    <a:pt x="25" y="4"/>
                  </a:cubicBezTo>
                  <a:cubicBezTo>
                    <a:pt x="22" y="6"/>
                    <a:pt x="19" y="4"/>
                    <a:pt x="17" y="3"/>
                  </a:cubicBezTo>
                  <a:cubicBezTo>
                    <a:pt x="15" y="2"/>
                    <a:pt x="14" y="2"/>
                    <a:pt x="13" y="0"/>
                  </a:cubicBezTo>
                  <a:cubicBezTo>
                    <a:pt x="13" y="0"/>
                    <a:pt x="11" y="1"/>
                    <a:pt x="11" y="2"/>
                  </a:cubicBezTo>
                  <a:cubicBezTo>
                    <a:pt x="9" y="3"/>
                    <a:pt x="10" y="8"/>
                    <a:pt x="6" y="7"/>
                  </a:cubicBezTo>
                  <a:cubicBezTo>
                    <a:pt x="4" y="6"/>
                    <a:pt x="2" y="7"/>
                    <a:pt x="1" y="7"/>
                  </a:cubicBezTo>
                  <a:cubicBezTo>
                    <a:pt x="0" y="8"/>
                    <a:pt x="1" y="11"/>
                    <a:pt x="1" y="11"/>
                  </a:cubicBezTo>
                  <a:cubicBezTo>
                    <a:pt x="1" y="11"/>
                    <a:pt x="3" y="10"/>
                    <a:pt x="3" y="10"/>
                  </a:cubicBezTo>
                  <a:cubicBezTo>
                    <a:pt x="4" y="10"/>
                    <a:pt x="4" y="12"/>
                    <a:pt x="4" y="13"/>
                  </a:cubicBezTo>
                  <a:cubicBezTo>
                    <a:pt x="4" y="11"/>
                    <a:pt x="5" y="8"/>
                    <a:pt x="6" y="10"/>
                  </a:cubicBezTo>
                  <a:cubicBezTo>
                    <a:pt x="7" y="13"/>
                    <a:pt x="9" y="15"/>
                    <a:pt x="11" y="17"/>
                  </a:cubicBezTo>
                  <a:cubicBezTo>
                    <a:pt x="14" y="20"/>
                    <a:pt x="19" y="22"/>
                    <a:pt x="23" y="25"/>
                  </a:cubicBezTo>
                  <a:cubicBezTo>
                    <a:pt x="23" y="23"/>
                    <a:pt x="23" y="23"/>
                    <a:pt x="21" y="22"/>
                  </a:cubicBezTo>
                  <a:cubicBezTo>
                    <a:pt x="19" y="21"/>
                    <a:pt x="17" y="20"/>
                    <a:pt x="16" y="19"/>
                  </a:cubicBezTo>
                  <a:cubicBezTo>
                    <a:pt x="14" y="17"/>
                    <a:pt x="9" y="10"/>
                    <a:pt x="12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1" name="Freeform 649">
              <a:extLst>
                <a:ext uri="{FF2B5EF4-FFF2-40B4-BE49-F238E27FC236}">
                  <a16:creationId xmlns:a16="http://schemas.microsoft.com/office/drawing/2014/main" id="{35F793A6-CCF1-1E2A-DAD8-44D92B17E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1763" y="5220860"/>
              <a:ext cx="774124" cy="705181"/>
            </a:xfrm>
            <a:custGeom>
              <a:avLst/>
              <a:gdLst>
                <a:gd name="T0" fmla="*/ 59 w 66"/>
                <a:gd name="T1" fmla="*/ 31 h 57"/>
                <a:gd name="T2" fmla="*/ 56 w 66"/>
                <a:gd name="T3" fmla="*/ 30 h 57"/>
                <a:gd name="T4" fmla="*/ 60 w 66"/>
                <a:gd name="T5" fmla="*/ 24 h 57"/>
                <a:gd name="T6" fmla="*/ 63 w 66"/>
                <a:gd name="T7" fmla="*/ 23 h 57"/>
                <a:gd name="T8" fmla="*/ 65 w 66"/>
                <a:gd name="T9" fmla="*/ 15 h 57"/>
                <a:gd name="T10" fmla="*/ 60 w 66"/>
                <a:gd name="T11" fmla="*/ 13 h 57"/>
                <a:gd name="T12" fmla="*/ 57 w 66"/>
                <a:gd name="T13" fmla="*/ 11 h 57"/>
                <a:gd name="T14" fmla="*/ 55 w 66"/>
                <a:gd name="T15" fmla="*/ 11 h 57"/>
                <a:gd name="T16" fmla="*/ 48 w 66"/>
                <a:gd name="T17" fmla="*/ 7 h 57"/>
                <a:gd name="T18" fmla="*/ 43 w 66"/>
                <a:gd name="T19" fmla="*/ 5 h 57"/>
                <a:gd name="T20" fmla="*/ 38 w 66"/>
                <a:gd name="T21" fmla="*/ 1 h 57"/>
                <a:gd name="T22" fmla="*/ 34 w 66"/>
                <a:gd name="T23" fmla="*/ 1 h 57"/>
                <a:gd name="T24" fmla="*/ 33 w 66"/>
                <a:gd name="T25" fmla="*/ 5 h 57"/>
                <a:gd name="T26" fmla="*/ 30 w 66"/>
                <a:gd name="T27" fmla="*/ 8 h 57"/>
                <a:gd name="T28" fmla="*/ 26 w 66"/>
                <a:gd name="T29" fmla="*/ 10 h 57"/>
                <a:gd name="T30" fmla="*/ 24 w 66"/>
                <a:gd name="T31" fmla="*/ 12 h 57"/>
                <a:gd name="T32" fmla="*/ 20 w 66"/>
                <a:gd name="T33" fmla="*/ 11 h 57"/>
                <a:gd name="T34" fmla="*/ 16 w 66"/>
                <a:gd name="T35" fmla="*/ 10 h 57"/>
                <a:gd name="T36" fmla="*/ 16 w 66"/>
                <a:gd name="T37" fmla="*/ 16 h 57"/>
                <a:gd name="T38" fmla="*/ 9 w 66"/>
                <a:gd name="T39" fmla="*/ 15 h 57"/>
                <a:gd name="T40" fmla="*/ 1 w 66"/>
                <a:gd name="T41" fmla="*/ 17 h 57"/>
                <a:gd name="T42" fmla="*/ 2 w 66"/>
                <a:gd name="T43" fmla="*/ 19 h 57"/>
                <a:gd name="T44" fmla="*/ 4 w 66"/>
                <a:gd name="T45" fmla="*/ 21 h 57"/>
                <a:gd name="T46" fmla="*/ 15 w 66"/>
                <a:gd name="T47" fmla="*/ 25 h 57"/>
                <a:gd name="T48" fmla="*/ 14 w 66"/>
                <a:gd name="T49" fmla="*/ 28 h 57"/>
                <a:gd name="T50" fmla="*/ 19 w 66"/>
                <a:gd name="T51" fmla="*/ 31 h 57"/>
                <a:gd name="T52" fmla="*/ 20 w 66"/>
                <a:gd name="T53" fmla="*/ 35 h 57"/>
                <a:gd name="T54" fmla="*/ 22 w 66"/>
                <a:gd name="T55" fmla="*/ 38 h 57"/>
                <a:gd name="T56" fmla="*/ 19 w 66"/>
                <a:gd name="T57" fmla="*/ 36 h 57"/>
                <a:gd name="T58" fmla="*/ 16 w 66"/>
                <a:gd name="T59" fmla="*/ 49 h 57"/>
                <a:gd name="T60" fmla="*/ 27 w 66"/>
                <a:gd name="T61" fmla="*/ 53 h 57"/>
                <a:gd name="T62" fmla="*/ 30 w 66"/>
                <a:gd name="T63" fmla="*/ 53 h 57"/>
                <a:gd name="T64" fmla="*/ 33 w 66"/>
                <a:gd name="T65" fmla="*/ 55 h 57"/>
                <a:gd name="T66" fmla="*/ 40 w 66"/>
                <a:gd name="T67" fmla="*/ 54 h 57"/>
                <a:gd name="T68" fmla="*/ 47 w 66"/>
                <a:gd name="T69" fmla="*/ 48 h 57"/>
                <a:gd name="T70" fmla="*/ 57 w 66"/>
                <a:gd name="T71" fmla="*/ 50 h 57"/>
                <a:gd name="T72" fmla="*/ 62 w 66"/>
                <a:gd name="T73" fmla="*/ 47 h 57"/>
                <a:gd name="T74" fmla="*/ 62 w 66"/>
                <a:gd name="T75" fmla="*/ 45 h 57"/>
                <a:gd name="T76" fmla="*/ 59 w 66"/>
                <a:gd name="T77" fmla="*/ 38 h 57"/>
                <a:gd name="T78" fmla="*/ 59 w 66"/>
                <a:gd name="T79" fmla="*/ 34 h 57"/>
                <a:gd name="T80" fmla="*/ 59 w 66"/>
                <a:gd name="T81" fmla="*/ 31 h 57"/>
                <a:gd name="T82" fmla="*/ 59 w 66"/>
                <a:gd name="T83" fmla="*/ 3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" h="57">
                  <a:moveTo>
                    <a:pt x="59" y="31"/>
                  </a:moveTo>
                  <a:cubicBezTo>
                    <a:pt x="58" y="29"/>
                    <a:pt x="55" y="33"/>
                    <a:pt x="56" y="30"/>
                  </a:cubicBezTo>
                  <a:cubicBezTo>
                    <a:pt x="56" y="29"/>
                    <a:pt x="59" y="24"/>
                    <a:pt x="60" y="24"/>
                  </a:cubicBezTo>
                  <a:cubicBezTo>
                    <a:pt x="61" y="23"/>
                    <a:pt x="62" y="25"/>
                    <a:pt x="63" y="23"/>
                  </a:cubicBezTo>
                  <a:cubicBezTo>
                    <a:pt x="64" y="20"/>
                    <a:pt x="63" y="18"/>
                    <a:pt x="65" y="15"/>
                  </a:cubicBezTo>
                  <a:cubicBezTo>
                    <a:pt x="66" y="13"/>
                    <a:pt x="61" y="13"/>
                    <a:pt x="60" y="13"/>
                  </a:cubicBezTo>
                  <a:cubicBezTo>
                    <a:pt x="58" y="13"/>
                    <a:pt x="57" y="12"/>
                    <a:pt x="57" y="11"/>
                  </a:cubicBezTo>
                  <a:cubicBezTo>
                    <a:pt x="56" y="11"/>
                    <a:pt x="55" y="11"/>
                    <a:pt x="55" y="11"/>
                  </a:cubicBezTo>
                  <a:cubicBezTo>
                    <a:pt x="53" y="11"/>
                    <a:pt x="48" y="9"/>
                    <a:pt x="48" y="7"/>
                  </a:cubicBezTo>
                  <a:cubicBezTo>
                    <a:pt x="47" y="10"/>
                    <a:pt x="44" y="5"/>
                    <a:pt x="43" y="5"/>
                  </a:cubicBezTo>
                  <a:cubicBezTo>
                    <a:pt x="41" y="4"/>
                    <a:pt x="39" y="3"/>
                    <a:pt x="38" y="1"/>
                  </a:cubicBezTo>
                  <a:cubicBezTo>
                    <a:pt x="37" y="0"/>
                    <a:pt x="35" y="0"/>
                    <a:pt x="34" y="1"/>
                  </a:cubicBezTo>
                  <a:cubicBezTo>
                    <a:pt x="33" y="2"/>
                    <a:pt x="32" y="4"/>
                    <a:pt x="33" y="5"/>
                  </a:cubicBezTo>
                  <a:cubicBezTo>
                    <a:pt x="33" y="6"/>
                    <a:pt x="31" y="7"/>
                    <a:pt x="30" y="8"/>
                  </a:cubicBezTo>
                  <a:cubicBezTo>
                    <a:pt x="29" y="8"/>
                    <a:pt x="27" y="8"/>
                    <a:pt x="26" y="10"/>
                  </a:cubicBezTo>
                  <a:cubicBezTo>
                    <a:pt x="26" y="11"/>
                    <a:pt x="25" y="12"/>
                    <a:pt x="24" y="12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8" y="11"/>
                    <a:pt x="18" y="10"/>
                    <a:pt x="16" y="10"/>
                  </a:cubicBezTo>
                  <a:cubicBezTo>
                    <a:pt x="14" y="9"/>
                    <a:pt x="20" y="16"/>
                    <a:pt x="16" y="16"/>
                  </a:cubicBezTo>
                  <a:cubicBezTo>
                    <a:pt x="13" y="16"/>
                    <a:pt x="11" y="17"/>
                    <a:pt x="9" y="15"/>
                  </a:cubicBezTo>
                  <a:cubicBezTo>
                    <a:pt x="8" y="14"/>
                    <a:pt x="1" y="16"/>
                    <a:pt x="1" y="17"/>
                  </a:cubicBezTo>
                  <a:cubicBezTo>
                    <a:pt x="1" y="18"/>
                    <a:pt x="4" y="18"/>
                    <a:pt x="2" y="19"/>
                  </a:cubicBezTo>
                  <a:cubicBezTo>
                    <a:pt x="0" y="20"/>
                    <a:pt x="3" y="21"/>
                    <a:pt x="4" y="21"/>
                  </a:cubicBezTo>
                  <a:cubicBezTo>
                    <a:pt x="6" y="22"/>
                    <a:pt x="15" y="23"/>
                    <a:pt x="15" y="25"/>
                  </a:cubicBezTo>
                  <a:cubicBezTo>
                    <a:pt x="15" y="26"/>
                    <a:pt x="13" y="26"/>
                    <a:pt x="14" y="28"/>
                  </a:cubicBezTo>
                  <a:cubicBezTo>
                    <a:pt x="16" y="30"/>
                    <a:pt x="17" y="30"/>
                    <a:pt x="19" y="31"/>
                  </a:cubicBezTo>
                  <a:cubicBezTo>
                    <a:pt x="21" y="32"/>
                    <a:pt x="18" y="34"/>
                    <a:pt x="20" y="35"/>
                  </a:cubicBezTo>
                  <a:cubicBezTo>
                    <a:pt x="20" y="35"/>
                    <a:pt x="22" y="38"/>
                    <a:pt x="22" y="38"/>
                  </a:cubicBezTo>
                  <a:cubicBezTo>
                    <a:pt x="21" y="39"/>
                    <a:pt x="20" y="36"/>
                    <a:pt x="19" y="36"/>
                  </a:cubicBezTo>
                  <a:cubicBezTo>
                    <a:pt x="18" y="36"/>
                    <a:pt x="19" y="48"/>
                    <a:pt x="16" y="49"/>
                  </a:cubicBezTo>
                  <a:cubicBezTo>
                    <a:pt x="19" y="51"/>
                    <a:pt x="23" y="54"/>
                    <a:pt x="27" y="53"/>
                  </a:cubicBezTo>
                  <a:cubicBezTo>
                    <a:pt x="28" y="53"/>
                    <a:pt x="29" y="52"/>
                    <a:pt x="30" y="53"/>
                  </a:cubicBezTo>
                  <a:cubicBezTo>
                    <a:pt x="31" y="53"/>
                    <a:pt x="32" y="54"/>
                    <a:pt x="33" y="55"/>
                  </a:cubicBezTo>
                  <a:cubicBezTo>
                    <a:pt x="35" y="56"/>
                    <a:pt x="41" y="57"/>
                    <a:pt x="40" y="54"/>
                  </a:cubicBezTo>
                  <a:cubicBezTo>
                    <a:pt x="39" y="49"/>
                    <a:pt x="44" y="47"/>
                    <a:pt x="47" y="48"/>
                  </a:cubicBezTo>
                  <a:cubicBezTo>
                    <a:pt x="51" y="49"/>
                    <a:pt x="53" y="52"/>
                    <a:pt x="57" y="50"/>
                  </a:cubicBezTo>
                  <a:cubicBezTo>
                    <a:pt x="59" y="49"/>
                    <a:pt x="60" y="48"/>
                    <a:pt x="62" y="47"/>
                  </a:cubicBezTo>
                  <a:cubicBezTo>
                    <a:pt x="62" y="47"/>
                    <a:pt x="64" y="45"/>
                    <a:pt x="62" y="45"/>
                  </a:cubicBezTo>
                  <a:cubicBezTo>
                    <a:pt x="60" y="44"/>
                    <a:pt x="58" y="40"/>
                    <a:pt x="59" y="38"/>
                  </a:cubicBezTo>
                  <a:cubicBezTo>
                    <a:pt x="61" y="36"/>
                    <a:pt x="60" y="36"/>
                    <a:pt x="59" y="34"/>
                  </a:cubicBezTo>
                  <a:cubicBezTo>
                    <a:pt x="59" y="33"/>
                    <a:pt x="59" y="32"/>
                    <a:pt x="59" y="31"/>
                  </a:cubicBezTo>
                  <a:cubicBezTo>
                    <a:pt x="58" y="30"/>
                    <a:pt x="59" y="32"/>
                    <a:pt x="59" y="31"/>
                  </a:cubicBezTo>
                  <a:close/>
                </a:path>
              </a:pathLst>
            </a:custGeom>
            <a:grpFill/>
            <a:ln w="9525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2" name="Freeform 650">
              <a:extLst>
                <a:ext uri="{FF2B5EF4-FFF2-40B4-BE49-F238E27FC236}">
                  <a16:creationId xmlns:a16="http://schemas.microsoft.com/office/drawing/2014/main" id="{0A5B5DAD-F46F-0394-9DD3-8C1181484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4206" y="5495333"/>
              <a:ext cx="259371" cy="185795"/>
            </a:xfrm>
            <a:custGeom>
              <a:avLst/>
              <a:gdLst>
                <a:gd name="T0" fmla="*/ 17 w 22"/>
                <a:gd name="T1" fmla="*/ 1 h 15"/>
                <a:gd name="T2" fmla="*/ 9 w 22"/>
                <a:gd name="T3" fmla="*/ 1 h 15"/>
                <a:gd name="T4" fmla="*/ 8 w 22"/>
                <a:gd name="T5" fmla="*/ 2 h 15"/>
                <a:gd name="T6" fmla="*/ 5 w 22"/>
                <a:gd name="T7" fmla="*/ 2 h 15"/>
                <a:gd name="T8" fmla="*/ 3 w 22"/>
                <a:gd name="T9" fmla="*/ 5 h 15"/>
                <a:gd name="T10" fmla="*/ 1 w 22"/>
                <a:gd name="T11" fmla="*/ 9 h 15"/>
                <a:gd name="T12" fmla="*/ 4 w 22"/>
                <a:gd name="T13" fmla="*/ 10 h 15"/>
                <a:gd name="T14" fmla="*/ 7 w 22"/>
                <a:gd name="T15" fmla="*/ 11 h 15"/>
                <a:gd name="T16" fmla="*/ 11 w 22"/>
                <a:gd name="T17" fmla="*/ 10 h 15"/>
                <a:gd name="T18" fmla="*/ 13 w 22"/>
                <a:gd name="T19" fmla="*/ 10 h 15"/>
                <a:gd name="T20" fmla="*/ 16 w 22"/>
                <a:gd name="T21" fmla="*/ 8 h 15"/>
                <a:gd name="T22" fmla="*/ 18 w 22"/>
                <a:gd name="T23" fmla="*/ 9 h 15"/>
                <a:gd name="T24" fmla="*/ 21 w 22"/>
                <a:gd name="T25" fmla="*/ 8 h 15"/>
                <a:gd name="T26" fmla="*/ 22 w 22"/>
                <a:gd name="T27" fmla="*/ 5 h 15"/>
                <a:gd name="T28" fmla="*/ 18 w 22"/>
                <a:gd name="T29" fmla="*/ 4 h 15"/>
                <a:gd name="T30" fmla="*/ 17 w 22"/>
                <a:gd name="T31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" h="15">
                  <a:moveTo>
                    <a:pt x="17" y="1"/>
                  </a:moveTo>
                  <a:cubicBezTo>
                    <a:pt x="14" y="0"/>
                    <a:pt x="12" y="1"/>
                    <a:pt x="9" y="1"/>
                  </a:cubicBezTo>
                  <a:cubicBezTo>
                    <a:pt x="7" y="1"/>
                    <a:pt x="9" y="1"/>
                    <a:pt x="8" y="2"/>
                  </a:cubicBezTo>
                  <a:cubicBezTo>
                    <a:pt x="7" y="2"/>
                    <a:pt x="5" y="2"/>
                    <a:pt x="5" y="2"/>
                  </a:cubicBezTo>
                  <a:cubicBezTo>
                    <a:pt x="4" y="2"/>
                    <a:pt x="3" y="5"/>
                    <a:pt x="3" y="5"/>
                  </a:cubicBezTo>
                  <a:cubicBezTo>
                    <a:pt x="2" y="6"/>
                    <a:pt x="0" y="10"/>
                    <a:pt x="1" y="9"/>
                  </a:cubicBezTo>
                  <a:cubicBezTo>
                    <a:pt x="3" y="9"/>
                    <a:pt x="3" y="8"/>
                    <a:pt x="4" y="10"/>
                  </a:cubicBezTo>
                  <a:cubicBezTo>
                    <a:pt x="4" y="12"/>
                    <a:pt x="5" y="11"/>
                    <a:pt x="7" y="11"/>
                  </a:cubicBezTo>
                  <a:cubicBezTo>
                    <a:pt x="8" y="11"/>
                    <a:pt x="10" y="11"/>
                    <a:pt x="11" y="10"/>
                  </a:cubicBezTo>
                  <a:cubicBezTo>
                    <a:pt x="12" y="8"/>
                    <a:pt x="13" y="9"/>
                    <a:pt x="13" y="10"/>
                  </a:cubicBezTo>
                  <a:cubicBezTo>
                    <a:pt x="16" y="15"/>
                    <a:pt x="15" y="8"/>
                    <a:pt x="16" y="8"/>
                  </a:cubicBezTo>
                  <a:cubicBezTo>
                    <a:pt x="17" y="8"/>
                    <a:pt x="17" y="9"/>
                    <a:pt x="18" y="9"/>
                  </a:cubicBezTo>
                  <a:cubicBezTo>
                    <a:pt x="19" y="9"/>
                    <a:pt x="20" y="9"/>
                    <a:pt x="21" y="8"/>
                  </a:cubicBezTo>
                  <a:cubicBezTo>
                    <a:pt x="22" y="7"/>
                    <a:pt x="22" y="7"/>
                    <a:pt x="22" y="5"/>
                  </a:cubicBezTo>
                  <a:cubicBezTo>
                    <a:pt x="22" y="5"/>
                    <a:pt x="19" y="4"/>
                    <a:pt x="18" y="4"/>
                  </a:cubicBezTo>
                  <a:cubicBezTo>
                    <a:pt x="17" y="3"/>
                    <a:pt x="17" y="2"/>
                    <a:pt x="17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3" name="Freeform 651">
              <a:extLst>
                <a:ext uri="{FF2B5EF4-FFF2-40B4-BE49-F238E27FC236}">
                  <a16:creationId xmlns:a16="http://schemas.microsoft.com/office/drawing/2014/main" id="{E414029E-BF6C-4FE3-0383-FA9F1539B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4741" y="5195523"/>
              <a:ext cx="243410" cy="160459"/>
            </a:xfrm>
            <a:custGeom>
              <a:avLst/>
              <a:gdLst>
                <a:gd name="T0" fmla="*/ 19 w 21"/>
                <a:gd name="T1" fmla="*/ 9 h 13"/>
                <a:gd name="T2" fmla="*/ 20 w 21"/>
                <a:gd name="T3" fmla="*/ 6 h 13"/>
                <a:gd name="T4" fmla="*/ 18 w 21"/>
                <a:gd name="T5" fmla="*/ 3 h 13"/>
                <a:gd name="T6" fmla="*/ 13 w 21"/>
                <a:gd name="T7" fmla="*/ 0 h 13"/>
                <a:gd name="T8" fmla="*/ 8 w 21"/>
                <a:gd name="T9" fmla="*/ 1 h 13"/>
                <a:gd name="T10" fmla="*/ 3 w 21"/>
                <a:gd name="T11" fmla="*/ 1 h 13"/>
                <a:gd name="T12" fmla="*/ 5 w 21"/>
                <a:gd name="T13" fmla="*/ 6 h 13"/>
                <a:gd name="T14" fmla="*/ 10 w 21"/>
                <a:gd name="T15" fmla="*/ 9 h 13"/>
                <a:gd name="T16" fmla="*/ 12 w 21"/>
                <a:gd name="T17" fmla="*/ 9 h 13"/>
                <a:gd name="T18" fmla="*/ 18 w 21"/>
                <a:gd name="T19" fmla="*/ 13 h 13"/>
                <a:gd name="T20" fmla="*/ 19 w 21"/>
                <a:gd name="T21" fmla="*/ 9 h 13"/>
                <a:gd name="T22" fmla="*/ 19 w 21"/>
                <a:gd name="T23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13">
                  <a:moveTo>
                    <a:pt x="19" y="9"/>
                  </a:moveTo>
                  <a:cubicBezTo>
                    <a:pt x="18" y="9"/>
                    <a:pt x="21" y="7"/>
                    <a:pt x="20" y="6"/>
                  </a:cubicBezTo>
                  <a:cubicBezTo>
                    <a:pt x="20" y="5"/>
                    <a:pt x="19" y="3"/>
                    <a:pt x="18" y="3"/>
                  </a:cubicBezTo>
                  <a:cubicBezTo>
                    <a:pt x="17" y="2"/>
                    <a:pt x="15" y="0"/>
                    <a:pt x="13" y="0"/>
                  </a:cubicBezTo>
                  <a:cubicBezTo>
                    <a:pt x="11" y="0"/>
                    <a:pt x="10" y="1"/>
                    <a:pt x="8" y="1"/>
                  </a:cubicBezTo>
                  <a:cubicBezTo>
                    <a:pt x="6" y="1"/>
                    <a:pt x="5" y="0"/>
                    <a:pt x="3" y="1"/>
                  </a:cubicBezTo>
                  <a:cubicBezTo>
                    <a:pt x="0" y="3"/>
                    <a:pt x="3" y="5"/>
                    <a:pt x="5" y="6"/>
                  </a:cubicBezTo>
                  <a:cubicBezTo>
                    <a:pt x="7" y="7"/>
                    <a:pt x="8" y="7"/>
                    <a:pt x="10" y="9"/>
                  </a:cubicBezTo>
                  <a:cubicBezTo>
                    <a:pt x="10" y="10"/>
                    <a:pt x="12" y="10"/>
                    <a:pt x="12" y="9"/>
                  </a:cubicBezTo>
                  <a:cubicBezTo>
                    <a:pt x="12" y="10"/>
                    <a:pt x="17" y="13"/>
                    <a:pt x="18" y="13"/>
                  </a:cubicBezTo>
                  <a:cubicBezTo>
                    <a:pt x="18" y="11"/>
                    <a:pt x="18" y="10"/>
                    <a:pt x="19" y="9"/>
                  </a:cubicBezTo>
                  <a:cubicBezTo>
                    <a:pt x="19" y="9"/>
                    <a:pt x="17" y="10"/>
                    <a:pt x="19" y="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4" name="Freeform 652">
              <a:extLst>
                <a:ext uri="{FF2B5EF4-FFF2-40B4-BE49-F238E27FC236}">
                  <a16:creationId xmlns:a16="http://schemas.microsoft.com/office/drawing/2014/main" id="{F380233A-4DAC-D343-D04D-3AFC0D6B1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4257" y="5309534"/>
              <a:ext cx="43895" cy="46450"/>
            </a:xfrm>
            <a:custGeom>
              <a:avLst/>
              <a:gdLst>
                <a:gd name="T0" fmla="*/ 2 w 4"/>
                <a:gd name="T1" fmla="*/ 0 h 4"/>
                <a:gd name="T2" fmla="*/ 1 w 4"/>
                <a:gd name="T3" fmla="*/ 3 h 4"/>
                <a:gd name="T4" fmla="*/ 4 w 4"/>
                <a:gd name="T5" fmla="*/ 4 h 4"/>
                <a:gd name="T6" fmla="*/ 2 w 4"/>
                <a:gd name="T7" fmla="*/ 0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1" y="0"/>
                    <a:pt x="1" y="2"/>
                    <a:pt x="1" y="3"/>
                  </a:cubicBezTo>
                  <a:cubicBezTo>
                    <a:pt x="1" y="4"/>
                    <a:pt x="3" y="4"/>
                    <a:pt x="4" y="4"/>
                  </a:cubicBezTo>
                  <a:cubicBezTo>
                    <a:pt x="4" y="2"/>
                    <a:pt x="4" y="1"/>
                    <a:pt x="2" y="0"/>
                  </a:cubicBezTo>
                  <a:cubicBezTo>
                    <a:pt x="0" y="1"/>
                    <a:pt x="3" y="1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5" name="Freeform 653">
              <a:extLst>
                <a:ext uri="{FF2B5EF4-FFF2-40B4-BE49-F238E27FC236}">
                  <a16:creationId xmlns:a16="http://schemas.microsoft.com/office/drawing/2014/main" id="{FD389155-9FE2-303F-FDF1-D3427DDCF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0605" y="5022395"/>
              <a:ext cx="235434" cy="223804"/>
            </a:xfrm>
            <a:custGeom>
              <a:avLst/>
              <a:gdLst>
                <a:gd name="T0" fmla="*/ 5 w 20"/>
                <a:gd name="T1" fmla="*/ 14 h 18"/>
                <a:gd name="T2" fmla="*/ 14 w 20"/>
                <a:gd name="T3" fmla="*/ 18 h 18"/>
                <a:gd name="T4" fmla="*/ 14 w 20"/>
                <a:gd name="T5" fmla="*/ 13 h 18"/>
                <a:gd name="T6" fmla="*/ 17 w 20"/>
                <a:gd name="T7" fmla="*/ 11 h 18"/>
                <a:gd name="T8" fmla="*/ 18 w 20"/>
                <a:gd name="T9" fmla="*/ 6 h 18"/>
                <a:gd name="T10" fmla="*/ 20 w 20"/>
                <a:gd name="T11" fmla="*/ 5 h 18"/>
                <a:gd name="T12" fmla="*/ 19 w 20"/>
                <a:gd name="T13" fmla="*/ 0 h 18"/>
                <a:gd name="T14" fmla="*/ 15 w 20"/>
                <a:gd name="T15" fmla="*/ 1 h 18"/>
                <a:gd name="T16" fmla="*/ 10 w 20"/>
                <a:gd name="T17" fmla="*/ 3 h 18"/>
                <a:gd name="T18" fmla="*/ 12 w 20"/>
                <a:gd name="T19" fmla="*/ 6 h 18"/>
                <a:gd name="T20" fmla="*/ 10 w 20"/>
                <a:gd name="T21" fmla="*/ 4 h 18"/>
                <a:gd name="T22" fmla="*/ 7 w 20"/>
                <a:gd name="T23" fmla="*/ 6 h 18"/>
                <a:gd name="T24" fmla="*/ 5 w 20"/>
                <a:gd name="T25" fmla="*/ 8 h 18"/>
                <a:gd name="T26" fmla="*/ 5 w 20"/>
                <a:gd name="T27" fmla="*/ 12 h 18"/>
                <a:gd name="T28" fmla="*/ 3 w 20"/>
                <a:gd name="T29" fmla="*/ 12 h 18"/>
                <a:gd name="T30" fmla="*/ 4 w 20"/>
                <a:gd name="T31" fmla="*/ 12 h 18"/>
                <a:gd name="T32" fmla="*/ 3 w 20"/>
                <a:gd name="T33" fmla="*/ 12 h 18"/>
                <a:gd name="T34" fmla="*/ 4 w 20"/>
                <a:gd name="T35" fmla="*/ 14 h 18"/>
                <a:gd name="T36" fmla="*/ 2 w 20"/>
                <a:gd name="T37" fmla="*/ 13 h 18"/>
                <a:gd name="T38" fmla="*/ 3 w 20"/>
                <a:gd name="T39" fmla="*/ 14 h 18"/>
                <a:gd name="T40" fmla="*/ 1 w 20"/>
                <a:gd name="T41" fmla="*/ 14 h 18"/>
                <a:gd name="T42" fmla="*/ 2 w 20"/>
                <a:gd name="T43" fmla="*/ 15 h 18"/>
                <a:gd name="T44" fmla="*/ 0 w 20"/>
                <a:gd name="T45" fmla="*/ 15 h 18"/>
                <a:gd name="T46" fmla="*/ 5 w 20"/>
                <a:gd name="T47" fmla="*/ 14 h 18"/>
                <a:gd name="T48" fmla="*/ 5 w 20"/>
                <a:gd name="T4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" h="18">
                  <a:moveTo>
                    <a:pt x="5" y="14"/>
                  </a:moveTo>
                  <a:cubicBezTo>
                    <a:pt x="7" y="12"/>
                    <a:pt x="13" y="16"/>
                    <a:pt x="14" y="18"/>
                  </a:cubicBezTo>
                  <a:cubicBezTo>
                    <a:pt x="15" y="16"/>
                    <a:pt x="15" y="14"/>
                    <a:pt x="14" y="13"/>
                  </a:cubicBezTo>
                  <a:cubicBezTo>
                    <a:pt x="13" y="9"/>
                    <a:pt x="15" y="11"/>
                    <a:pt x="17" y="11"/>
                  </a:cubicBezTo>
                  <a:cubicBezTo>
                    <a:pt x="19" y="10"/>
                    <a:pt x="19" y="8"/>
                    <a:pt x="18" y="6"/>
                  </a:cubicBezTo>
                  <a:cubicBezTo>
                    <a:pt x="18" y="6"/>
                    <a:pt x="20" y="5"/>
                    <a:pt x="20" y="5"/>
                  </a:cubicBezTo>
                  <a:cubicBezTo>
                    <a:pt x="20" y="3"/>
                    <a:pt x="20" y="2"/>
                    <a:pt x="19" y="0"/>
                  </a:cubicBezTo>
                  <a:cubicBezTo>
                    <a:pt x="19" y="0"/>
                    <a:pt x="15" y="1"/>
                    <a:pt x="15" y="1"/>
                  </a:cubicBezTo>
                  <a:cubicBezTo>
                    <a:pt x="13" y="1"/>
                    <a:pt x="12" y="1"/>
                    <a:pt x="10" y="3"/>
                  </a:cubicBezTo>
                  <a:cubicBezTo>
                    <a:pt x="10" y="3"/>
                    <a:pt x="13" y="5"/>
                    <a:pt x="12" y="6"/>
                  </a:cubicBezTo>
                  <a:cubicBezTo>
                    <a:pt x="10" y="8"/>
                    <a:pt x="9" y="4"/>
                    <a:pt x="10" y="4"/>
                  </a:cubicBezTo>
                  <a:cubicBezTo>
                    <a:pt x="10" y="4"/>
                    <a:pt x="7" y="5"/>
                    <a:pt x="7" y="6"/>
                  </a:cubicBezTo>
                  <a:cubicBezTo>
                    <a:pt x="7" y="7"/>
                    <a:pt x="6" y="7"/>
                    <a:pt x="5" y="8"/>
                  </a:cubicBezTo>
                  <a:cubicBezTo>
                    <a:pt x="5" y="9"/>
                    <a:pt x="3" y="12"/>
                    <a:pt x="5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2" y="13"/>
                    <a:pt x="4" y="14"/>
                    <a:pt x="4" y="14"/>
                  </a:cubicBezTo>
                  <a:cubicBezTo>
                    <a:pt x="4" y="13"/>
                    <a:pt x="2" y="13"/>
                    <a:pt x="2" y="13"/>
                  </a:cubicBezTo>
                  <a:cubicBezTo>
                    <a:pt x="2" y="13"/>
                    <a:pt x="3" y="14"/>
                    <a:pt x="3" y="14"/>
                  </a:cubicBezTo>
                  <a:cubicBezTo>
                    <a:pt x="3" y="14"/>
                    <a:pt x="2" y="13"/>
                    <a:pt x="1" y="14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4"/>
                    <a:pt x="1" y="14"/>
                    <a:pt x="0" y="15"/>
                  </a:cubicBezTo>
                  <a:cubicBezTo>
                    <a:pt x="1" y="15"/>
                    <a:pt x="4" y="16"/>
                    <a:pt x="5" y="14"/>
                  </a:cubicBezTo>
                  <a:cubicBezTo>
                    <a:pt x="5" y="14"/>
                    <a:pt x="5" y="15"/>
                    <a:pt x="5" y="1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6" name="Freeform 654">
              <a:extLst>
                <a:ext uri="{FF2B5EF4-FFF2-40B4-BE49-F238E27FC236}">
                  <a16:creationId xmlns:a16="http://schemas.microsoft.com/office/drawing/2014/main" id="{FD2DE511-6213-2F4F-9F74-2C1A3858B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3915" y="4650801"/>
              <a:ext cx="175574" cy="274471"/>
            </a:xfrm>
            <a:custGeom>
              <a:avLst/>
              <a:gdLst>
                <a:gd name="T0" fmla="*/ 10 w 15"/>
                <a:gd name="T1" fmla="*/ 21 h 22"/>
                <a:gd name="T2" fmla="*/ 8 w 15"/>
                <a:gd name="T3" fmla="*/ 17 h 22"/>
                <a:gd name="T4" fmla="*/ 11 w 15"/>
                <a:gd name="T5" fmla="*/ 12 h 22"/>
                <a:gd name="T6" fmla="*/ 11 w 15"/>
                <a:gd name="T7" fmla="*/ 13 h 22"/>
                <a:gd name="T8" fmla="*/ 15 w 15"/>
                <a:gd name="T9" fmla="*/ 10 h 22"/>
                <a:gd name="T10" fmla="*/ 11 w 15"/>
                <a:gd name="T11" fmla="*/ 7 h 22"/>
                <a:gd name="T12" fmla="*/ 10 w 15"/>
                <a:gd name="T13" fmla="*/ 5 h 22"/>
                <a:gd name="T14" fmla="*/ 12 w 15"/>
                <a:gd name="T15" fmla="*/ 4 h 22"/>
                <a:gd name="T16" fmla="*/ 12 w 15"/>
                <a:gd name="T17" fmla="*/ 1 h 22"/>
                <a:gd name="T18" fmla="*/ 11 w 15"/>
                <a:gd name="T19" fmla="*/ 1 h 22"/>
                <a:gd name="T20" fmla="*/ 7 w 15"/>
                <a:gd name="T21" fmla="*/ 4 h 22"/>
                <a:gd name="T22" fmla="*/ 2 w 15"/>
                <a:gd name="T23" fmla="*/ 5 h 22"/>
                <a:gd name="T24" fmla="*/ 4 w 15"/>
                <a:gd name="T25" fmla="*/ 6 h 22"/>
                <a:gd name="T26" fmla="*/ 6 w 15"/>
                <a:gd name="T27" fmla="*/ 8 h 22"/>
                <a:gd name="T28" fmla="*/ 4 w 15"/>
                <a:gd name="T29" fmla="*/ 8 h 22"/>
                <a:gd name="T30" fmla="*/ 2 w 15"/>
                <a:gd name="T31" fmla="*/ 8 h 22"/>
                <a:gd name="T32" fmla="*/ 0 w 15"/>
                <a:gd name="T33" fmla="*/ 9 h 22"/>
                <a:gd name="T34" fmla="*/ 0 w 15"/>
                <a:gd name="T35" fmla="*/ 14 h 22"/>
                <a:gd name="T36" fmla="*/ 2 w 15"/>
                <a:gd name="T37" fmla="*/ 16 h 22"/>
                <a:gd name="T38" fmla="*/ 2 w 15"/>
                <a:gd name="T39" fmla="*/ 20 h 22"/>
                <a:gd name="T40" fmla="*/ 10 w 15"/>
                <a:gd name="T41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22">
                  <a:moveTo>
                    <a:pt x="10" y="21"/>
                  </a:moveTo>
                  <a:cubicBezTo>
                    <a:pt x="10" y="20"/>
                    <a:pt x="6" y="18"/>
                    <a:pt x="8" y="17"/>
                  </a:cubicBezTo>
                  <a:cubicBezTo>
                    <a:pt x="9" y="16"/>
                    <a:pt x="9" y="13"/>
                    <a:pt x="11" y="12"/>
                  </a:cubicBezTo>
                  <a:cubicBezTo>
                    <a:pt x="11" y="12"/>
                    <a:pt x="11" y="13"/>
                    <a:pt x="11" y="13"/>
                  </a:cubicBezTo>
                  <a:cubicBezTo>
                    <a:pt x="12" y="13"/>
                    <a:pt x="15" y="11"/>
                    <a:pt x="15" y="10"/>
                  </a:cubicBezTo>
                  <a:cubicBezTo>
                    <a:pt x="15" y="9"/>
                    <a:pt x="11" y="9"/>
                    <a:pt x="11" y="7"/>
                  </a:cubicBezTo>
                  <a:cubicBezTo>
                    <a:pt x="11" y="6"/>
                    <a:pt x="10" y="6"/>
                    <a:pt x="10" y="5"/>
                  </a:cubicBezTo>
                  <a:cubicBezTo>
                    <a:pt x="10" y="4"/>
                    <a:pt x="12" y="5"/>
                    <a:pt x="12" y="4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0"/>
                    <a:pt x="12" y="1"/>
                    <a:pt x="11" y="1"/>
                  </a:cubicBezTo>
                  <a:cubicBezTo>
                    <a:pt x="8" y="1"/>
                    <a:pt x="9" y="2"/>
                    <a:pt x="7" y="4"/>
                  </a:cubicBezTo>
                  <a:cubicBezTo>
                    <a:pt x="6" y="5"/>
                    <a:pt x="3" y="3"/>
                    <a:pt x="2" y="5"/>
                  </a:cubicBezTo>
                  <a:cubicBezTo>
                    <a:pt x="0" y="7"/>
                    <a:pt x="3" y="7"/>
                    <a:pt x="4" y="6"/>
                  </a:cubicBezTo>
                  <a:cubicBezTo>
                    <a:pt x="5" y="5"/>
                    <a:pt x="7" y="6"/>
                    <a:pt x="6" y="8"/>
                  </a:cubicBezTo>
                  <a:cubicBezTo>
                    <a:pt x="6" y="7"/>
                    <a:pt x="4" y="6"/>
                    <a:pt x="4" y="8"/>
                  </a:cubicBezTo>
                  <a:cubicBezTo>
                    <a:pt x="3" y="8"/>
                    <a:pt x="2" y="9"/>
                    <a:pt x="2" y="8"/>
                  </a:cubicBezTo>
                  <a:cubicBezTo>
                    <a:pt x="2" y="9"/>
                    <a:pt x="0" y="7"/>
                    <a:pt x="0" y="9"/>
                  </a:cubicBezTo>
                  <a:cubicBezTo>
                    <a:pt x="0" y="11"/>
                    <a:pt x="0" y="12"/>
                    <a:pt x="0" y="14"/>
                  </a:cubicBezTo>
                  <a:cubicBezTo>
                    <a:pt x="1" y="15"/>
                    <a:pt x="2" y="15"/>
                    <a:pt x="2" y="16"/>
                  </a:cubicBezTo>
                  <a:cubicBezTo>
                    <a:pt x="3" y="18"/>
                    <a:pt x="1" y="19"/>
                    <a:pt x="2" y="20"/>
                  </a:cubicBezTo>
                  <a:cubicBezTo>
                    <a:pt x="4" y="22"/>
                    <a:pt x="8" y="21"/>
                    <a:pt x="10" y="2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7" name="Freeform 655">
              <a:extLst>
                <a:ext uri="{FF2B5EF4-FFF2-40B4-BE49-F238E27FC236}">
                  <a16:creationId xmlns:a16="http://schemas.microsoft.com/office/drawing/2014/main" id="{E8E91EE6-2B6C-5320-F57A-567D6D597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6227" y="4899942"/>
              <a:ext cx="522733" cy="641842"/>
            </a:xfrm>
            <a:custGeom>
              <a:avLst/>
              <a:gdLst>
                <a:gd name="T0" fmla="*/ 44 w 45"/>
                <a:gd name="T1" fmla="*/ 24 h 52"/>
                <a:gd name="T2" fmla="*/ 43 w 45"/>
                <a:gd name="T3" fmla="*/ 18 h 52"/>
                <a:gd name="T4" fmla="*/ 42 w 45"/>
                <a:gd name="T5" fmla="*/ 12 h 52"/>
                <a:gd name="T6" fmla="*/ 41 w 45"/>
                <a:gd name="T7" fmla="*/ 7 h 52"/>
                <a:gd name="T8" fmla="*/ 38 w 45"/>
                <a:gd name="T9" fmla="*/ 4 h 52"/>
                <a:gd name="T10" fmla="*/ 38 w 45"/>
                <a:gd name="T11" fmla="*/ 2 h 52"/>
                <a:gd name="T12" fmla="*/ 37 w 45"/>
                <a:gd name="T13" fmla="*/ 5 h 52"/>
                <a:gd name="T14" fmla="*/ 33 w 45"/>
                <a:gd name="T15" fmla="*/ 4 h 52"/>
                <a:gd name="T16" fmla="*/ 25 w 45"/>
                <a:gd name="T17" fmla="*/ 7 h 52"/>
                <a:gd name="T18" fmla="*/ 26 w 45"/>
                <a:gd name="T19" fmla="*/ 4 h 52"/>
                <a:gd name="T20" fmla="*/ 21 w 45"/>
                <a:gd name="T21" fmla="*/ 4 h 52"/>
                <a:gd name="T22" fmla="*/ 20 w 45"/>
                <a:gd name="T23" fmla="*/ 1 h 52"/>
                <a:gd name="T24" fmla="*/ 13 w 45"/>
                <a:gd name="T25" fmla="*/ 0 h 52"/>
                <a:gd name="T26" fmla="*/ 15 w 45"/>
                <a:gd name="T27" fmla="*/ 3 h 52"/>
                <a:gd name="T28" fmla="*/ 15 w 45"/>
                <a:gd name="T29" fmla="*/ 6 h 52"/>
                <a:gd name="T30" fmla="*/ 17 w 45"/>
                <a:gd name="T31" fmla="*/ 7 h 52"/>
                <a:gd name="T32" fmla="*/ 20 w 45"/>
                <a:gd name="T33" fmla="*/ 9 h 52"/>
                <a:gd name="T34" fmla="*/ 15 w 45"/>
                <a:gd name="T35" fmla="*/ 8 h 52"/>
                <a:gd name="T36" fmla="*/ 14 w 45"/>
                <a:gd name="T37" fmla="*/ 8 h 52"/>
                <a:gd name="T38" fmla="*/ 13 w 45"/>
                <a:gd name="T39" fmla="*/ 10 h 52"/>
                <a:gd name="T40" fmla="*/ 6 w 45"/>
                <a:gd name="T41" fmla="*/ 10 h 52"/>
                <a:gd name="T42" fmla="*/ 6 w 45"/>
                <a:gd name="T43" fmla="*/ 15 h 52"/>
                <a:gd name="T44" fmla="*/ 6 w 45"/>
                <a:gd name="T45" fmla="*/ 17 h 52"/>
                <a:gd name="T46" fmla="*/ 1 w 45"/>
                <a:gd name="T47" fmla="*/ 22 h 52"/>
                <a:gd name="T48" fmla="*/ 2 w 45"/>
                <a:gd name="T49" fmla="*/ 26 h 52"/>
                <a:gd name="T50" fmla="*/ 2 w 45"/>
                <a:gd name="T51" fmla="*/ 30 h 52"/>
                <a:gd name="T52" fmla="*/ 1 w 45"/>
                <a:gd name="T53" fmla="*/ 33 h 52"/>
                <a:gd name="T54" fmla="*/ 3 w 45"/>
                <a:gd name="T55" fmla="*/ 37 h 52"/>
                <a:gd name="T56" fmla="*/ 11 w 45"/>
                <a:gd name="T57" fmla="*/ 40 h 52"/>
                <a:gd name="T58" fmla="*/ 9 w 45"/>
                <a:gd name="T59" fmla="*/ 49 h 52"/>
                <a:gd name="T60" fmla="*/ 19 w 45"/>
                <a:gd name="T61" fmla="*/ 49 h 52"/>
                <a:gd name="T62" fmla="*/ 23 w 45"/>
                <a:gd name="T63" fmla="*/ 51 h 52"/>
                <a:gd name="T64" fmla="*/ 26 w 45"/>
                <a:gd name="T65" fmla="*/ 50 h 52"/>
                <a:gd name="T66" fmla="*/ 33 w 45"/>
                <a:gd name="T67" fmla="*/ 49 h 52"/>
                <a:gd name="T68" fmla="*/ 36 w 45"/>
                <a:gd name="T69" fmla="*/ 49 h 52"/>
                <a:gd name="T70" fmla="*/ 36 w 45"/>
                <a:gd name="T71" fmla="*/ 45 h 52"/>
                <a:gd name="T72" fmla="*/ 40 w 45"/>
                <a:gd name="T73" fmla="*/ 43 h 52"/>
                <a:gd name="T74" fmla="*/ 35 w 45"/>
                <a:gd name="T75" fmla="*/ 37 h 52"/>
                <a:gd name="T76" fmla="*/ 32 w 45"/>
                <a:gd name="T77" fmla="*/ 31 h 52"/>
                <a:gd name="T78" fmla="*/ 41 w 45"/>
                <a:gd name="T79" fmla="*/ 26 h 52"/>
                <a:gd name="T80" fmla="*/ 44 w 45"/>
                <a:gd name="T81" fmla="*/ 28 h 52"/>
                <a:gd name="T82" fmla="*/ 44 w 45"/>
                <a:gd name="T83" fmla="*/ 24 h 52"/>
                <a:gd name="T84" fmla="*/ 44 w 45"/>
                <a:gd name="T85" fmla="*/ 2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" h="52">
                  <a:moveTo>
                    <a:pt x="44" y="24"/>
                  </a:moveTo>
                  <a:cubicBezTo>
                    <a:pt x="43" y="22"/>
                    <a:pt x="43" y="20"/>
                    <a:pt x="43" y="18"/>
                  </a:cubicBezTo>
                  <a:cubicBezTo>
                    <a:pt x="42" y="16"/>
                    <a:pt x="41" y="15"/>
                    <a:pt x="42" y="12"/>
                  </a:cubicBezTo>
                  <a:cubicBezTo>
                    <a:pt x="43" y="10"/>
                    <a:pt x="42" y="8"/>
                    <a:pt x="41" y="7"/>
                  </a:cubicBezTo>
                  <a:cubicBezTo>
                    <a:pt x="40" y="6"/>
                    <a:pt x="38" y="5"/>
                    <a:pt x="38" y="4"/>
                  </a:cubicBezTo>
                  <a:cubicBezTo>
                    <a:pt x="38" y="4"/>
                    <a:pt x="39" y="3"/>
                    <a:pt x="38" y="2"/>
                  </a:cubicBezTo>
                  <a:cubicBezTo>
                    <a:pt x="37" y="2"/>
                    <a:pt x="37" y="5"/>
                    <a:pt x="37" y="5"/>
                  </a:cubicBezTo>
                  <a:cubicBezTo>
                    <a:pt x="35" y="5"/>
                    <a:pt x="35" y="4"/>
                    <a:pt x="33" y="4"/>
                  </a:cubicBezTo>
                  <a:cubicBezTo>
                    <a:pt x="31" y="5"/>
                    <a:pt x="28" y="7"/>
                    <a:pt x="25" y="7"/>
                  </a:cubicBezTo>
                  <a:cubicBezTo>
                    <a:pt x="24" y="6"/>
                    <a:pt x="26" y="5"/>
                    <a:pt x="26" y="4"/>
                  </a:cubicBezTo>
                  <a:cubicBezTo>
                    <a:pt x="24" y="4"/>
                    <a:pt x="23" y="5"/>
                    <a:pt x="21" y="4"/>
                  </a:cubicBezTo>
                  <a:cubicBezTo>
                    <a:pt x="20" y="3"/>
                    <a:pt x="23" y="1"/>
                    <a:pt x="20" y="1"/>
                  </a:cubicBezTo>
                  <a:cubicBezTo>
                    <a:pt x="18" y="1"/>
                    <a:pt x="16" y="1"/>
                    <a:pt x="13" y="0"/>
                  </a:cubicBezTo>
                  <a:cubicBezTo>
                    <a:pt x="14" y="1"/>
                    <a:pt x="15" y="1"/>
                    <a:pt x="15" y="3"/>
                  </a:cubicBezTo>
                  <a:cubicBezTo>
                    <a:pt x="14" y="4"/>
                    <a:pt x="14" y="4"/>
                    <a:pt x="15" y="6"/>
                  </a:cubicBezTo>
                  <a:cubicBezTo>
                    <a:pt x="15" y="8"/>
                    <a:pt x="15" y="7"/>
                    <a:pt x="17" y="7"/>
                  </a:cubicBezTo>
                  <a:cubicBezTo>
                    <a:pt x="18" y="7"/>
                    <a:pt x="19" y="8"/>
                    <a:pt x="20" y="9"/>
                  </a:cubicBezTo>
                  <a:cubicBezTo>
                    <a:pt x="19" y="8"/>
                    <a:pt x="16" y="8"/>
                    <a:pt x="15" y="8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3" y="9"/>
                    <a:pt x="14" y="10"/>
                    <a:pt x="13" y="10"/>
                  </a:cubicBezTo>
                  <a:cubicBezTo>
                    <a:pt x="11" y="11"/>
                    <a:pt x="7" y="6"/>
                    <a:pt x="6" y="10"/>
                  </a:cubicBezTo>
                  <a:cubicBezTo>
                    <a:pt x="7" y="12"/>
                    <a:pt x="8" y="14"/>
                    <a:pt x="6" y="15"/>
                  </a:cubicBezTo>
                  <a:cubicBezTo>
                    <a:pt x="5" y="17"/>
                    <a:pt x="5" y="15"/>
                    <a:pt x="6" y="17"/>
                  </a:cubicBezTo>
                  <a:cubicBezTo>
                    <a:pt x="6" y="22"/>
                    <a:pt x="0" y="20"/>
                    <a:pt x="1" y="22"/>
                  </a:cubicBezTo>
                  <a:cubicBezTo>
                    <a:pt x="1" y="23"/>
                    <a:pt x="2" y="24"/>
                    <a:pt x="2" y="26"/>
                  </a:cubicBezTo>
                  <a:cubicBezTo>
                    <a:pt x="2" y="28"/>
                    <a:pt x="1" y="28"/>
                    <a:pt x="2" y="30"/>
                  </a:cubicBezTo>
                  <a:cubicBezTo>
                    <a:pt x="3" y="31"/>
                    <a:pt x="0" y="33"/>
                    <a:pt x="1" y="33"/>
                  </a:cubicBezTo>
                  <a:cubicBezTo>
                    <a:pt x="3" y="34"/>
                    <a:pt x="2" y="36"/>
                    <a:pt x="3" y="37"/>
                  </a:cubicBezTo>
                  <a:cubicBezTo>
                    <a:pt x="4" y="40"/>
                    <a:pt x="8" y="39"/>
                    <a:pt x="11" y="40"/>
                  </a:cubicBezTo>
                  <a:cubicBezTo>
                    <a:pt x="11" y="40"/>
                    <a:pt x="9" y="48"/>
                    <a:pt x="9" y="49"/>
                  </a:cubicBezTo>
                  <a:cubicBezTo>
                    <a:pt x="13" y="49"/>
                    <a:pt x="15" y="48"/>
                    <a:pt x="19" y="49"/>
                  </a:cubicBezTo>
                  <a:cubicBezTo>
                    <a:pt x="19" y="49"/>
                    <a:pt x="23" y="52"/>
                    <a:pt x="23" y="51"/>
                  </a:cubicBezTo>
                  <a:cubicBezTo>
                    <a:pt x="24" y="49"/>
                    <a:pt x="25" y="49"/>
                    <a:pt x="26" y="50"/>
                  </a:cubicBezTo>
                  <a:cubicBezTo>
                    <a:pt x="27" y="51"/>
                    <a:pt x="32" y="48"/>
                    <a:pt x="33" y="49"/>
                  </a:cubicBezTo>
                  <a:cubicBezTo>
                    <a:pt x="33" y="49"/>
                    <a:pt x="37" y="50"/>
                    <a:pt x="36" y="49"/>
                  </a:cubicBezTo>
                  <a:cubicBezTo>
                    <a:pt x="35" y="46"/>
                    <a:pt x="34" y="46"/>
                    <a:pt x="36" y="45"/>
                  </a:cubicBezTo>
                  <a:cubicBezTo>
                    <a:pt x="38" y="43"/>
                    <a:pt x="38" y="43"/>
                    <a:pt x="40" y="43"/>
                  </a:cubicBezTo>
                  <a:cubicBezTo>
                    <a:pt x="41" y="42"/>
                    <a:pt x="36" y="38"/>
                    <a:pt x="35" y="37"/>
                  </a:cubicBezTo>
                  <a:cubicBezTo>
                    <a:pt x="34" y="37"/>
                    <a:pt x="31" y="32"/>
                    <a:pt x="32" y="31"/>
                  </a:cubicBezTo>
                  <a:cubicBezTo>
                    <a:pt x="36" y="30"/>
                    <a:pt x="38" y="29"/>
                    <a:pt x="41" y="26"/>
                  </a:cubicBezTo>
                  <a:cubicBezTo>
                    <a:pt x="42" y="25"/>
                    <a:pt x="43" y="29"/>
                    <a:pt x="44" y="28"/>
                  </a:cubicBezTo>
                  <a:cubicBezTo>
                    <a:pt x="45" y="27"/>
                    <a:pt x="45" y="25"/>
                    <a:pt x="44" y="24"/>
                  </a:cubicBezTo>
                  <a:cubicBezTo>
                    <a:pt x="44" y="23"/>
                    <a:pt x="44" y="24"/>
                    <a:pt x="44" y="2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8" name="Freeform 656">
              <a:extLst>
                <a:ext uri="{FF2B5EF4-FFF2-40B4-BE49-F238E27FC236}">
                  <a16:creationId xmlns:a16="http://schemas.microsoft.com/office/drawing/2014/main" id="{68A10D7F-CA70-27E6-7534-0A54E6EA4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7995" y="5098404"/>
              <a:ext cx="1041477" cy="654511"/>
            </a:xfrm>
            <a:custGeom>
              <a:avLst/>
              <a:gdLst>
                <a:gd name="T0" fmla="*/ 0 w 89"/>
                <a:gd name="T1" fmla="*/ 27 h 53"/>
                <a:gd name="T2" fmla="*/ 9 w 89"/>
                <a:gd name="T3" fmla="*/ 30 h 53"/>
                <a:gd name="T4" fmla="*/ 16 w 89"/>
                <a:gd name="T5" fmla="*/ 31 h 53"/>
                <a:gd name="T6" fmla="*/ 22 w 89"/>
                <a:gd name="T7" fmla="*/ 28 h 53"/>
                <a:gd name="T8" fmla="*/ 33 w 89"/>
                <a:gd name="T9" fmla="*/ 30 h 53"/>
                <a:gd name="T10" fmla="*/ 40 w 89"/>
                <a:gd name="T11" fmla="*/ 41 h 53"/>
                <a:gd name="T12" fmla="*/ 44 w 89"/>
                <a:gd name="T13" fmla="*/ 38 h 53"/>
                <a:gd name="T14" fmla="*/ 47 w 89"/>
                <a:gd name="T15" fmla="*/ 41 h 53"/>
                <a:gd name="T16" fmla="*/ 57 w 89"/>
                <a:gd name="T17" fmla="*/ 42 h 53"/>
                <a:gd name="T18" fmla="*/ 51 w 89"/>
                <a:gd name="T19" fmla="*/ 46 h 53"/>
                <a:gd name="T20" fmla="*/ 55 w 89"/>
                <a:gd name="T21" fmla="*/ 49 h 53"/>
                <a:gd name="T22" fmla="*/ 59 w 89"/>
                <a:gd name="T23" fmla="*/ 51 h 53"/>
                <a:gd name="T24" fmla="*/ 67 w 89"/>
                <a:gd name="T25" fmla="*/ 48 h 53"/>
                <a:gd name="T26" fmla="*/ 72 w 89"/>
                <a:gd name="T27" fmla="*/ 46 h 53"/>
                <a:gd name="T28" fmla="*/ 68 w 89"/>
                <a:gd name="T29" fmla="*/ 46 h 53"/>
                <a:gd name="T30" fmla="*/ 63 w 89"/>
                <a:gd name="T31" fmla="*/ 44 h 53"/>
                <a:gd name="T32" fmla="*/ 72 w 89"/>
                <a:gd name="T33" fmla="*/ 38 h 53"/>
                <a:gd name="T34" fmla="*/ 78 w 89"/>
                <a:gd name="T35" fmla="*/ 35 h 53"/>
                <a:gd name="T36" fmla="*/ 84 w 89"/>
                <a:gd name="T37" fmla="*/ 31 h 53"/>
                <a:gd name="T38" fmla="*/ 87 w 89"/>
                <a:gd name="T39" fmla="*/ 28 h 53"/>
                <a:gd name="T40" fmla="*/ 86 w 89"/>
                <a:gd name="T41" fmla="*/ 26 h 53"/>
                <a:gd name="T42" fmla="*/ 88 w 89"/>
                <a:gd name="T43" fmla="*/ 25 h 53"/>
                <a:gd name="T44" fmla="*/ 86 w 89"/>
                <a:gd name="T45" fmla="*/ 24 h 53"/>
                <a:gd name="T46" fmla="*/ 88 w 89"/>
                <a:gd name="T47" fmla="*/ 21 h 53"/>
                <a:gd name="T48" fmla="*/ 85 w 89"/>
                <a:gd name="T49" fmla="*/ 19 h 53"/>
                <a:gd name="T50" fmla="*/ 82 w 89"/>
                <a:gd name="T51" fmla="*/ 18 h 53"/>
                <a:gd name="T52" fmla="*/ 78 w 89"/>
                <a:gd name="T53" fmla="*/ 18 h 53"/>
                <a:gd name="T54" fmla="*/ 75 w 89"/>
                <a:gd name="T55" fmla="*/ 15 h 53"/>
                <a:gd name="T56" fmla="*/ 72 w 89"/>
                <a:gd name="T57" fmla="*/ 17 h 53"/>
                <a:gd name="T58" fmla="*/ 69 w 89"/>
                <a:gd name="T59" fmla="*/ 14 h 53"/>
                <a:gd name="T60" fmla="*/ 65 w 89"/>
                <a:gd name="T61" fmla="*/ 14 h 53"/>
                <a:gd name="T62" fmla="*/ 64 w 89"/>
                <a:gd name="T63" fmla="*/ 10 h 53"/>
                <a:gd name="T64" fmla="*/ 60 w 89"/>
                <a:gd name="T65" fmla="*/ 9 h 53"/>
                <a:gd name="T66" fmla="*/ 60 w 89"/>
                <a:gd name="T67" fmla="*/ 5 h 53"/>
                <a:gd name="T68" fmla="*/ 58 w 89"/>
                <a:gd name="T69" fmla="*/ 2 h 53"/>
                <a:gd name="T70" fmla="*/ 53 w 89"/>
                <a:gd name="T71" fmla="*/ 1 h 53"/>
                <a:gd name="T72" fmla="*/ 47 w 89"/>
                <a:gd name="T73" fmla="*/ 2 h 53"/>
                <a:gd name="T74" fmla="*/ 43 w 89"/>
                <a:gd name="T75" fmla="*/ 3 h 53"/>
                <a:gd name="T76" fmla="*/ 41 w 89"/>
                <a:gd name="T77" fmla="*/ 9 h 53"/>
                <a:gd name="T78" fmla="*/ 38 w 89"/>
                <a:gd name="T79" fmla="*/ 7 h 53"/>
                <a:gd name="T80" fmla="*/ 36 w 89"/>
                <a:gd name="T81" fmla="*/ 8 h 53"/>
                <a:gd name="T82" fmla="*/ 34 w 89"/>
                <a:gd name="T83" fmla="*/ 6 h 53"/>
                <a:gd name="T84" fmla="*/ 31 w 89"/>
                <a:gd name="T85" fmla="*/ 7 h 53"/>
                <a:gd name="T86" fmla="*/ 29 w 89"/>
                <a:gd name="T87" fmla="*/ 6 h 53"/>
                <a:gd name="T88" fmla="*/ 28 w 89"/>
                <a:gd name="T89" fmla="*/ 8 h 53"/>
                <a:gd name="T90" fmla="*/ 21 w 89"/>
                <a:gd name="T91" fmla="*/ 5 h 53"/>
                <a:gd name="T92" fmla="*/ 12 w 89"/>
                <a:gd name="T93" fmla="*/ 4 h 53"/>
                <a:gd name="T94" fmla="*/ 6 w 89"/>
                <a:gd name="T95" fmla="*/ 6 h 53"/>
                <a:gd name="T96" fmla="*/ 9 w 89"/>
                <a:gd name="T97" fmla="*/ 11 h 53"/>
                <a:gd name="T98" fmla="*/ 10 w 89"/>
                <a:gd name="T99" fmla="*/ 14 h 53"/>
                <a:gd name="T100" fmla="*/ 5 w 89"/>
                <a:gd name="T101" fmla="*/ 16 h 53"/>
                <a:gd name="T102" fmla="*/ 2 w 89"/>
                <a:gd name="T103" fmla="*/ 23 h 53"/>
                <a:gd name="T104" fmla="*/ 0 w 89"/>
                <a:gd name="T105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9" h="53">
                  <a:moveTo>
                    <a:pt x="0" y="27"/>
                  </a:moveTo>
                  <a:cubicBezTo>
                    <a:pt x="0" y="30"/>
                    <a:pt x="7" y="30"/>
                    <a:pt x="9" y="30"/>
                  </a:cubicBezTo>
                  <a:cubicBezTo>
                    <a:pt x="11" y="30"/>
                    <a:pt x="13" y="32"/>
                    <a:pt x="16" y="31"/>
                  </a:cubicBezTo>
                  <a:cubicBezTo>
                    <a:pt x="17" y="29"/>
                    <a:pt x="20" y="28"/>
                    <a:pt x="22" y="28"/>
                  </a:cubicBezTo>
                  <a:cubicBezTo>
                    <a:pt x="25" y="26"/>
                    <a:pt x="31" y="28"/>
                    <a:pt x="33" y="30"/>
                  </a:cubicBezTo>
                  <a:cubicBezTo>
                    <a:pt x="36" y="34"/>
                    <a:pt x="37" y="38"/>
                    <a:pt x="40" y="41"/>
                  </a:cubicBezTo>
                  <a:cubicBezTo>
                    <a:pt x="42" y="40"/>
                    <a:pt x="42" y="39"/>
                    <a:pt x="44" y="38"/>
                  </a:cubicBezTo>
                  <a:cubicBezTo>
                    <a:pt x="46" y="38"/>
                    <a:pt x="46" y="40"/>
                    <a:pt x="47" y="41"/>
                  </a:cubicBezTo>
                  <a:cubicBezTo>
                    <a:pt x="48" y="42"/>
                    <a:pt x="57" y="43"/>
                    <a:pt x="57" y="42"/>
                  </a:cubicBezTo>
                  <a:cubicBezTo>
                    <a:pt x="57" y="43"/>
                    <a:pt x="51" y="45"/>
                    <a:pt x="51" y="46"/>
                  </a:cubicBezTo>
                  <a:cubicBezTo>
                    <a:pt x="52" y="47"/>
                    <a:pt x="56" y="46"/>
                    <a:pt x="55" y="49"/>
                  </a:cubicBezTo>
                  <a:cubicBezTo>
                    <a:pt x="54" y="51"/>
                    <a:pt x="57" y="53"/>
                    <a:pt x="59" y="51"/>
                  </a:cubicBezTo>
                  <a:cubicBezTo>
                    <a:pt x="61" y="50"/>
                    <a:pt x="64" y="48"/>
                    <a:pt x="67" y="48"/>
                  </a:cubicBezTo>
                  <a:cubicBezTo>
                    <a:pt x="70" y="48"/>
                    <a:pt x="71" y="48"/>
                    <a:pt x="72" y="46"/>
                  </a:cubicBezTo>
                  <a:cubicBezTo>
                    <a:pt x="72" y="46"/>
                    <a:pt x="69" y="46"/>
                    <a:pt x="68" y="46"/>
                  </a:cubicBezTo>
                  <a:cubicBezTo>
                    <a:pt x="66" y="46"/>
                    <a:pt x="64" y="47"/>
                    <a:pt x="63" y="44"/>
                  </a:cubicBezTo>
                  <a:cubicBezTo>
                    <a:pt x="60" y="40"/>
                    <a:pt x="70" y="38"/>
                    <a:pt x="72" y="38"/>
                  </a:cubicBezTo>
                  <a:cubicBezTo>
                    <a:pt x="74" y="37"/>
                    <a:pt x="76" y="36"/>
                    <a:pt x="78" y="35"/>
                  </a:cubicBezTo>
                  <a:cubicBezTo>
                    <a:pt x="79" y="33"/>
                    <a:pt x="81" y="31"/>
                    <a:pt x="84" y="31"/>
                  </a:cubicBezTo>
                  <a:cubicBezTo>
                    <a:pt x="85" y="31"/>
                    <a:pt x="87" y="31"/>
                    <a:pt x="87" y="28"/>
                  </a:cubicBezTo>
                  <a:cubicBezTo>
                    <a:pt x="87" y="27"/>
                    <a:pt x="86" y="27"/>
                    <a:pt x="86" y="26"/>
                  </a:cubicBezTo>
                  <a:cubicBezTo>
                    <a:pt x="86" y="25"/>
                    <a:pt x="88" y="25"/>
                    <a:pt x="88" y="25"/>
                  </a:cubicBezTo>
                  <a:cubicBezTo>
                    <a:pt x="88" y="25"/>
                    <a:pt x="86" y="24"/>
                    <a:pt x="86" y="24"/>
                  </a:cubicBezTo>
                  <a:cubicBezTo>
                    <a:pt x="86" y="23"/>
                    <a:pt x="89" y="23"/>
                    <a:pt x="88" y="21"/>
                  </a:cubicBezTo>
                  <a:cubicBezTo>
                    <a:pt x="88" y="21"/>
                    <a:pt x="86" y="20"/>
                    <a:pt x="85" y="19"/>
                  </a:cubicBezTo>
                  <a:cubicBezTo>
                    <a:pt x="84" y="18"/>
                    <a:pt x="83" y="20"/>
                    <a:pt x="82" y="18"/>
                  </a:cubicBezTo>
                  <a:cubicBezTo>
                    <a:pt x="81" y="17"/>
                    <a:pt x="80" y="17"/>
                    <a:pt x="78" y="18"/>
                  </a:cubicBezTo>
                  <a:cubicBezTo>
                    <a:pt x="77" y="18"/>
                    <a:pt x="76" y="15"/>
                    <a:pt x="75" y="15"/>
                  </a:cubicBezTo>
                  <a:cubicBezTo>
                    <a:pt x="74" y="14"/>
                    <a:pt x="73" y="16"/>
                    <a:pt x="72" y="17"/>
                  </a:cubicBezTo>
                  <a:cubicBezTo>
                    <a:pt x="71" y="17"/>
                    <a:pt x="70" y="14"/>
                    <a:pt x="69" y="14"/>
                  </a:cubicBezTo>
                  <a:cubicBezTo>
                    <a:pt x="68" y="14"/>
                    <a:pt x="65" y="15"/>
                    <a:pt x="65" y="14"/>
                  </a:cubicBezTo>
                  <a:cubicBezTo>
                    <a:pt x="65" y="13"/>
                    <a:pt x="65" y="11"/>
                    <a:pt x="64" y="10"/>
                  </a:cubicBezTo>
                  <a:cubicBezTo>
                    <a:pt x="63" y="9"/>
                    <a:pt x="61" y="10"/>
                    <a:pt x="60" y="9"/>
                  </a:cubicBezTo>
                  <a:cubicBezTo>
                    <a:pt x="59" y="8"/>
                    <a:pt x="58" y="6"/>
                    <a:pt x="60" y="5"/>
                  </a:cubicBezTo>
                  <a:cubicBezTo>
                    <a:pt x="61" y="5"/>
                    <a:pt x="59" y="2"/>
                    <a:pt x="58" y="2"/>
                  </a:cubicBezTo>
                  <a:cubicBezTo>
                    <a:pt x="57" y="1"/>
                    <a:pt x="54" y="2"/>
                    <a:pt x="53" y="1"/>
                  </a:cubicBezTo>
                  <a:cubicBezTo>
                    <a:pt x="50" y="0"/>
                    <a:pt x="50" y="6"/>
                    <a:pt x="47" y="2"/>
                  </a:cubicBezTo>
                  <a:cubicBezTo>
                    <a:pt x="46" y="2"/>
                    <a:pt x="44" y="3"/>
                    <a:pt x="43" y="3"/>
                  </a:cubicBezTo>
                  <a:cubicBezTo>
                    <a:pt x="41" y="4"/>
                    <a:pt x="42" y="9"/>
                    <a:pt x="41" y="9"/>
                  </a:cubicBezTo>
                  <a:cubicBezTo>
                    <a:pt x="40" y="9"/>
                    <a:pt x="39" y="7"/>
                    <a:pt x="38" y="7"/>
                  </a:cubicBezTo>
                  <a:cubicBezTo>
                    <a:pt x="38" y="7"/>
                    <a:pt x="37" y="8"/>
                    <a:pt x="36" y="8"/>
                  </a:cubicBezTo>
                  <a:cubicBezTo>
                    <a:pt x="35" y="8"/>
                    <a:pt x="34" y="7"/>
                    <a:pt x="34" y="6"/>
                  </a:cubicBezTo>
                  <a:cubicBezTo>
                    <a:pt x="34" y="5"/>
                    <a:pt x="32" y="7"/>
                    <a:pt x="31" y="7"/>
                  </a:cubicBezTo>
                  <a:cubicBezTo>
                    <a:pt x="30" y="7"/>
                    <a:pt x="30" y="6"/>
                    <a:pt x="29" y="6"/>
                  </a:cubicBezTo>
                  <a:cubicBezTo>
                    <a:pt x="28" y="6"/>
                    <a:pt x="28" y="7"/>
                    <a:pt x="28" y="8"/>
                  </a:cubicBezTo>
                  <a:cubicBezTo>
                    <a:pt x="28" y="8"/>
                    <a:pt x="21" y="5"/>
                    <a:pt x="21" y="5"/>
                  </a:cubicBezTo>
                  <a:cubicBezTo>
                    <a:pt x="18" y="4"/>
                    <a:pt x="15" y="4"/>
                    <a:pt x="12" y="4"/>
                  </a:cubicBezTo>
                  <a:cubicBezTo>
                    <a:pt x="10" y="4"/>
                    <a:pt x="9" y="6"/>
                    <a:pt x="6" y="6"/>
                  </a:cubicBezTo>
                  <a:cubicBezTo>
                    <a:pt x="6" y="9"/>
                    <a:pt x="9" y="9"/>
                    <a:pt x="9" y="11"/>
                  </a:cubicBezTo>
                  <a:cubicBezTo>
                    <a:pt x="9" y="12"/>
                    <a:pt x="10" y="13"/>
                    <a:pt x="10" y="14"/>
                  </a:cubicBezTo>
                  <a:cubicBezTo>
                    <a:pt x="9" y="15"/>
                    <a:pt x="6" y="15"/>
                    <a:pt x="5" y="16"/>
                  </a:cubicBezTo>
                  <a:cubicBezTo>
                    <a:pt x="2" y="18"/>
                    <a:pt x="3" y="20"/>
                    <a:pt x="2" y="23"/>
                  </a:cubicBezTo>
                  <a:cubicBezTo>
                    <a:pt x="2" y="25"/>
                    <a:pt x="1" y="26"/>
                    <a:pt x="0" y="2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69" name="Freeform 657">
              <a:extLst>
                <a:ext uri="{FF2B5EF4-FFF2-40B4-BE49-F238E27FC236}">
                  <a16:creationId xmlns:a16="http://schemas.microsoft.com/office/drawing/2014/main" id="{30FDA3A4-9A3B-C50A-79B9-194B01331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0787" y="5343315"/>
              <a:ext cx="351150" cy="152014"/>
            </a:xfrm>
            <a:custGeom>
              <a:avLst/>
              <a:gdLst>
                <a:gd name="T0" fmla="*/ 30 w 30"/>
                <a:gd name="T1" fmla="*/ 4 h 12"/>
                <a:gd name="T2" fmla="*/ 22 w 30"/>
                <a:gd name="T3" fmla="*/ 0 h 12"/>
                <a:gd name="T4" fmla="*/ 17 w 30"/>
                <a:gd name="T5" fmla="*/ 0 h 12"/>
                <a:gd name="T6" fmla="*/ 14 w 30"/>
                <a:gd name="T7" fmla="*/ 1 h 12"/>
                <a:gd name="T8" fmla="*/ 11 w 30"/>
                <a:gd name="T9" fmla="*/ 0 h 12"/>
                <a:gd name="T10" fmla="*/ 8 w 30"/>
                <a:gd name="T11" fmla="*/ 3 h 12"/>
                <a:gd name="T12" fmla="*/ 3 w 30"/>
                <a:gd name="T13" fmla="*/ 9 h 12"/>
                <a:gd name="T14" fmla="*/ 11 w 30"/>
                <a:gd name="T15" fmla="*/ 11 h 12"/>
                <a:gd name="T16" fmla="*/ 13 w 30"/>
                <a:gd name="T17" fmla="*/ 9 h 12"/>
                <a:gd name="T18" fmla="*/ 18 w 30"/>
                <a:gd name="T19" fmla="*/ 9 h 12"/>
                <a:gd name="T20" fmla="*/ 19 w 30"/>
                <a:gd name="T21" fmla="*/ 6 h 12"/>
                <a:gd name="T22" fmla="*/ 24 w 30"/>
                <a:gd name="T23" fmla="*/ 7 h 12"/>
                <a:gd name="T24" fmla="*/ 28 w 30"/>
                <a:gd name="T25" fmla="*/ 7 h 12"/>
                <a:gd name="T26" fmla="*/ 30 w 30"/>
                <a:gd name="T27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12">
                  <a:moveTo>
                    <a:pt x="30" y="4"/>
                  </a:moveTo>
                  <a:cubicBezTo>
                    <a:pt x="27" y="2"/>
                    <a:pt x="26" y="0"/>
                    <a:pt x="22" y="0"/>
                  </a:cubicBezTo>
                  <a:cubicBezTo>
                    <a:pt x="20" y="0"/>
                    <a:pt x="19" y="0"/>
                    <a:pt x="17" y="0"/>
                  </a:cubicBezTo>
                  <a:cubicBezTo>
                    <a:pt x="15" y="0"/>
                    <a:pt x="15" y="1"/>
                    <a:pt x="14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1"/>
                    <a:pt x="9" y="2"/>
                    <a:pt x="8" y="3"/>
                  </a:cubicBezTo>
                  <a:cubicBezTo>
                    <a:pt x="6" y="5"/>
                    <a:pt x="0" y="4"/>
                    <a:pt x="3" y="9"/>
                  </a:cubicBezTo>
                  <a:cubicBezTo>
                    <a:pt x="4" y="11"/>
                    <a:pt x="8" y="12"/>
                    <a:pt x="11" y="11"/>
                  </a:cubicBezTo>
                  <a:cubicBezTo>
                    <a:pt x="12" y="11"/>
                    <a:pt x="12" y="9"/>
                    <a:pt x="13" y="9"/>
                  </a:cubicBezTo>
                  <a:cubicBezTo>
                    <a:pt x="15" y="9"/>
                    <a:pt x="17" y="9"/>
                    <a:pt x="18" y="9"/>
                  </a:cubicBezTo>
                  <a:cubicBezTo>
                    <a:pt x="19" y="9"/>
                    <a:pt x="19" y="7"/>
                    <a:pt x="19" y="6"/>
                  </a:cubicBezTo>
                  <a:cubicBezTo>
                    <a:pt x="20" y="5"/>
                    <a:pt x="23" y="7"/>
                    <a:pt x="24" y="7"/>
                  </a:cubicBezTo>
                  <a:cubicBezTo>
                    <a:pt x="25" y="7"/>
                    <a:pt x="27" y="7"/>
                    <a:pt x="28" y="7"/>
                  </a:cubicBezTo>
                  <a:cubicBezTo>
                    <a:pt x="29" y="7"/>
                    <a:pt x="29" y="5"/>
                    <a:pt x="30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0" name="Freeform 658">
              <a:extLst>
                <a:ext uri="{FF2B5EF4-FFF2-40B4-BE49-F238E27FC236}">
                  <a16:creationId xmlns:a16="http://schemas.microsoft.com/office/drawing/2014/main" id="{798839E8-CA7D-CE95-EC16-544963DD5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7846" y="4785926"/>
              <a:ext cx="550666" cy="434936"/>
            </a:xfrm>
            <a:custGeom>
              <a:avLst/>
              <a:gdLst>
                <a:gd name="T0" fmla="*/ 11 w 47"/>
                <a:gd name="T1" fmla="*/ 29 h 35"/>
                <a:gd name="T2" fmla="*/ 18 w 47"/>
                <a:gd name="T3" fmla="*/ 30 h 35"/>
                <a:gd name="T4" fmla="*/ 23 w 47"/>
                <a:gd name="T5" fmla="*/ 33 h 35"/>
                <a:gd name="T6" fmla="*/ 25 w 47"/>
                <a:gd name="T7" fmla="*/ 31 h 35"/>
                <a:gd name="T8" fmla="*/ 29 w 47"/>
                <a:gd name="T9" fmla="*/ 32 h 35"/>
                <a:gd name="T10" fmla="*/ 33 w 47"/>
                <a:gd name="T11" fmla="*/ 32 h 35"/>
                <a:gd name="T12" fmla="*/ 36 w 47"/>
                <a:gd name="T13" fmla="*/ 33 h 35"/>
                <a:gd name="T14" fmla="*/ 38 w 47"/>
                <a:gd name="T15" fmla="*/ 28 h 35"/>
                <a:gd name="T16" fmla="*/ 42 w 47"/>
                <a:gd name="T17" fmla="*/ 27 h 35"/>
                <a:gd name="T18" fmla="*/ 40 w 47"/>
                <a:gd name="T19" fmla="*/ 22 h 35"/>
                <a:gd name="T20" fmla="*/ 44 w 47"/>
                <a:gd name="T21" fmla="*/ 21 h 35"/>
                <a:gd name="T22" fmla="*/ 45 w 47"/>
                <a:gd name="T23" fmla="*/ 17 h 35"/>
                <a:gd name="T24" fmla="*/ 42 w 47"/>
                <a:gd name="T25" fmla="*/ 15 h 35"/>
                <a:gd name="T26" fmla="*/ 39 w 47"/>
                <a:gd name="T27" fmla="*/ 11 h 35"/>
                <a:gd name="T28" fmla="*/ 38 w 47"/>
                <a:gd name="T29" fmla="*/ 6 h 35"/>
                <a:gd name="T30" fmla="*/ 35 w 47"/>
                <a:gd name="T31" fmla="*/ 2 h 35"/>
                <a:gd name="T32" fmla="*/ 33 w 47"/>
                <a:gd name="T33" fmla="*/ 2 h 35"/>
                <a:gd name="T34" fmla="*/ 30 w 47"/>
                <a:gd name="T35" fmla="*/ 1 h 35"/>
                <a:gd name="T36" fmla="*/ 28 w 47"/>
                <a:gd name="T37" fmla="*/ 2 h 35"/>
                <a:gd name="T38" fmla="*/ 25 w 47"/>
                <a:gd name="T39" fmla="*/ 0 h 35"/>
                <a:gd name="T40" fmla="*/ 22 w 47"/>
                <a:gd name="T41" fmla="*/ 2 h 35"/>
                <a:gd name="T42" fmla="*/ 17 w 47"/>
                <a:gd name="T43" fmla="*/ 3 h 35"/>
                <a:gd name="T44" fmla="*/ 17 w 47"/>
                <a:gd name="T45" fmla="*/ 6 h 35"/>
                <a:gd name="T46" fmla="*/ 13 w 47"/>
                <a:gd name="T47" fmla="*/ 9 h 35"/>
                <a:gd name="T48" fmla="*/ 12 w 47"/>
                <a:gd name="T49" fmla="*/ 13 h 35"/>
                <a:gd name="T50" fmla="*/ 8 w 47"/>
                <a:gd name="T51" fmla="*/ 14 h 35"/>
                <a:gd name="T52" fmla="*/ 1 w 47"/>
                <a:gd name="T53" fmla="*/ 16 h 35"/>
                <a:gd name="T54" fmla="*/ 2 w 47"/>
                <a:gd name="T55" fmla="*/ 24 h 35"/>
                <a:gd name="T56" fmla="*/ 1 w 47"/>
                <a:gd name="T57" fmla="*/ 27 h 35"/>
                <a:gd name="T58" fmla="*/ 1 w 47"/>
                <a:gd name="T59" fmla="*/ 31 h 35"/>
                <a:gd name="T60" fmla="*/ 5 w 47"/>
                <a:gd name="T61" fmla="*/ 30 h 35"/>
                <a:gd name="T62" fmla="*/ 11 w 47"/>
                <a:gd name="T63" fmla="*/ 2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7" h="35">
                  <a:moveTo>
                    <a:pt x="11" y="29"/>
                  </a:moveTo>
                  <a:cubicBezTo>
                    <a:pt x="14" y="29"/>
                    <a:pt x="16" y="30"/>
                    <a:pt x="18" y="30"/>
                  </a:cubicBezTo>
                  <a:cubicBezTo>
                    <a:pt x="18" y="30"/>
                    <a:pt x="23" y="33"/>
                    <a:pt x="23" y="33"/>
                  </a:cubicBezTo>
                  <a:cubicBezTo>
                    <a:pt x="23" y="32"/>
                    <a:pt x="24" y="29"/>
                    <a:pt x="25" y="31"/>
                  </a:cubicBezTo>
                  <a:cubicBezTo>
                    <a:pt x="27" y="34"/>
                    <a:pt x="28" y="29"/>
                    <a:pt x="29" y="32"/>
                  </a:cubicBezTo>
                  <a:cubicBezTo>
                    <a:pt x="30" y="34"/>
                    <a:pt x="32" y="32"/>
                    <a:pt x="33" y="32"/>
                  </a:cubicBezTo>
                  <a:cubicBezTo>
                    <a:pt x="34" y="31"/>
                    <a:pt x="36" y="35"/>
                    <a:pt x="36" y="33"/>
                  </a:cubicBezTo>
                  <a:cubicBezTo>
                    <a:pt x="37" y="31"/>
                    <a:pt x="36" y="29"/>
                    <a:pt x="38" y="28"/>
                  </a:cubicBezTo>
                  <a:cubicBezTo>
                    <a:pt x="39" y="28"/>
                    <a:pt x="41" y="27"/>
                    <a:pt x="42" y="27"/>
                  </a:cubicBezTo>
                  <a:cubicBezTo>
                    <a:pt x="41" y="26"/>
                    <a:pt x="40" y="24"/>
                    <a:pt x="40" y="22"/>
                  </a:cubicBezTo>
                  <a:cubicBezTo>
                    <a:pt x="40" y="20"/>
                    <a:pt x="42" y="22"/>
                    <a:pt x="44" y="21"/>
                  </a:cubicBezTo>
                  <a:cubicBezTo>
                    <a:pt x="46" y="21"/>
                    <a:pt x="47" y="19"/>
                    <a:pt x="45" y="17"/>
                  </a:cubicBezTo>
                  <a:cubicBezTo>
                    <a:pt x="44" y="16"/>
                    <a:pt x="43" y="17"/>
                    <a:pt x="42" y="15"/>
                  </a:cubicBezTo>
                  <a:cubicBezTo>
                    <a:pt x="41" y="14"/>
                    <a:pt x="40" y="13"/>
                    <a:pt x="39" y="11"/>
                  </a:cubicBezTo>
                  <a:cubicBezTo>
                    <a:pt x="38" y="10"/>
                    <a:pt x="38" y="8"/>
                    <a:pt x="38" y="6"/>
                  </a:cubicBezTo>
                  <a:cubicBezTo>
                    <a:pt x="39" y="4"/>
                    <a:pt x="36" y="2"/>
                    <a:pt x="35" y="2"/>
                  </a:cubicBezTo>
                  <a:cubicBezTo>
                    <a:pt x="34" y="1"/>
                    <a:pt x="34" y="2"/>
                    <a:pt x="33" y="2"/>
                  </a:cubicBezTo>
                  <a:cubicBezTo>
                    <a:pt x="31" y="3"/>
                    <a:pt x="31" y="2"/>
                    <a:pt x="30" y="1"/>
                  </a:cubicBezTo>
                  <a:cubicBezTo>
                    <a:pt x="29" y="0"/>
                    <a:pt x="29" y="2"/>
                    <a:pt x="28" y="2"/>
                  </a:cubicBezTo>
                  <a:cubicBezTo>
                    <a:pt x="27" y="2"/>
                    <a:pt x="25" y="0"/>
                    <a:pt x="25" y="0"/>
                  </a:cubicBezTo>
                  <a:cubicBezTo>
                    <a:pt x="23" y="0"/>
                    <a:pt x="23" y="2"/>
                    <a:pt x="22" y="2"/>
                  </a:cubicBezTo>
                  <a:cubicBezTo>
                    <a:pt x="20" y="3"/>
                    <a:pt x="19" y="3"/>
                    <a:pt x="17" y="3"/>
                  </a:cubicBezTo>
                  <a:cubicBezTo>
                    <a:pt x="16" y="4"/>
                    <a:pt x="17" y="6"/>
                    <a:pt x="17" y="6"/>
                  </a:cubicBezTo>
                  <a:cubicBezTo>
                    <a:pt x="16" y="8"/>
                    <a:pt x="13" y="7"/>
                    <a:pt x="13" y="9"/>
                  </a:cubicBezTo>
                  <a:cubicBezTo>
                    <a:pt x="12" y="10"/>
                    <a:pt x="12" y="11"/>
                    <a:pt x="12" y="13"/>
                  </a:cubicBezTo>
                  <a:cubicBezTo>
                    <a:pt x="12" y="14"/>
                    <a:pt x="9" y="14"/>
                    <a:pt x="8" y="14"/>
                  </a:cubicBezTo>
                  <a:cubicBezTo>
                    <a:pt x="5" y="15"/>
                    <a:pt x="4" y="16"/>
                    <a:pt x="1" y="16"/>
                  </a:cubicBezTo>
                  <a:cubicBezTo>
                    <a:pt x="2" y="19"/>
                    <a:pt x="5" y="21"/>
                    <a:pt x="2" y="24"/>
                  </a:cubicBezTo>
                  <a:cubicBezTo>
                    <a:pt x="0" y="25"/>
                    <a:pt x="0" y="26"/>
                    <a:pt x="1" y="27"/>
                  </a:cubicBezTo>
                  <a:cubicBezTo>
                    <a:pt x="3" y="28"/>
                    <a:pt x="1" y="30"/>
                    <a:pt x="1" y="31"/>
                  </a:cubicBezTo>
                  <a:cubicBezTo>
                    <a:pt x="3" y="31"/>
                    <a:pt x="4" y="31"/>
                    <a:pt x="5" y="30"/>
                  </a:cubicBezTo>
                  <a:cubicBezTo>
                    <a:pt x="7" y="29"/>
                    <a:pt x="10" y="29"/>
                    <a:pt x="11" y="2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1" name="Freeform 659">
              <a:extLst>
                <a:ext uri="{FF2B5EF4-FFF2-40B4-BE49-F238E27FC236}">
                  <a16:creationId xmlns:a16="http://schemas.microsoft.com/office/drawing/2014/main" id="{FF7B5D09-17E6-35E3-41D2-8FEDF8AF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0158" y="4760591"/>
              <a:ext cx="339177" cy="236471"/>
            </a:xfrm>
            <a:custGeom>
              <a:avLst/>
              <a:gdLst>
                <a:gd name="T0" fmla="*/ 16 w 29"/>
                <a:gd name="T1" fmla="*/ 18 h 19"/>
                <a:gd name="T2" fmla="*/ 23 w 29"/>
                <a:gd name="T3" fmla="*/ 15 h 19"/>
                <a:gd name="T4" fmla="*/ 23 w 29"/>
                <a:gd name="T5" fmla="*/ 12 h 19"/>
                <a:gd name="T6" fmla="*/ 27 w 29"/>
                <a:gd name="T7" fmla="*/ 9 h 19"/>
                <a:gd name="T8" fmla="*/ 26 w 29"/>
                <a:gd name="T9" fmla="*/ 4 h 19"/>
                <a:gd name="T10" fmla="*/ 19 w 29"/>
                <a:gd name="T11" fmla="*/ 1 h 19"/>
                <a:gd name="T12" fmla="*/ 10 w 29"/>
                <a:gd name="T13" fmla="*/ 1 h 19"/>
                <a:gd name="T14" fmla="*/ 0 w 29"/>
                <a:gd name="T15" fmla="*/ 4 h 19"/>
                <a:gd name="T16" fmla="*/ 1 w 29"/>
                <a:gd name="T17" fmla="*/ 6 h 19"/>
                <a:gd name="T18" fmla="*/ 2 w 29"/>
                <a:gd name="T19" fmla="*/ 9 h 19"/>
                <a:gd name="T20" fmla="*/ 5 w 29"/>
                <a:gd name="T21" fmla="*/ 10 h 19"/>
                <a:gd name="T22" fmla="*/ 9 w 29"/>
                <a:gd name="T23" fmla="*/ 11 h 19"/>
                <a:gd name="T24" fmla="*/ 8 w 29"/>
                <a:gd name="T25" fmla="*/ 15 h 19"/>
                <a:gd name="T26" fmla="*/ 12 w 29"/>
                <a:gd name="T27" fmla="*/ 18 h 19"/>
                <a:gd name="T28" fmla="*/ 16 w 29"/>
                <a:gd name="T29" fmla="*/ 18 h 19"/>
                <a:gd name="T30" fmla="*/ 16 w 29"/>
                <a:gd name="T3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19">
                  <a:moveTo>
                    <a:pt x="16" y="18"/>
                  </a:moveTo>
                  <a:cubicBezTo>
                    <a:pt x="18" y="16"/>
                    <a:pt x="21" y="16"/>
                    <a:pt x="23" y="15"/>
                  </a:cubicBezTo>
                  <a:cubicBezTo>
                    <a:pt x="23" y="14"/>
                    <a:pt x="23" y="13"/>
                    <a:pt x="23" y="12"/>
                  </a:cubicBezTo>
                  <a:cubicBezTo>
                    <a:pt x="24" y="10"/>
                    <a:pt x="25" y="10"/>
                    <a:pt x="27" y="9"/>
                  </a:cubicBezTo>
                  <a:cubicBezTo>
                    <a:pt x="29" y="8"/>
                    <a:pt x="28" y="5"/>
                    <a:pt x="26" y="4"/>
                  </a:cubicBezTo>
                  <a:cubicBezTo>
                    <a:pt x="24" y="3"/>
                    <a:pt x="22" y="2"/>
                    <a:pt x="19" y="1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8" y="1"/>
                    <a:pt x="0" y="0"/>
                    <a:pt x="0" y="4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2" y="7"/>
                    <a:pt x="1" y="8"/>
                    <a:pt x="2" y="9"/>
                  </a:cubicBezTo>
                  <a:cubicBezTo>
                    <a:pt x="3" y="9"/>
                    <a:pt x="4" y="11"/>
                    <a:pt x="5" y="10"/>
                  </a:cubicBezTo>
                  <a:cubicBezTo>
                    <a:pt x="7" y="10"/>
                    <a:pt x="9" y="9"/>
                    <a:pt x="9" y="11"/>
                  </a:cubicBezTo>
                  <a:cubicBezTo>
                    <a:pt x="9" y="12"/>
                    <a:pt x="9" y="14"/>
                    <a:pt x="8" y="15"/>
                  </a:cubicBezTo>
                  <a:cubicBezTo>
                    <a:pt x="11" y="15"/>
                    <a:pt x="11" y="15"/>
                    <a:pt x="12" y="18"/>
                  </a:cubicBezTo>
                  <a:cubicBezTo>
                    <a:pt x="13" y="18"/>
                    <a:pt x="16" y="18"/>
                    <a:pt x="16" y="18"/>
                  </a:cubicBezTo>
                  <a:cubicBezTo>
                    <a:pt x="17" y="17"/>
                    <a:pt x="15" y="19"/>
                    <a:pt x="16" y="1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2" name="Freeform 660">
              <a:extLst>
                <a:ext uri="{FF2B5EF4-FFF2-40B4-BE49-F238E27FC236}">
                  <a16:creationId xmlns:a16="http://schemas.microsoft.com/office/drawing/2014/main" id="{75BD8005-D773-0DEB-DCF9-EC42BBE1E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0158" y="4612799"/>
              <a:ext cx="418987" cy="223804"/>
            </a:xfrm>
            <a:custGeom>
              <a:avLst/>
              <a:gdLst>
                <a:gd name="T0" fmla="*/ 11 w 36"/>
                <a:gd name="T1" fmla="*/ 13 h 18"/>
                <a:gd name="T2" fmla="*/ 19 w 36"/>
                <a:gd name="T3" fmla="*/ 12 h 18"/>
                <a:gd name="T4" fmla="*/ 25 w 36"/>
                <a:gd name="T5" fmla="*/ 15 h 18"/>
                <a:gd name="T6" fmla="*/ 29 w 36"/>
                <a:gd name="T7" fmla="*/ 17 h 18"/>
                <a:gd name="T8" fmla="*/ 33 w 36"/>
                <a:gd name="T9" fmla="*/ 16 h 18"/>
                <a:gd name="T10" fmla="*/ 36 w 36"/>
                <a:gd name="T11" fmla="*/ 14 h 18"/>
                <a:gd name="T12" fmla="*/ 34 w 36"/>
                <a:gd name="T13" fmla="*/ 8 h 18"/>
                <a:gd name="T14" fmla="*/ 31 w 36"/>
                <a:gd name="T15" fmla="*/ 4 h 18"/>
                <a:gd name="T16" fmla="*/ 25 w 36"/>
                <a:gd name="T17" fmla="*/ 3 h 18"/>
                <a:gd name="T18" fmla="*/ 18 w 36"/>
                <a:gd name="T19" fmla="*/ 1 h 18"/>
                <a:gd name="T20" fmla="*/ 17 w 36"/>
                <a:gd name="T21" fmla="*/ 5 h 18"/>
                <a:gd name="T22" fmla="*/ 15 w 36"/>
                <a:gd name="T23" fmla="*/ 7 h 18"/>
                <a:gd name="T24" fmla="*/ 8 w 36"/>
                <a:gd name="T25" fmla="*/ 4 h 18"/>
                <a:gd name="T26" fmla="*/ 0 w 36"/>
                <a:gd name="T27" fmla="*/ 15 h 18"/>
                <a:gd name="T28" fmla="*/ 11 w 36"/>
                <a:gd name="T29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8">
                  <a:moveTo>
                    <a:pt x="11" y="13"/>
                  </a:moveTo>
                  <a:cubicBezTo>
                    <a:pt x="14" y="13"/>
                    <a:pt x="16" y="12"/>
                    <a:pt x="19" y="12"/>
                  </a:cubicBezTo>
                  <a:cubicBezTo>
                    <a:pt x="20" y="12"/>
                    <a:pt x="24" y="14"/>
                    <a:pt x="25" y="15"/>
                  </a:cubicBezTo>
                  <a:cubicBezTo>
                    <a:pt x="26" y="16"/>
                    <a:pt x="27" y="18"/>
                    <a:pt x="29" y="17"/>
                  </a:cubicBezTo>
                  <a:cubicBezTo>
                    <a:pt x="30" y="17"/>
                    <a:pt x="31" y="16"/>
                    <a:pt x="33" y="16"/>
                  </a:cubicBezTo>
                  <a:cubicBezTo>
                    <a:pt x="34" y="16"/>
                    <a:pt x="34" y="14"/>
                    <a:pt x="36" y="14"/>
                  </a:cubicBezTo>
                  <a:cubicBezTo>
                    <a:pt x="35" y="12"/>
                    <a:pt x="33" y="9"/>
                    <a:pt x="34" y="8"/>
                  </a:cubicBezTo>
                  <a:cubicBezTo>
                    <a:pt x="35" y="6"/>
                    <a:pt x="32" y="4"/>
                    <a:pt x="31" y="4"/>
                  </a:cubicBezTo>
                  <a:cubicBezTo>
                    <a:pt x="29" y="3"/>
                    <a:pt x="27" y="5"/>
                    <a:pt x="25" y="3"/>
                  </a:cubicBezTo>
                  <a:cubicBezTo>
                    <a:pt x="22" y="1"/>
                    <a:pt x="21" y="0"/>
                    <a:pt x="18" y="1"/>
                  </a:cubicBezTo>
                  <a:cubicBezTo>
                    <a:pt x="16" y="2"/>
                    <a:pt x="17" y="3"/>
                    <a:pt x="17" y="5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2" y="9"/>
                    <a:pt x="10" y="5"/>
                    <a:pt x="8" y="4"/>
                  </a:cubicBezTo>
                  <a:cubicBezTo>
                    <a:pt x="3" y="0"/>
                    <a:pt x="0" y="11"/>
                    <a:pt x="0" y="15"/>
                  </a:cubicBezTo>
                  <a:cubicBezTo>
                    <a:pt x="4" y="13"/>
                    <a:pt x="7" y="13"/>
                    <a:pt x="11" y="1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3" name="Freeform 661">
              <a:extLst>
                <a:ext uri="{FF2B5EF4-FFF2-40B4-BE49-F238E27FC236}">
                  <a16:creationId xmlns:a16="http://schemas.microsoft.com/office/drawing/2014/main" id="{F051200D-9157-5FBD-1807-ACFAFD22F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7846" y="4477676"/>
              <a:ext cx="279325" cy="185795"/>
            </a:xfrm>
            <a:custGeom>
              <a:avLst/>
              <a:gdLst>
                <a:gd name="T0" fmla="*/ 16 w 24"/>
                <a:gd name="T1" fmla="*/ 15 h 15"/>
                <a:gd name="T2" fmla="*/ 20 w 24"/>
                <a:gd name="T3" fmla="*/ 15 h 15"/>
                <a:gd name="T4" fmla="*/ 22 w 24"/>
                <a:gd name="T5" fmla="*/ 13 h 15"/>
                <a:gd name="T6" fmla="*/ 22 w 24"/>
                <a:gd name="T7" fmla="*/ 10 h 15"/>
                <a:gd name="T8" fmla="*/ 21 w 24"/>
                <a:gd name="T9" fmla="*/ 5 h 15"/>
                <a:gd name="T10" fmla="*/ 24 w 24"/>
                <a:gd name="T11" fmla="*/ 0 h 15"/>
                <a:gd name="T12" fmla="*/ 12 w 24"/>
                <a:gd name="T13" fmla="*/ 0 h 15"/>
                <a:gd name="T14" fmla="*/ 6 w 24"/>
                <a:gd name="T15" fmla="*/ 1 h 15"/>
                <a:gd name="T16" fmla="*/ 0 w 24"/>
                <a:gd name="T17" fmla="*/ 5 h 15"/>
                <a:gd name="T18" fmla="*/ 2 w 24"/>
                <a:gd name="T19" fmla="*/ 6 h 15"/>
                <a:gd name="T20" fmla="*/ 2 w 24"/>
                <a:gd name="T21" fmla="*/ 8 h 15"/>
                <a:gd name="T22" fmla="*/ 7 w 24"/>
                <a:gd name="T23" fmla="*/ 9 h 15"/>
                <a:gd name="T24" fmla="*/ 6 w 24"/>
                <a:gd name="T25" fmla="*/ 13 h 15"/>
                <a:gd name="T26" fmla="*/ 11 w 24"/>
                <a:gd name="T27" fmla="*/ 12 h 15"/>
                <a:gd name="T28" fmla="*/ 16 w 24"/>
                <a:gd name="T2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" h="15">
                  <a:moveTo>
                    <a:pt x="16" y="15"/>
                  </a:moveTo>
                  <a:cubicBezTo>
                    <a:pt x="17" y="15"/>
                    <a:pt x="19" y="15"/>
                    <a:pt x="20" y="15"/>
                  </a:cubicBezTo>
                  <a:cubicBezTo>
                    <a:pt x="20" y="14"/>
                    <a:pt x="22" y="14"/>
                    <a:pt x="22" y="13"/>
                  </a:cubicBezTo>
                  <a:cubicBezTo>
                    <a:pt x="22" y="12"/>
                    <a:pt x="22" y="11"/>
                    <a:pt x="22" y="10"/>
                  </a:cubicBezTo>
                  <a:cubicBezTo>
                    <a:pt x="21" y="8"/>
                    <a:pt x="20" y="7"/>
                    <a:pt x="21" y="5"/>
                  </a:cubicBezTo>
                  <a:cubicBezTo>
                    <a:pt x="23" y="4"/>
                    <a:pt x="24" y="2"/>
                    <a:pt x="24" y="0"/>
                  </a:cubicBezTo>
                  <a:cubicBezTo>
                    <a:pt x="22" y="3"/>
                    <a:pt x="15" y="0"/>
                    <a:pt x="12" y="0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5" y="1"/>
                    <a:pt x="0" y="5"/>
                    <a:pt x="0" y="5"/>
                  </a:cubicBezTo>
                  <a:cubicBezTo>
                    <a:pt x="0" y="6"/>
                    <a:pt x="3" y="5"/>
                    <a:pt x="2" y="6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3" y="10"/>
                    <a:pt x="7" y="9"/>
                    <a:pt x="7" y="9"/>
                  </a:cubicBezTo>
                  <a:cubicBezTo>
                    <a:pt x="7" y="10"/>
                    <a:pt x="6" y="12"/>
                    <a:pt x="6" y="13"/>
                  </a:cubicBezTo>
                  <a:cubicBezTo>
                    <a:pt x="7" y="12"/>
                    <a:pt x="9" y="11"/>
                    <a:pt x="11" y="12"/>
                  </a:cubicBezTo>
                  <a:cubicBezTo>
                    <a:pt x="13" y="13"/>
                    <a:pt x="14" y="15"/>
                    <a:pt x="16" y="1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4" name="Freeform 662">
              <a:extLst>
                <a:ext uri="{FF2B5EF4-FFF2-40B4-BE49-F238E27FC236}">
                  <a16:creationId xmlns:a16="http://schemas.microsoft.com/office/drawing/2014/main" id="{BAE9668C-20B7-51BA-CAFC-C9F645A4C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56364" y="4861936"/>
              <a:ext cx="187546" cy="97123"/>
            </a:xfrm>
            <a:custGeom>
              <a:avLst/>
              <a:gdLst>
                <a:gd name="T0" fmla="*/ 16 w 16"/>
                <a:gd name="T1" fmla="*/ 4 h 8"/>
                <a:gd name="T2" fmla="*/ 12 w 16"/>
                <a:gd name="T3" fmla="*/ 2 h 8"/>
                <a:gd name="T4" fmla="*/ 8 w 16"/>
                <a:gd name="T5" fmla="*/ 0 h 8"/>
                <a:gd name="T6" fmla="*/ 7 w 16"/>
                <a:gd name="T7" fmla="*/ 3 h 8"/>
                <a:gd name="T8" fmla="*/ 5 w 16"/>
                <a:gd name="T9" fmla="*/ 2 h 8"/>
                <a:gd name="T10" fmla="*/ 2 w 16"/>
                <a:gd name="T11" fmla="*/ 3 h 8"/>
                <a:gd name="T12" fmla="*/ 0 w 16"/>
                <a:gd name="T13" fmla="*/ 5 h 8"/>
                <a:gd name="T14" fmla="*/ 0 w 16"/>
                <a:gd name="T15" fmla="*/ 6 h 8"/>
                <a:gd name="T16" fmla="*/ 2 w 16"/>
                <a:gd name="T17" fmla="*/ 6 h 8"/>
                <a:gd name="T18" fmla="*/ 8 w 16"/>
                <a:gd name="T19" fmla="*/ 7 h 8"/>
                <a:gd name="T20" fmla="*/ 16 w 16"/>
                <a:gd name="T2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8">
                  <a:moveTo>
                    <a:pt x="16" y="4"/>
                  </a:moveTo>
                  <a:cubicBezTo>
                    <a:pt x="16" y="1"/>
                    <a:pt x="14" y="2"/>
                    <a:pt x="12" y="2"/>
                  </a:cubicBezTo>
                  <a:cubicBezTo>
                    <a:pt x="11" y="3"/>
                    <a:pt x="10" y="1"/>
                    <a:pt x="8" y="0"/>
                  </a:cubicBezTo>
                  <a:cubicBezTo>
                    <a:pt x="8" y="1"/>
                    <a:pt x="8" y="2"/>
                    <a:pt x="7" y="3"/>
                  </a:cubicBezTo>
                  <a:cubicBezTo>
                    <a:pt x="6" y="3"/>
                    <a:pt x="7" y="1"/>
                    <a:pt x="5" y="2"/>
                  </a:cubicBezTo>
                  <a:cubicBezTo>
                    <a:pt x="4" y="2"/>
                    <a:pt x="2" y="2"/>
                    <a:pt x="2" y="3"/>
                  </a:cubicBezTo>
                  <a:cubicBezTo>
                    <a:pt x="1" y="5"/>
                    <a:pt x="2" y="6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1" y="6"/>
                    <a:pt x="2" y="6"/>
                  </a:cubicBezTo>
                  <a:cubicBezTo>
                    <a:pt x="4" y="7"/>
                    <a:pt x="6" y="7"/>
                    <a:pt x="8" y="7"/>
                  </a:cubicBezTo>
                  <a:cubicBezTo>
                    <a:pt x="10" y="7"/>
                    <a:pt x="16" y="8"/>
                    <a:pt x="16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5" name="Freeform 663">
              <a:extLst>
                <a:ext uri="{FF2B5EF4-FFF2-40B4-BE49-F238E27FC236}">
                  <a16:creationId xmlns:a16="http://schemas.microsoft.com/office/drawing/2014/main" id="{226F4772-1262-B56B-6B76-956FF5889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5065" y="4887268"/>
              <a:ext cx="558646" cy="519386"/>
            </a:xfrm>
            <a:custGeom>
              <a:avLst/>
              <a:gdLst>
                <a:gd name="T0" fmla="*/ 1 w 48"/>
                <a:gd name="T1" fmla="*/ 12 h 42"/>
                <a:gd name="T2" fmla="*/ 0 w 48"/>
                <a:gd name="T3" fmla="*/ 16 h 42"/>
                <a:gd name="T4" fmla="*/ 2 w 48"/>
                <a:gd name="T5" fmla="*/ 20 h 42"/>
                <a:gd name="T6" fmla="*/ 4 w 48"/>
                <a:gd name="T7" fmla="*/ 27 h 42"/>
                <a:gd name="T8" fmla="*/ 9 w 48"/>
                <a:gd name="T9" fmla="*/ 31 h 42"/>
                <a:gd name="T10" fmla="*/ 10 w 48"/>
                <a:gd name="T11" fmla="*/ 33 h 42"/>
                <a:gd name="T12" fmla="*/ 13 w 48"/>
                <a:gd name="T13" fmla="*/ 32 h 42"/>
                <a:gd name="T14" fmla="*/ 21 w 48"/>
                <a:gd name="T15" fmla="*/ 36 h 42"/>
                <a:gd name="T16" fmla="*/ 25 w 48"/>
                <a:gd name="T17" fmla="*/ 37 h 42"/>
                <a:gd name="T18" fmla="*/ 33 w 48"/>
                <a:gd name="T19" fmla="*/ 37 h 42"/>
                <a:gd name="T20" fmla="*/ 39 w 48"/>
                <a:gd name="T21" fmla="*/ 41 h 42"/>
                <a:gd name="T22" fmla="*/ 41 w 48"/>
                <a:gd name="T23" fmla="*/ 35 h 42"/>
                <a:gd name="T24" fmla="*/ 44 w 48"/>
                <a:gd name="T25" fmla="*/ 32 h 42"/>
                <a:gd name="T26" fmla="*/ 48 w 48"/>
                <a:gd name="T27" fmla="*/ 31 h 42"/>
                <a:gd name="T28" fmla="*/ 45 w 48"/>
                <a:gd name="T29" fmla="*/ 26 h 42"/>
                <a:gd name="T30" fmla="*/ 44 w 48"/>
                <a:gd name="T31" fmla="*/ 19 h 42"/>
                <a:gd name="T32" fmla="*/ 46 w 48"/>
                <a:gd name="T33" fmla="*/ 12 h 42"/>
                <a:gd name="T34" fmla="*/ 44 w 48"/>
                <a:gd name="T35" fmla="*/ 7 h 42"/>
                <a:gd name="T36" fmla="*/ 42 w 48"/>
                <a:gd name="T37" fmla="*/ 5 h 42"/>
                <a:gd name="T38" fmla="*/ 25 w 48"/>
                <a:gd name="T39" fmla="*/ 4 h 42"/>
                <a:gd name="T40" fmla="*/ 20 w 48"/>
                <a:gd name="T41" fmla="*/ 2 h 42"/>
                <a:gd name="T42" fmla="*/ 13 w 48"/>
                <a:gd name="T43" fmla="*/ 4 h 42"/>
                <a:gd name="T44" fmla="*/ 6 w 48"/>
                <a:gd name="T45" fmla="*/ 6 h 42"/>
                <a:gd name="T46" fmla="*/ 2 w 48"/>
                <a:gd name="T47" fmla="*/ 7 h 42"/>
                <a:gd name="T48" fmla="*/ 1 w 48"/>
                <a:gd name="T49" fmla="*/ 9 h 42"/>
                <a:gd name="T50" fmla="*/ 1 w 48"/>
                <a:gd name="T51" fmla="*/ 12 h 42"/>
                <a:gd name="T52" fmla="*/ 1 w 48"/>
                <a:gd name="T53" fmla="*/ 1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8" h="42">
                  <a:moveTo>
                    <a:pt x="1" y="12"/>
                  </a:moveTo>
                  <a:cubicBezTo>
                    <a:pt x="1" y="13"/>
                    <a:pt x="0" y="15"/>
                    <a:pt x="0" y="16"/>
                  </a:cubicBezTo>
                  <a:cubicBezTo>
                    <a:pt x="1" y="17"/>
                    <a:pt x="2" y="19"/>
                    <a:pt x="2" y="20"/>
                  </a:cubicBezTo>
                  <a:cubicBezTo>
                    <a:pt x="2" y="22"/>
                    <a:pt x="3" y="25"/>
                    <a:pt x="4" y="27"/>
                  </a:cubicBezTo>
                  <a:cubicBezTo>
                    <a:pt x="5" y="30"/>
                    <a:pt x="8" y="29"/>
                    <a:pt x="9" y="31"/>
                  </a:cubicBezTo>
                  <a:cubicBezTo>
                    <a:pt x="9" y="31"/>
                    <a:pt x="9" y="33"/>
                    <a:pt x="10" y="33"/>
                  </a:cubicBezTo>
                  <a:cubicBezTo>
                    <a:pt x="11" y="34"/>
                    <a:pt x="12" y="32"/>
                    <a:pt x="13" y="32"/>
                  </a:cubicBezTo>
                  <a:cubicBezTo>
                    <a:pt x="15" y="31"/>
                    <a:pt x="19" y="35"/>
                    <a:pt x="21" y="36"/>
                  </a:cubicBezTo>
                  <a:cubicBezTo>
                    <a:pt x="22" y="37"/>
                    <a:pt x="23" y="39"/>
                    <a:pt x="25" y="37"/>
                  </a:cubicBezTo>
                  <a:cubicBezTo>
                    <a:pt x="26" y="36"/>
                    <a:pt x="31" y="37"/>
                    <a:pt x="33" y="37"/>
                  </a:cubicBezTo>
                  <a:cubicBezTo>
                    <a:pt x="36" y="37"/>
                    <a:pt x="37" y="39"/>
                    <a:pt x="39" y="41"/>
                  </a:cubicBezTo>
                  <a:cubicBezTo>
                    <a:pt x="40" y="42"/>
                    <a:pt x="40" y="36"/>
                    <a:pt x="41" y="35"/>
                  </a:cubicBezTo>
                  <a:cubicBezTo>
                    <a:pt x="42" y="34"/>
                    <a:pt x="43" y="33"/>
                    <a:pt x="44" y="32"/>
                  </a:cubicBezTo>
                  <a:cubicBezTo>
                    <a:pt x="45" y="32"/>
                    <a:pt x="48" y="32"/>
                    <a:pt x="48" y="31"/>
                  </a:cubicBezTo>
                  <a:cubicBezTo>
                    <a:pt x="47" y="28"/>
                    <a:pt x="47" y="27"/>
                    <a:pt x="45" y="26"/>
                  </a:cubicBezTo>
                  <a:cubicBezTo>
                    <a:pt x="43" y="24"/>
                    <a:pt x="46" y="21"/>
                    <a:pt x="44" y="19"/>
                  </a:cubicBezTo>
                  <a:cubicBezTo>
                    <a:pt x="42" y="18"/>
                    <a:pt x="47" y="14"/>
                    <a:pt x="46" y="12"/>
                  </a:cubicBezTo>
                  <a:cubicBezTo>
                    <a:pt x="45" y="10"/>
                    <a:pt x="44" y="9"/>
                    <a:pt x="44" y="7"/>
                  </a:cubicBezTo>
                  <a:cubicBezTo>
                    <a:pt x="44" y="6"/>
                    <a:pt x="44" y="5"/>
                    <a:pt x="42" y="5"/>
                  </a:cubicBezTo>
                  <a:cubicBezTo>
                    <a:pt x="37" y="3"/>
                    <a:pt x="30" y="6"/>
                    <a:pt x="25" y="4"/>
                  </a:cubicBezTo>
                  <a:cubicBezTo>
                    <a:pt x="25" y="7"/>
                    <a:pt x="21" y="2"/>
                    <a:pt x="20" y="2"/>
                  </a:cubicBezTo>
                  <a:cubicBezTo>
                    <a:pt x="17" y="0"/>
                    <a:pt x="15" y="2"/>
                    <a:pt x="13" y="4"/>
                  </a:cubicBezTo>
                  <a:cubicBezTo>
                    <a:pt x="10" y="5"/>
                    <a:pt x="8" y="6"/>
                    <a:pt x="6" y="6"/>
                  </a:cubicBezTo>
                  <a:cubicBezTo>
                    <a:pt x="5" y="7"/>
                    <a:pt x="3" y="7"/>
                    <a:pt x="2" y="7"/>
                  </a:cubicBezTo>
                  <a:cubicBezTo>
                    <a:pt x="1" y="8"/>
                    <a:pt x="3" y="9"/>
                    <a:pt x="1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1" y="14"/>
                    <a:pt x="1" y="12"/>
                    <a:pt x="1" y="1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6" name="Freeform 664">
              <a:extLst>
                <a:ext uri="{FF2B5EF4-FFF2-40B4-BE49-F238E27FC236}">
                  <a16:creationId xmlns:a16="http://schemas.microsoft.com/office/drawing/2014/main" id="{DF14B041-4D4F-B84B-0540-48EFEED9F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4242" y="5431994"/>
              <a:ext cx="538696" cy="371594"/>
            </a:xfrm>
            <a:custGeom>
              <a:avLst/>
              <a:gdLst>
                <a:gd name="T0" fmla="*/ 38 w 46"/>
                <a:gd name="T1" fmla="*/ 13 h 30"/>
                <a:gd name="T2" fmla="*/ 35 w 46"/>
                <a:gd name="T3" fmla="*/ 6 h 30"/>
                <a:gd name="T4" fmla="*/ 32 w 46"/>
                <a:gd name="T5" fmla="*/ 0 h 30"/>
                <a:gd name="T6" fmla="*/ 22 w 46"/>
                <a:gd name="T7" fmla="*/ 4 h 30"/>
                <a:gd name="T8" fmla="*/ 18 w 46"/>
                <a:gd name="T9" fmla="*/ 3 h 30"/>
                <a:gd name="T10" fmla="*/ 12 w 46"/>
                <a:gd name="T11" fmla="*/ 3 h 30"/>
                <a:gd name="T12" fmla="*/ 8 w 46"/>
                <a:gd name="T13" fmla="*/ 6 h 30"/>
                <a:gd name="T14" fmla="*/ 4 w 46"/>
                <a:gd name="T15" fmla="*/ 14 h 30"/>
                <a:gd name="T16" fmla="*/ 0 w 46"/>
                <a:gd name="T17" fmla="*/ 15 h 30"/>
                <a:gd name="T18" fmla="*/ 3 w 46"/>
                <a:gd name="T19" fmla="*/ 18 h 30"/>
                <a:gd name="T20" fmla="*/ 5 w 46"/>
                <a:gd name="T21" fmla="*/ 22 h 30"/>
                <a:gd name="T22" fmla="*/ 8 w 46"/>
                <a:gd name="T23" fmla="*/ 24 h 30"/>
                <a:gd name="T24" fmla="*/ 11 w 46"/>
                <a:gd name="T25" fmla="*/ 25 h 30"/>
                <a:gd name="T26" fmla="*/ 11 w 46"/>
                <a:gd name="T27" fmla="*/ 28 h 30"/>
                <a:gd name="T28" fmla="*/ 21 w 46"/>
                <a:gd name="T29" fmla="*/ 30 h 30"/>
                <a:gd name="T30" fmla="*/ 28 w 46"/>
                <a:gd name="T31" fmla="*/ 28 h 30"/>
                <a:gd name="T32" fmla="*/ 40 w 46"/>
                <a:gd name="T33" fmla="*/ 30 h 30"/>
                <a:gd name="T34" fmla="*/ 41 w 46"/>
                <a:gd name="T35" fmla="*/ 23 h 30"/>
                <a:gd name="T36" fmla="*/ 46 w 46"/>
                <a:gd name="T37" fmla="*/ 20 h 30"/>
                <a:gd name="T38" fmla="*/ 39 w 46"/>
                <a:gd name="T39" fmla="*/ 20 h 30"/>
                <a:gd name="T40" fmla="*/ 38 w 46"/>
                <a:gd name="T41" fmla="*/ 13 h 30"/>
                <a:gd name="T42" fmla="*/ 38 w 46"/>
                <a:gd name="T4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6" h="30">
                  <a:moveTo>
                    <a:pt x="38" y="13"/>
                  </a:moveTo>
                  <a:cubicBezTo>
                    <a:pt x="39" y="10"/>
                    <a:pt x="36" y="8"/>
                    <a:pt x="35" y="6"/>
                  </a:cubicBezTo>
                  <a:cubicBezTo>
                    <a:pt x="33" y="5"/>
                    <a:pt x="32" y="2"/>
                    <a:pt x="32" y="0"/>
                  </a:cubicBezTo>
                  <a:cubicBezTo>
                    <a:pt x="29" y="1"/>
                    <a:pt x="26" y="4"/>
                    <a:pt x="22" y="4"/>
                  </a:cubicBezTo>
                  <a:cubicBezTo>
                    <a:pt x="21" y="4"/>
                    <a:pt x="19" y="3"/>
                    <a:pt x="18" y="3"/>
                  </a:cubicBezTo>
                  <a:cubicBezTo>
                    <a:pt x="16" y="3"/>
                    <a:pt x="14" y="3"/>
                    <a:pt x="12" y="3"/>
                  </a:cubicBezTo>
                  <a:cubicBezTo>
                    <a:pt x="12" y="3"/>
                    <a:pt x="9" y="6"/>
                    <a:pt x="8" y="6"/>
                  </a:cubicBezTo>
                  <a:cubicBezTo>
                    <a:pt x="7" y="9"/>
                    <a:pt x="5" y="11"/>
                    <a:pt x="4" y="14"/>
                  </a:cubicBezTo>
                  <a:cubicBezTo>
                    <a:pt x="3" y="14"/>
                    <a:pt x="1" y="14"/>
                    <a:pt x="0" y="15"/>
                  </a:cubicBezTo>
                  <a:cubicBezTo>
                    <a:pt x="0" y="16"/>
                    <a:pt x="3" y="17"/>
                    <a:pt x="3" y="18"/>
                  </a:cubicBezTo>
                  <a:cubicBezTo>
                    <a:pt x="3" y="20"/>
                    <a:pt x="4" y="20"/>
                    <a:pt x="5" y="22"/>
                  </a:cubicBezTo>
                  <a:cubicBezTo>
                    <a:pt x="5" y="24"/>
                    <a:pt x="6" y="24"/>
                    <a:pt x="8" y="24"/>
                  </a:cubicBezTo>
                  <a:cubicBezTo>
                    <a:pt x="9" y="24"/>
                    <a:pt x="11" y="24"/>
                    <a:pt x="11" y="25"/>
                  </a:cubicBezTo>
                  <a:cubicBezTo>
                    <a:pt x="11" y="26"/>
                    <a:pt x="11" y="27"/>
                    <a:pt x="11" y="28"/>
                  </a:cubicBezTo>
                  <a:cubicBezTo>
                    <a:pt x="13" y="30"/>
                    <a:pt x="18" y="30"/>
                    <a:pt x="21" y="30"/>
                  </a:cubicBezTo>
                  <a:cubicBezTo>
                    <a:pt x="24" y="30"/>
                    <a:pt x="26" y="30"/>
                    <a:pt x="28" y="28"/>
                  </a:cubicBezTo>
                  <a:cubicBezTo>
                    <a:pt x="32" y="26"/>
                    <a:pt x="36" y="28"/>
                    <a:pt x="40" y="30"/>
                  </a:cubicBezTo>
                  <a:cubicBezTo>
                    <a:pt x="40" y="28"/>
                    <a:pt x="40" y="25"/>
                    <a:pt x="41" y="23"/>
                  </a:cubicBezTo>
                  <a:cubicBezTo>
                    <a:pt x="42" y="22"/>
                    <a:pt x="45" y="24"/>
                    <a:pt x="46" y="20"/>
                  </a:cubicBezTo>
                  <a:cubicBezTo>
                    <a:pt x="43" y="18"/>
                    <a:pt x="42" y="20"/>
                    <a:pt x="39" y="20"/>
                  </a:cubicBezTo>
                  <a:cubicBezTo>
                    <a:pt x="37" y="19"/>
                    <a:pt x="37" y="14"/>
                    <a:pt x="38" y="13"/>
                  </a:cubicBezTo>
                  <a:cubicBezTo>
                    <a:pt x="39" y="11"/>
                    <a:pt x="37" y="15"/>
                    <a:pt x="38" y="1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7" name="Freeform 665">
              <a:extLst>
                <a:ext uri="{FF2B5EF4-FFF2-40B4-BE49-F238E27FC236}">
                  <a16:creationId xmlns:a16="http://schemas.microsoft.com/office/drawing/2014/main" id="{DB265D07-96B9-67EB-EE7B-4794417C1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9335" y="5419324"/>
              <a:ext cx="195526" cy="249141"/>
            </a:xfrm>
            <a:custGeom>
              <a:avLst/>
              <a:gdLst>
                <a:gd name="T0" fmla="*/ 14 w 17"/>
                <a:gd name="T1" fmla="*/ 10 h 20"/>
                <a:gd name="T2" fmla="*/ 9 w 17"/>
                <a:gd name="T3" fmla="*/ 3 h 20"/>
                <a:gd name="T4" fmla="*/ 0 w 17"/>
                <a:gd name="T5" fmla="*/ 1 h 20"/>
                <a:gd name="T6" fmla="*/ 5 w 17"/>
                <a:gd name="T7" fmla="*/ 10 h 20"/>
                <a:gd name="T8" fmla="*/ 7 w 17"/>
                <a:gd name="T9" fmla="*/ 20 h 20"/>
                <a:gd name="T10" fmla="*/ 10 w 17"/>
                <a:gd name="T11" fmla="*/ 14 h 20"/>
                <a:gd name="T12" fmla="*/ 14 w 17"/>
                <a:gd name="T13" fmla="*/ 14 h 20"/>
                <a:gd name="T14" fmla="*/ 14 w 17"/>
                <a:gd name="T15" fmla="*/ 10 h 20"/>
                <a:gd name="T16" fmla="*/ 14 w 17"/>
                <a:gd name="T17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0">
                  <a:moveTo>
                    <a:pt x="14" y="10"/>
                  </a:moveTo>
                  <a:cubicBezTo>
                    <a:pt x="12" y="8"/>
                    <a:pt x="11" y="4"/>
                    <a:pt x="9" y="3"/>
                  </a:cubicBezTo>
                  <a:cubicBezTo>
                    <a:pt x="8" y="3"/>
                    <a:pt x="0" y="0"/>
                    <a:pt x="0" y="1"/>
                  </a:cubicBezTo>
                  <a:cubicBezTo>
                    <a:pt x="1" y="5"/>
                    <a:pt x="3" y="7"/>
                    <a:pt x="5" y="10"/>
                  </a:cubicBezTo>
                  <a:cubicBezTo>
                    <a:pt x="7" y="13"/>
                    <a:pt x="4" y="17"/>
                    <a:pt x="7" y="20"/>
                  </a:cubicBezTo>
                  <a:cubicBezTo>
                    <a:pt x="8" y="19"/>
                    <a:pt x="9" y="16"/>
                    <a:pt x="10" y="14"/>
                  </a:cubicBezTo>
                  <a:cubicBezTo>
                    <a:pt x="12" y="13"/>
                    <a:pt x="13" y="14"/>
                    <a:pt x="14" y="14"/>
                  </a:cubicBezTo>
                  <a:cubicBezTo>
                    <a:pt x="17" y="14"/>
                    <a:pt x="14" y="10"/>
                    <a:pt x="14" y="10"/>
                  </a:cubicBezTo>
                  <a:cubicBezTo>
                    <a:pt x="13" y="9"/>
                    <a:pt x="14" y="10"/>
                    <a:pt x="14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8" name="Freeform 666">
              <a:extLst>
                <a:ext uri="{FF2B5EF4-FFF2-40B4-BE49-F238E27FC236}">
                  <a16:creationId xmlns:a16="http://schemas.microsoft.com/office/drawing/2014/main" id="{303F97CB-9B3F-E22D-84D9-51B7CC0E4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9142" y="5554447"/>
              <a:ext cx="115719" cy="126679"/>
            </a:xfrm>
            <a:custGeom>
              <a:avLst/>
              <a:gdLst>
                <a:gd name="T0" fmla="*/ 7 w 10"/>
                <a:gd name="T1" fmla="*/ 9 h 10"/>
                <a:gd name="T2" fmla="*/ 7 w 10"/>
                <a:gd name="T3" fmla="*/ 7 h 10"/>
                <a:gd name="T4" fmla="*/ 10 w 10"/>
                <a:gd name="T5" fmla="*/ 4 h 10"/>
                <a:gd name="T6" fmla="*/ 8 w 10"/>
                <a:gd name="T7" fmla="*/ 1 h 10"/>
                <a:gd name="T8" fmla="*/ 3 w 10"/>
                <a:gd name="T9" fmla="*/ 4 h 10"/>
                <a:gd name="T10" fmla="*/ 0 w 10"/>
                <a:gd name="T11" fmla="*/ 9 h 10"/>
                <a:gd name="T12" fmla="*/ 3 w 10"/>
                <a:gd name="T13" fmla="*/ 9 h 10"/>
                <a:gd name="T14" fmla="*/ 7 w 10"/>
                <a:gd name="T15" fmla="*/ 10 h 10"/>
                <a:gd name="T16" fmla="*/ 7 w 10"/>
                <a:gd name="T17" fmla="*/ 9 h 10"/>
                <a:gd name="T18" fmla="*/ 7 w 10"/>
                <a:gd name="T1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0">
                  <a:moveTo>
                    <a:pt x="7" y="9"/>
                  </a:moveTo>
                  <a:cubicBezTo>
                    <a:pt x="6" y="8"/>
                    <a:pt x="6" y="8"/>
                    <a:pt x="7" y="7"/>
                  </a:cubicBezTo>
                  <a:cubicBezTo>
                    <a:pt x="8" y="6"/>
                    <a:pt x="9" y="5"/>
                    <a:pt x="10" y="4"/>
                  </a:cubicBezTo>
                  <a:cubicBezTo>
                    <a:pt x="10" y="4"/>
                    <a:pt x="8" y="2"/>
                    <a:pt x="8" y="1"/>
                  </a:cubicBezTo>
                  <a:cubicBezTo>
                    <a:pt x="8" y="5"/>
                    <a:pt x="3" y="0"/>
                    <a:pt x="3" y="4"/>
                  </a:cubicBezTo>
                  <a:cubicBezTo>
                    <a:pt x="3" y="6"/>
                    <a:pt x="1" y="8"/>
                    <a:pt x="0" y="9"/>
                  </a:cubicBezTo>
                  <a:cubicBezTo>
                    <a:pt x="0" y="10"/>
                    <a:pt x="2" y="9"/>
                    <a:pt x="3" y="9"/>
                  </a:cubicBezTo>
                  <a:cubicBezTo>
                    <a:pt x="5" y="9"/>
                    <a:pt x="6" y="9"/>
                    <a:pt x="7" y="10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6" y="8"/>
                    <a:pt x="7" y="9"/>
                    <a:pt x="7" y="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79" name="Freeform 667">
              <a:extLst>
                <a:ext uri="{FF2B5EF4-FFF2-40B4-BE49-F238E27FC236}">
                  <a16:creationId xmlns:a16="http://schemas.microsoft.com/office/drawing/2014/main" id="{21A32801-EF95-A729-3DFA-50F53AED7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7995" y="5752911"/>
              <a:ext cx="375092" cy="236471"/>
            </a:xfrm>
            <a:custGeom>
              <a:avLst/>
              <a:gdLst>
                <a:gd name="T0" fmla="*/ 17 w 32"/>
                <a:gd name="T1" fmla="*/ 4 h 19"/>
                <a:gd name="T2" fmla="*/ 2 w 32"/>
                <a:gd name="T3" fmla="*/ 0 h 19"/>
                <a:gd name="T4" fmla="*/ 2 w 32"/>
                <a:gd name="T5" fmla="*/ 5 h 19"/>
                <a:gd name="T6" fmla="*/ 3 w 32"/>
                <a:gd name="T7" fmla="*/ 8 h 19"/>
                <a:gd name="T8" fmla="*/ 1 w 32"/>
                <a:gd name="T9" fmla="*/ 11 h 19"/>
                <a:gd name="T10" fmla="*/ 3 w 32"/>
                <a:gd name="T11" fmla="*/ 17 h 19"/>
                <a:gd name="T12" fmla="*/ 9 w 32"/>
                <a:gd name="T13" fmla="*/ 17 h 19"/>
                <a:gd name="T14" fmla="*/ 16 w 32"/>
                <a:gd name="T15" fmla="*/ 18 h 19"/>
                <a:gd name="T16" fmla="*/ 21 w 32"/>
                <a:gd name="T17" fmla="*/ 15 h 19"/>
                <a:gd name="T18" fmla="*/ 28 w 32"/>
                <a:gd name="T19" fmla="*/ 14 h 19"/>
                <a:gd name="T20" fmla="*/ 28 w 32"/>
                <a:gd name="T21" fmla="*/ 8 h 19"/>
                <a:gd name="T22" fmla="*/ 29 w 32"/>
                <a:gd name="T23" fmla="*/ 3 h 19"/>
                <a:gd name="T24" fmla="*/ 21 w 32"/>
                <a:gd name="T25" fmla="*/ 2 h 19"/>
                <a:gd name="T26" fmla="*/ 17 w 32"/>
                <a:gd name="T27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19">
                  <a:moveTo>
                    <a:pt x="17" y="4"/>
                  </a:moveTo>
                  <a:cubicBezTo>
                    <a:pt x="13" y="4"/>
                    <a:pt x="3" y="6"/>
                    <a:pt x="2" y="0"/>
                  </a:cubicBezTo>
                  <a:cubicBezTo>
                    <a:pt x="1" y="2"/>
                    <a:pt x="0" y="4"/>
                    <a:pt x="2" y="5"/>
                  </a:cubicBezTo>
                  <a:cubicBezTo>
                    <a:pt x="3" y="6"/>
                    <a:pt x="4" y="7"/>
                    <a:pt x="3" y="8"/>
                  </a:cubicBezTo>
                  <a:cubicBezTo>
                    <a:pt x="2" y="9"/>
                    <a:pt x="1" y="9"/>
                    <a:pt x="1" y="11"/>
                  </a:cubicBezTo>
                  <a:cubicBezTo>
                    <a:pt x="2" y="13"/>
                    <a:pt x="3" y="14"/>
                    <a:pt x="3" y="17"/>
                  </a:cubicBezTo>
                  <a:cubicBezTo>
                    <a:pt x="5" y="17"/>
                    <a:pt x="7" y="17"/>
                    <a:pt x="9" y="17"/>
                  </a:cubicBezTo>
                  <a:cubicBezTo>
                    <a:pt x="11" y="17"/>
                    <a:pt x="14" y="19"/>
                    <a:pt x="16" y="18"/>
                  </a:cubicBezTo>
                  <a:cubicBezTo>
                    <a:pt x="18" y="18"/>
                    <a:pt x="20" y="16"/>
                    <a:pt x="21" y="15"/>
                  </a:cubicBezTo>
                  <a:cubicBezTo>
                    <a:pt x="23" y="13"/>
                    <a:pt x="25" y="14"/>
                    <a:pt x="28" y="14"/>
                  </a:cubicBezTo>
                  <a:cubicBezTo>
                    <a:pt x="27" y="12"/>
                    <a:pt x="27" y="11"/>
                    <a:pt x="28" y="8"/>
                  </a:cubicBezTo>
                  <a:cubicBezTo>
                    <a:pt x="29" y="6"/>
                    <a:pt x="32" y="4"/>
                    <a:pt x="29" y="3"/>
                  </a:cubicBezTo>
                  <a:cubicBezTo>
                    <a:pt x="27" y="2"/>
                    <a:pt x="24" y="1"/>
                    <a:pt x="21" y="2"/>
                  </a:cubicBezTo>
                  <a:cubicBezTo>
                    <a:pt x="19" y="2"/>
                    <a:pt x="18" y="4"/>
                    <a:pt x="17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0" name="Freeform 668">
              <a:extLst>
                <a:ext uri="{FF2B5EF4-FFF2-40B4-BE49-F238E27FC236}">
                  <a16:creationId xmlns:a16="http://schemas.microsoft.com/office/drawing/2014/main" id="{82F9D300-C157-A4D9-074C-D570454A9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4872" y="5693795"/>
              <a:ext cx="211489" cy="185795"/>
            </a:xfrm>
            <a:custGeom>
              <a:avLst/>
              <a:gdLst>
                <a:gd name="T0" fmla="*/ 10 w 18"/>
                <a:gd name="T1" fmla="*/ 0 h 15"/>
                <a:gd name="T2" fmla="*/ 1 w 18"/>
                <a:gd name="T3" fmla="*/ 2 h 15"/>
                <a:gd name="T4" fmla="*/ 4 w 18"/>
                <a:gd name="T5" fmla="*/ 8 h 15"/>
                <a:gd name="T6" fmla="*/ 13 w 18"/>
                <a:gd name="T7" fmla="*/ 15 h 15"/>
                <a:gd name="T8" fmla="*/ 15 w 18"/>
                <a:gd name="T9" fmla="*/ 10 h 15"/>
                <a:gd name="T10" fmla="*/ 17 w 18"/>
                <a:gd name="T11" fmla="*/ 6 h 15"/>
                <a:gd name="T12" fmla="*/ 16 w 18"/>
                <a:gd name="T13" fmla="*/ 2 h 15"/>
                <a:gd name="T14" fmla="*/ 10 w 18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5">
                  <a:moveTo>
                    <a:pt x="10" y="0"/>
                  </a:moveTo>
                  <a:cubicBezTo>
                    <a:pt x="8" y="0"/>
                    <a:pt x="0" y="0"/>
                    <a:pt x="1" y="2"/>
                  </a:cubicBezTo>
                  <a:cubicBezTo>
                    <a:pt x="1" y="3"/>
                    <a:pt x="3" y="7"/>
                    <a:pt x="4" y="8"/>
                  </a:cubicBezTo>
                  <a:cubicBezTo>
                    <a:pt x="6" y="11"/>
                    <a:pt x="10" y="13"/>
                    <a:pt x="13" y="15"/>
                  </a:cubicBezTo>
                  <a:cubicBezTo>
                    <a:pt x="13" y="13"/>
                    <a:pt x="13" y="11"/>
                    <a:pt x="15" y="10"/>
                  </a:cubicBezTo>
                  <a:cubicBezTo>
                    <a:pt x="17" y="9"/>
                    <a:pt x="18" y="8"/>
                    <a:pt x="17" y="6"/>
                  </a:cubicBezTo>
                  <a:cubicBezTo>
                    <a:pt x="17" y="4"/>
                    <a:pt x="17" y="3"/>
                    <a:pt x="16" y="2"/>
                  </a:cubicBezTo>
                  <a:cubicBezTo>
                    <a:pt x="14" y="1"/>
                    <a:pt x="12" y="0"/>
                    <a:pt x="10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1" name="Freeform 669">
              <a:extLst>
                <a:ext uri="{FF2B5EF4-FFF2-40B4-BE49-F238E27FC236}">
                  <a16:creationId xmlns:a16="http://schemas.microsoft.com/office/drawing/2014/main" id="{417716B8-8507-4CE1-DB49-38F629249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6503" y="5605119"/>
              <a:ext cx="259371" cy="333587"/>
            </a:xfrm>
            <a:custGeom>
              <a:avLst/>
              <a:gdLst>
                <a:gd name="T0" fmla="*/ 21 w 22"/>
                <a:gd name="T1" fmla="*/ 19 h 27"/>
                <a:gd name="T2" fmla="*/ 20 w 22"/>
                <a:gd name="T3" fmla="*/ 17 h 27"/>
                <a:gd name="T4" fmla="*/ 19 w 22"/>
                <a:gd name="T5" fmla="*/ 13 h 27"/>
                <a:gd name="T6" fmla="*/ 15 w 22"/>
                <a:gd name="T7" fmla="*/ 10 h 27"/>
                <a:gd name="T8" fmla="*/ 14 w 22"/>
                <a:gd name="T9" fmla="*/ 8 h 27"/>
                <a:gd name="T10" fmla="*/ 12 w 22"/>
                <a:gd name="T11" fmla="*/ 5 h 27"/>
                <a:gd name="T12" fmla="*/ 5 w 22"/>
                <a:gd name="T13" fmla="*/ 1 h 27"/>
                <a:gd name="T14" fmla="*/ 2 w 22"/>
                <a:gd name="T15" fmla="*/ 4 h 27"/>
                <a:gd name="T16" fmla="*/ 4 w 22"/>
                <a:gd name="T17" fmla="*/ 14 h 27"/>
                <a:gd name="T18" fmla="*/ 1 w 22"/>
                <a:gd name="T19" fmla="*/ 19 h 27"/>
                <a:gd name="T20" fmla="*/ 0 w 22"/>
                <a:gd name="T21" fmla="*/ 23 h 27"/>
                <a:gd name="T22" fmla="*/ 4 w 22"/>
                <a:gd name="T23" fmla="*/ 27 h 27"/>
                <a:gd name="T24" fmla="*/ 6 w 22"/>
                <a:gd name="T25" fmla="*/ 23 h 27"/>
                <a:gd name="T26" fmla="*/ 10 w 22"/>
                <a:gd name="T27" fmla="*/ 26 h 27"/>
                <a:gd name="T28" fmla="*/ 20 w 22"/>
                <a:gd name="T29" fmla="*/ 24 h 27"/>
                <a:gd name="T30" fmla="*/ 21 w 22"/>
                <a:gd name="T31" fmla="*/ 19 h 27"/>
                <a:gd name="T32" fmla="*/ 21 w 22"/>
                <a:gd name="T33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7">
                  <a:moveTo>
                    <a:pt x="21" y="19"/>
                  </a:moveTo>
                  <a:cubicBezTo>
                    <a:pt x="22" y="18"/>
                    <a:pt x="21" y="18"/>
                    <a:pt x="20" y="17"/>
                  </a:cubicBezTo>
                  <a:cubicBezTo>
                    <a:pt x="19" y="16"/>
                    <a:pt x="19" y="15"/>
                    <a:pt x="19" y="13"/>
                  </a:cubicBezTo>
                  <a:cubicBezTo>
                    <a:pt x="21" y="10"/>
                    <a:pt x="18" y="10"/>
                    <a:pt x="15" y="10"/>
                  </a:cubicBezTo>
                  <a:cubicBezTo>
                    <a:pt x="14" y="10"/>
                    <a:pt x="14" y="9"/>
                    <a:pt x="14" y="8"/>
                  </a:cubicBezTo>
                  <a:cubicBezTo>
                    <a:pt x="13" y="6"/>
                    <a:pt x="12" y="7"/>
                    <a:pt x="12" y="5"/>
                  </a:cubicBezTo>
                  <a:cubicBezTo>
                    <a:pt x="11" y="2"/>
                    <a:pt x="9" y="0"/>
                    <a:pt x="5" y="1"/>
                  </a:cubicBezTo>
                  <a:cubicBezTo>
                    <a:pt x="2" y="2"/>
                    <a:pt x="2" y="2"/>
                    <a:pt x="2" y="4"/>
                  </a:cubicBezTo>
                  <a:cubicBezTo>
                    <a:pt x="3" y="7"/>
                    <a:pt x="4" y="10"/>
                    <a:pt x="4" y="14"/>
                  </a:cubicBezTo>
                  <a:cubicBezTo>
                    <a:pt x="5" y="17"/>
                    <a:pt x="2" y="16"/>
                    <a:pt x="1" y="19"/>
                  </a:cubicBezTo>
                  <a:cubicBezTo>
                    <a:pt x="0" y="20"/>
                    <a:pt x="0" y="22"/>
                    <a:pt x="0" y="23"/>
                  </a:cubicBezTo>
                  <a:cubicBezTo>
                    <a:pt x="0" y="25"/>
                    <a:pt x="3" y="26"/>
                    <a:pt x="4" y="27"/>
                  </a:cubicBezTo>
                  <a:cubicBezTo>
                    <a:pt x="4" y="26"/>
                    <a:pt x="4" y="23"/>
                    <a:pt x="6" y="23"/>
                  </a:cubicBezTo>
                  <a:cubicBezTo>
                    <a:pt x="8" y="23"/>
                    <a:pt x="9" y="24"/>
                    <a:pt x="10" y="26"/>
                  </a:cubicBezTo>
                  <a:cubicBezTo>
                    <a:pt x="11" y="26"/>
                    <a:pt x="18" y="24"/>
                    <a:pt x="20" y="24"/>
                  </a:cubicBezTo>
                  <a:cubicBezTo>
                    <a:pt x="18" y="22"/>
                    <a:pt x="20" y="21"/>
                    <a:pt x="21" y="19"/>
                  </a:cubicBezTo>
                  <a:cubicBezTo>
                    <a:pt x="22" y="18"/>
                    <a:pt x="20" y="20"/>
                    <a:pt x="21" y="1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2" name="Freeform 670">
              <a:extLst>
                <a:ext uri="{FF2B5EF4-FFF2-40B4-BE49-F238E27FC236}">
                  <a16:creationId xmlns:a16="http://schemas.microsoft.com/office/drawing/2014/main" id="{50AD01E2-29E5-0BFC-1219-9B8F18297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6845" y="5406658"/>
              <a:ext cx="411008" cy="236471"/>
            </a:xfrm>
            <a:custGeom>
              <a:avLst/>
              <a:gdLst>
                <a:gd name="T0" fmla="*/ 30 w 35"/>
                <a:gd name="T1" fmla="*/ 3 h 19"/>
                <a:gd name="T2" fmla="*/ 24 w 35"/>
                <a:gd name="T3" fmla="*/ 1 h 19"/>
                <a:gd name="T4" fmla="*/ 19 w 35"/>
                <a:gd name="T5" fmla="*/ 4 h 19"/>
                <a:gd name="T6" fmla="*/ 15 w 35"/>
                <a:gd name="T7" fmla="*/ 4 h 19"/>
                <a:gd name="T8" fmla="*/ 13 w 35"/>
                <a:gd name="T9" fmla="*/ 6 h 19"/>
                <a:gd name="T10" fmla="*/ 5 w 35"/>
                <a:gd name="T11" fmla="*/ 4 h 19"/>
                <a:gd name="T12" fmla="*/ 5 w 35"/>
                <a:gd name="T13" fmla="*/ 7 h 19"/>
                <a:gd name="T14" fmla="*/ 3 w 35"/>
                <a:gd name="T15" fmla="*/ 8 h 19"/>
                <a:gd name="T16" fmla="*/ 3 w 35"/>
                <a:gd name="T17" fmla="*/ 15 h 19"/>
                <a:gd name="T18" fmla="*/ 11 w 35"/>
                <a:gd name="T19" fmla="*/ 19 h 19"/>
                <a:gd name="T20" fmla="*/ 21 w 35"/>
                <a:gd name="T21" fmla="*/ 17 h 19"/>
                <a:gd name="T22" fmla="*/ 25 w 35"/>
                <a:gd name="T23" fmla="*/ 15 h 19"/>
                <a:gd name="T24" fmla="*/ 29 w 35"/>
                <a:gd name="T25" fmla="*/ 9 h 19"/>
                <a:gd name="T26" fmla="*/ 33 w 35"/>
                <a:gd name="T27" fmla="*/ 6 h 19"/>
                <a:gd name="T28" fmla="*/ 30 w 35"/>
                <a:gd name="T29" fmla="*/ 3 h 19"/>
                <a:gd name="T30" fmla="*/ 30 w 35"/>
                <a:gd name="T31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" h="19">
                  <a:moveTo>
                    <a:pt x="30" y="3"/>
                  </a:moveTo>
                  <a:cubicBezTo>
                    <a:pt x="30" y="2"/>
                    <a:pt x="25" y="2"/>
                    <a:pt x="24" y="1"/>
                  </a:cubicBezTo>
                  <a:cubicBezTo>
                    <a:pt x="20" y="0"/>
                    <a:pt x="22" y="4"/>
                    <a:pt x="19" y="4"/>
                  </a:cubicBezTo>
                  <a:cubicBezTo>
                    <a:pt x="18" y="3"/>
                    <a:pt x="17" y="4"/>
                    <a:pt x="15" y="4"/>
                  </a:cubicBezTo>
                  <a:cubicBezTo>
                    <a:pt x="14" y="4"/>
                    <a:pt x="14" y="6"/>
                    <a:pt x="13" y="6"/>
                  </a:cubicBezTo>
                  <a:cubicBezTo>
                    <a:pt x="9" y="8"/>
                    <a:pt x="7" y="6"/>
                    <a:pt x="5" y="4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4" y="8"/>
                    <a:pt x="3" y="6"/>
                    <a:pt x="3" y="8"/>
                  </a:cubicBezTo>
                  <a:cubicBezTo>
                    <a:pt x="3" y="11"/>
                    <a:pt x="0" y="13"/>
                    <a:pt x="3" y="15"/>
                  </a:cubicBezTo>
                  <a:cubicBezTo>
                    <a:pt x="5" y="17"/>
                    <a:pt x="8" y="19"/>
                    <a:pt x="11" y="19"/>
                  </a:cubicBezTo>
                  <a:cubicBezTo>
                    <a:pt x="15" y="19"/>
                    <a:pt x="17" y="16"/>
                    <a:pt x="21" y="17"/>
                  </a:cubicBezTo>
                  <a:cubicBezTo>
                    <a:pt x="21" y="16"/>
                    <a:pt x="24" y="16"/>
                    <a:pt x="25" y="15"/>
                  </a:cubicBezTo>
                  <a:cubicBezTo>
                    <a:pt x="26" y="13"/>
                    <a:pt x="27" y="11"/>
                    <a:pt x="29" y="9"/>
                  </a:cubicBezTo>
                  <a:cubicBezTo>
                    <a:pt x="30" y="7"/>
                    <a:pt x="31" y="7"/>
                    <a:pt x="33" y="6"/>
                  </a:cubicBezTo>
                  <a:cubicBezTo>
                    <a:pt x="35" y="4"/>
                    <a:pt x="30" y="4"/>
                    <a:pt x="30" y="3"/>
                  </a:cubicBezTo>
                  <a:cubicBezTo>
                    <a:pt x="30" y="3"/>
                    <a:pt x="30" y="4"/>
                    <a:pt x="30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3" name="Freeform 671">
              <a:extLst>
                <a:ext uri="{FF2B5EF4-FFF2-40B4-BE49-F238E27FC236}">
                  <a16:creationId xmlns:a16="http://schemas.microsoft.com/office/drawing/2014/main" id="{A1C8F4DE-7687-565E-534A-CEE483B7C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2270" y="5938710"/>
              <a:ext cx="363122" cy="396929"/>
            </a:xfrm>
            <a:custGeom>
              <a:avLst/>
              <a:gdLst>
                <a:gd name="T0" fmla="*/ 31 w 31"/>
                <a:gd name="T1" fmla="*/ 0 h 32"/>
                <a:gd name="T2" fmla="*/ 23 w 31"/>
                <a:gd name="T3" fmla="*/ 3 h 32"/>
                <a:gd name="T4" fmla="*/ 13 w 31"/>
                <a:gd name="T5" fmla="*/ 2 h 32"/>
                <a:gd name="T6" fmla="*/ 9 w 31"/>
                <a:gd name="T7" fmla="*/ 4 h 32"/>
                <a:gd name="T8" fmla="*/ 6 w 31"/>
                <a:gd name="T9" fmla="*/ 5 h 32"/>
                <a:gd name="T10" fmla="*/ 4 w 31"/>
                <a:gd name="T11" fmla="*/ 8 h 32"/>
                <a:gd name="T12" fmla="*/ 2 w 31"/>
                <a:gd name="T13" fmla="*/ 11 h 32"/>
                <a:gd name="T14" fmla="*/ 2 w 31"/>
                <a:gd name="T15" fmla="*/ 15 h 32"/>
                <a:gd name="T16" fmla="*/ 4 w 31"/>
                <a:gd name="T17" fmla="*/ 17 h 32"/>
                <a:gd name="T18" fmla="*/ 5 w 31"/>
                <a:gd name="T19" fmla="*/ 22 h 32"/>
                <a:gd name="T20" fmla="*/ 6 w 31"/>
                <a:gd name="T21" fmla="*/ 25 h 32"/>
                <a:gd name="T22" fmla="*/ 7 w 31"/>
                <a:gd name="T23" fmla="*/ 28 h 32"/>
                <a:gd name="T24" fmla="*/ 8 w 31"/>
                <a:gd name="T25" fmla="*/ 29 h 32"/>
                <a:gd name="T26" fmla="*/ 10 w 31"/>
                <a:gd name="T27" fmla="*/ 31 h 32"/>
                <a:gd name="T28" fmla="*/ 12 w 31"/>
                <a:gd name="T29" fmla="*/ 30 h 32"/>
                <a:gd name="T30" fmla="*/ 13 w 31"/>
                <a:gd name="T31" fmla="*/ 31 h 32"/>
                <a:gd name="T32" fmla="*/ 13 w 31"/>
                <a:gd name="T33" fmla="*/ 26 h 32"/>
                <a:gd name="T34" fmla="*/ 17 w 31"/>
                <a:gd name="T35" fmla="*/ 26 h 32"/>
                <a:gd name="T36" fmla="*/ 14 w 31"/>
                <a:gd name="T37" fmla="*/ 23 h 32"/>
                <a:gd name="T38" fmla="*/ 17 w 31"/>
                <a:gd name="T39" fmla="*/ 24 h 32"/>
                <a:gd name="T40" fmla="*/ 18 w 31"/>
                <a:gd name="T41" fmla="*/ 22 h 32"/>
                <a:gd name="T42" fmla="*/ 21 w 31"/>
                <a:gd name="T43" fmla="*/ 23 h 32"/>
                <a:gd name="T44" fmla="*/ 19 w 31"/>
                <a:gd name="T45" fmla="*/ 19 h 32"/>
                <a:gd name="T46" fmla="*/ 15 w 31"/>
                <a:gd name="T47" fmla="*/ 17 h 32"/>
                <a:gd name="T48" fmla="*/ 15 w 31"/>
                <a:gd name="T49" fmla="*/ 16 h 32"/>
                <a:gd name="T50" fmla="*/ 11 w 31"/>
                <a:gd name="T51" fmla="*/ 10 h 32"/>
                <a:gd name="T52" fmla="*/ 16 w 31"/>
                <a:gd name="T53" fmla="*/ 11 h 32"/>
                <a:gd name="T54" fmla="*/ 16 w 31"/>
                <a:gd name="T55" fmla="*/ 10 h 32"/>
                <a:gd name="T56" fmla="*/ 18 w 31"/>
                <a:gd name="T57" fmla="*/ 11 h 32"/>
                <a:gd name="T58" fmla="*/ 17 w 31"/>
                <a:gd name="T59" fmla="*/ 9 h 32"/>
                <a:gd name="T60" fmla="*/ 21 w 31"/>
                <a:gd name="T61" fmla="*/ 10 h 32"/>
                <a:gd name="T62" fmla="*/ 17 w 31"/>
                <a:gd name="T63" fmla="*/ 7 h 32"/>
                <a:gd name="T64" fmla="*/ 22 w 31"/>
                <a:gd name="T65" fmla="*/ 5 h 32"/>
                <a:gd name="T66" fmla="*/ 21 w 31"/>
                <a:gd name="T67" fmla="*/ 7 h 32"/>
                <a:gd name="T68" fmla="*/ 25 w 31"/>
                <a:gd name="T69" fmla="*/ 5 h 32"/>
                <a:gd name="T70" fmla="*/ 29 w 31"/>
                <a:gd name="T71" fmla="*/ 7 h 32"/>
                <a:gd name="T72" fmla="*/ 31 w 31"/>
                <a:gd name="T7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32">
                  <a:moveTo>
                    <a:pt x="31" y="0"/>
                  </a:moveTo>
                  <a:cubicBezTo>
                    <a:pt x="28" y="2"/>
                    <a:pt x="27" y="4"/>
                    <a:pt x="23" y="3"/>
                  </a:cubicBezTo>
                  <a:cubicBezTo>
                    <a:pt x="21" y="2"/>
                    <a:pt x="15" y="1"/>
                    <a:pt x="13" y="2"/>
                  </a:cubicBezTo>
                  <a:cubicBezTo>
                    <a:pt x="13" y="5"/>
                    <a:pt x="10" y="3"/>
                    <a:pt x="9" y="4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4" y="6"/>
                    <a:pt x="4" y="7"/>
                    <a:pt x="4" y="8"/>
                  </a:cubicBezTo>
                  <a:cubicBezTo>
                    <a:pt x="3" y="9"/>
                    <a:pt x="3" y="10"/>
                    <a:pt x="2" y="11"/>
                  </a:cubicBezTo>
                  <a:cubicBezTo>
                    <a:pt x="0" y="13"/>
                    <a:pt x="0" y="13"/>
                    <a:pt x="2" y="15"/>
                  </a:cubicBezTo>
                  <a:cubicBezTo>
                    <a:pt x="3" y="16"/>
                    <a:pt x="4" y="16"/>
                    <a:pt x="4" y="17"/>
                  </a:cubicBezTo>
                  <a:cubicBezTo>
                    <a:pt x="4" y="19"/>
                    <a:pt x="4" y="20"/>
                    <a:pt x="5" y="22"/>
                  </a:cubicBezTo>
                  <a:cubicBezTo>
                    <a:pt x="5" y="23"/>
                    <a:pt x="5" y="24"/>
                    <a:pt x="6" y="25"/>
                  </a:cubicBezTo>
                  <a:cubicBezTo>
                    <a:pt x="8" y="26"/>
                    <a:pt x="6" y="27"/>
                    <a:pt x="7" y="28"/>
                  </a:cubicBezTo>
                  <a:cubicBezTo>
                    <a:pt x="7" y="30"/>
                    <a:pt x="8" y="29"/>
                    <a:pt x="8" y="29"/>
                  </a:cubicBezTo>
                  <a:cubicBezTo>
                    <a:pt x="10" y="29"/>
                    <a:pt x="10" y="30"/>
                    <a:pt x="10" y="31"/>
                  </a:cubicBezTo>
                  <a:cubicBezTo>
                    <a:pt x="11" y="31"/>
                    <a:pt x="12" y="30"/>
                    <a:pt x="12" y="30"/>
                  </a:cubicBezTo>
                  <a:cubicBezTo>
                    <a:pt x="13" y="29"/>
                    <a:pt x="13" y="31"/>
                    <a:pt x="13" y="31"/>
                  </a:cubicBezTo>
                  <a:cubicBezTo>
                    <a:pt x="14" y="32"/>
                    <a:pt x="13" y="25"/>
                    <a:pt x="13" y="26"/>
                  </a:cubicBezTo>
                  <a:cubicBezTo>
                    <a:pt x="13" y="25"/>
                    <a:pt x="16" y="26"/>
                    <a:pt x="17" y="26"/>
                  </a:cubicBezTo>
                  <a:cubicBezTo>
                    <a:pt x="17" y="25"/>
                    <a:pt x="14" y="24"/>
                    <a:pt x="14" y="23"/>
                  </a:cubicBezTo>
                  <a:cubicBezTo>
                    <a:pt x="15" y="21"/>
                    <a:pt x="17" y="23"/>
                    <a:pt x="17" y="24"/>
                  </a:cubicBezTo>
                  <a:cubicBezTo>
                    <a:pt x="19" y="25"/>
                    <a:pt x="18" y="23"/>
                    <a:pt x="18" y="22"/>
                  </a:cubicBezTo>
                  <a:cubicBezTo>
                    <a:pt x="18" y="21"/>
                    <a:pt x="21" y="23"/>
                    <a:pt x="21" y="23"/>
                  </a:cubicBezTo>
                  <a:cubicBezTo>
                    <a:pt x="21" y="22"/>
                    <a:pt x="19" y="19"/>
                    <a:pt x="19" y="19"/>
                  </a:cubicBezTo>
                  <a:cubicBezTo>
                    <a:pt x="18" y="18"/>
                    <a:pt x="16" y="18"/>
                    <a:pt x="15" y="17"/>
                  </a:cubicBezTo>
                  <a:cubicBezTo>
                    <a:pt x="15" y="17"/>
                    <a:pt x="15" y="15"/>
                    <a:pt x="15" y="16"/>
                  </a:cubicBezTo>
                  <a:cubicBezTo>
                    <a:pt x="14" y="14"/>
                    <a:pt x="11" y="12"/>
                    <a:pt x="11" y="10"/>
                  </a:cubicBezTo>
                  <a:cubicBezTo>
                    <a:pt x="12" y="6"/>
                    <a:pt x="15" y="10"/>
                    <a:pt x="16" y="11"/>
                  </a:cubicBezTo>
                  <a:cubicBezTo>
                    <a:pt x="16" y="11"/>
                    <a:pt x="16" y="10"/>
                    <a:pt x="16" y="10"/>
                  </a:cubicBezTo>
                  <a:cubicBezTo>
                    <a:pt x="17" y="9"/>
                    <a:pt x="18" y="10"/>
                    <a:pt x="18" y="11"/>
                  </a:cubicBezTo>
                  <a:cubicBezTo>
                    <a:pt x="18" y="11"/>
                    <a:pt x="17" y="9"/>
                    <a:pt x="17" y="9"/>
                  </a:cubicBezTo>
                  <a:cubicBezTo>
                    <a:pt x="18" y="9"/>
                    <a:pt x="20" y="10"/>
                    <a:pt x="21" y="10"/>
                  </a:cubicBezTo>
                  <a:cubicBezTo>
                    <a:pt x="21" y="9"/>
                    <a:pt x="17" y="9"/>
                    <a:pt x="17" y="7"/>
                  </a:cubicBezTo>
                  <a:cubicBezTo>
                    <a:pt x="17" y="7"/>
                    <a:pt x="21" y="5"/>
                    <a:pt x="22" y="5"/>
                  </a:cubicBezTo>
                  <a:cubicBezTo>
                    <a:pt x="22" y="5"/>
                    <a:pt x="21" y="7"/>
                    <a:pt x="21" y="7"/>
                  </a:cubicBezTo>
                  <a:cubicBezTo>
                    <a:pt x="21" y="7"/>
                    <a:pt x="24" y="5"/>
                    <a:pt x="25" y="5"/>
                  </a:cubicBezTo>
                  <a:cubicBezTo>
                    <a:pt x="26" y="5"/>
                    <a:pt x="27" y="6"/>
                    <a:pt x="29" y="7"/>
                  </a:cubicBezTo>
                  <a:cubicBezTo>
                    <a:pt x="30" y="5"/>
                    <a:pt x="31" y="2"/>
                    <a:pt x="3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4" name="Freeform 672">
              <a:extLst>
                <a:ext uri="{FF2B5EF4-FFF2-40B4-BE49-F238E27FC236}">
                  <a16:creationId xmlns:a16="http://schemas.microsoft.com/office/drawing/2014/main" id="{DE15F9D1-4190-5501-A067-843502589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9481" y="5917593"/>
              <a:ext cx="175574" cy="122456"/>
            </a:xfrm>
            <a:custGeom>
              <a:avLst/>
              <a:gdLst>
                <a:gd name="T0" fmla="*/ 15 w 15"/>
                <a:gd name="T1" fmla="*/ 6 h 10"/>
                <a:gd name="T2" fmla="*/ 10 w 15"/>
                <a:gd name="T3" fmla="*/ 1 h 10"/>
                <a:gd name="T4" fmla="*/ 2 w 15"/>
                <a:gd name="T5" fmla="*/ 5 h 10"/>
                <a:gd name="T6" fmla="*/ 1 w 15"/>
                <a:gd name="T7" fmla="*/ 9 h 10"/>
                <a:gd name="T8" fmla="*/ 6 w 15"/>
                <a:gd name="T9" fmla="*/ 9 h 10"/>
                <a:gd name="T10" fmla="*/ 11 w 15"/>
                <a:gd name="T11" fmla="*/ 7 h 10"/>
                <a:gd name="T12" fmla="*/ 15 w 15"/>
                <a:gd name="T13" fmla="*/ 6 h 10"/>
                <a:gd name="T14" fmla="*/ 15 w 15"/>
                <a:gd name="T15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0">
                  <a:moveTo>
                    <a:pt x="15" y="6"/>
                  </a:moveTo>
                  <a:cubicBezTo>
                    <a:pt x="13" y="4"/>
                    <a:pt x="10" y="4"/>
                    <a:pt x="10" y="1"/>
                  </a:cubicBezTo>
                  <a:cubicBezTo>
                    <a:pt x="5" y="0"/>
                    <a:pt x="4" y="0"/>
                    <a:pt x="2" y="5"/>
                  </a:cubicBezTo>
                  <a:cubicBezTo>
                    <a:pt x="2" y="6"/>
                    <a:pt x="0" y="9"/>
                    <a:pt x="1" y="9"/>
                  </a:cubicBezTo>
                  <a:cubicBezTo>
                    <a:pt x="3" y="10"/>
                    <a:pt x="5" y="10"/>
                    <a:pt x="6" y="9"/>
                  </a:cubicBezTo>
                  <a:cubicBezTo>
                    <a:pt x="8" y="8"/>
                    <a:pt x="9" y="7"/>
                    <a:pt x="11" y="7"/>
                  </a:cubicBezTo>
                  <a:cubicBezTo>
                    <a:pt x="11" y="7"/>
                    <a:pt x="15" y="7"/>
                    <a:pt x="15" y="6"/>
                  </a:cubicBezTo>
                  <a:cubicBezTo>
                    <a:pt x="14" y="6"/>
                    <a:pt x="15" y="7"/>
                    <a:pt x="15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5" name="Freeform 673">
              <a:extLst>
                <a:ext uri="{FF2B5EF4-FFF2-40B4-BE49-F238E27FC236}">
                  <a16:creationId xmlns:a16="http://schemas.microsoft.com/office/drawing/2014/main" id="{29468E5A-7AF0-E330-922B-67832678F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4390" y="5879593"/>
              <a:ext cx="103749" cy="223804"/>
            </a:xfrm>
            <a:custGeom>
              <a:avLst/>
              <a:gdLst>
                <a:gd name="T0" fmla="*/ 6 w 9"/>
                <a:gd name="T1" fmla="*/ 16 h 18"/>
                <a:gd name="T2" fmla="*/ 7 w 9"/>
                <a:gd name="T3" fmla="*/ 11 h 18"/>
                <a:gd name="T4" fmla="*/ 6 w 9"/>
                <a:gd name="T5" fmla="*/ 6 h 18"/>
                <a:gd name="T6" fmla="*/ 7 w 9"/>
                <a:gd name="T7" fmla="*/ 4 h 18"/>
                <a:gd name="T8" fmla="*/ 3 w 9"/>
                <a:gd name="T9" fmla="*/ 1 h 18"/>
                <a:gd name="T10" fmla="*/ 0 w 9"/>
                <a:gd name="T11" fmla="*/ 9 h 18"/>
                <a:gd name="T12" fmla="*/ 4 w 9"/>
                <a:gd name="T13" fmla="*/ 18 h 18"/>
                <a:gd name="T14" fmla="*/ 6 w 9"/>
                <a:gd name="T15" fmla="*/ 16 h 18"/>
                <a:gd name="T16" fmla="*/ 6 w 9"/>
                <a:gd name="T17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6" y="16"/>
                  </a:moveTo>
                  <a:cubicBezTo>
                    <a:pt x="7" y="14"/>
                    <a:pt x="9" y="12"/>
                    <a:pt x="7" y="11"/>
                  </a:cubicBezTo>
                  <a:cubicBezTo>
                    <a:pt x="6" y="10"/>
                    <a:pt x="5" y="8"/>
                    <a:pt x="6" y="6"/>
                  </a:cubicBezTo>
                  <a:cubicBezTo>
                    <a:pt x="6" y="6"/>
                    <a:pt x="7" y="4"/>
                    <a:pt x="7" y="4"/>
                  </a:cubicBezTo>
                  <a:cubicBezTo>
                    <a:pt x="6" y="3"/>
                    <a:pt x="4" y="1"/>
                    <a:pt x="3" y="1"/>
                  </a:cubicBezTo>
                  <a:cubicBezTo>
                    <a:pt x="0" y="0"/>
                    <a:pt x="0" y="7"/>
                    <a:pt x="0" y="9"/>
                  </a:cubicBezTo>
                  <a:cubicBezTo>
                    <a:pt x="0" y="13"/>
                    <a:pt x="2" y="15"/>
                    <a:pt x="4" y="18"/>
                  </a:cubicBezTo>
                  <a:cubicBezTo>
                    <a:pt x="5" y="17"/>
                    <a:pt x="6" y="16"/>
                    <a:pt x="6" y="16"/>
                  </a:cubicBezTo>
                  <a:cubicBezTo>
                    <a:pt x="7" y="14"/>
                    <a:pt x="6" y="16"/>
                    <a:pt x="6" y="1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6" name="Freeform 674">
              <a:extLst>
                <a:ext uri="{FF2B5EF4-FFF2-40B4-BE49-F238E27FC236}">
                  <a16:creationId xmlns:a16="http://schemas.microsoft.com/office/drawing/2014/main" id="{F04EBE97-AD88-B6FB-9E3B-C30DDAB2E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4242" y="5904930"/>
              <a:ext cx="151631" cy="109792"/>
            </a:xfrm>
            <a:custGeom>
              <a:avLst/>
              <a:gdLst>
                <a:gd name="T0" fmla="*/ 11 w 13"/>
                <a:gd name="T1" fmla="*/ 0 h 9"/>
                <a:gd name="T2" fmla="*/ 2 w 13"/>
                <a:gd name="T3" fmla="*/ 2 h 9"/>
                <a:gd name="T4" fmla="*/ 3 w 13"/>
                <a:gd name="T5" fmla="*/ 9 h 9"/>
                <a:gd name="T6" fmla="*/ 7 w 13"/>
                <a:gd name="T7" fmla="*/ 8 h 9"/>
                <a:gd name="T8" fmla="*/ 10 w 13"/>
                <a:gd name="T9" fmla="*/ 7 h 9"/>
                <a:gd name="T10" fmla="*/ 11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cubicBezTo>
                    <a:pt x="9" y="0"/>
                    <a:pt x="2" y="0"/>
                    <a:pt x="2" y="2"/>
                  </a:cubicBezTo>
                  <a:cubicBezTo>
                    <a:pt x="0" y="4"/>
                    <a:pt x="0" y="8"/>
                    <a:pt x="3" y="9"/>
                  </a:cubicBezTo>
                  <a:cubicBezTo>
                    <a:pt x="4" y="8"/>
                    <a:pt x="6" y="9"/>
                    <a:pt x="7" y="8"/>
                  </a:cubicBezTo>
                  <a:cubicBezTo>
                    <a:pt x="8" y="8"/>
                    <a:pt x="9" y="6"/>
                    <a:pt x="10" y="7"/>
                  </a:cubicBezTo>
                  <a:cubicBezTo>
                    <a:pt x="13" y="9"/>
                    <a:pt x="11" y="1"/>
                    <a:pt x="1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7" name="Freeform 675">
              <a:extLst>
                <a:ext uri="{FF2B5EF4-FFF2-40B4-BE49-F238E27FC236}">
                  <a16:creationId xmlns:a16="http://schemas.microsoft.com/office/drawing/2014/main" id="{3C3D24F5-3F8A-CB15-3168-6E4041B52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9131" y="5976710"/>
              <a:ext cx="223461" cy="198465"/>
            </a:xfrm>
            <a:custGeom>
              <a:avLst/>
              <a:gdLst>
                <a:gd name="T0" fmla="*/ 19 w 19"/>
                <a:gd name="T1" fmla="*/ 14 h 16"/>
                <a:gd name="T2" fmla="*/ 17 w 19"/>
                <a:gd name="T3" fmla="*/ 10 h 16"/>
                <a:gd name="T4" fmla="*/ 16 w 19"/>
                <a:gd name="T5" fmla="*/ 7 h 16"/>
                <a:gd name="T6" fmla="*/ 14 w 19"/>
                <a:gd name="T7" fmla="*/ 3 h 16"/>
                <a:gd name="T8" fmla="*/ 12 w 19"/>
                <a:gd name="T9" fmla="*/ 0 h 16"/>
                <a:gd name="T10" fmla="*/ 6 w 19"/>
                <a:gd name="T11" fmla="*/ 6 h 16"/>
                <a:gd name="T12" fmla="*/ 9 w 19"/>
                <a:gd name="T13" fmla="*/ 9 h 16"/>
                <a:gd name="T14" fmla="*/ 12 w 19"/>
                <a:gd name="T15" fmla="*/ 11 h 16"/>
                <a:gd name="T16" fmla="*/ 16 w 19"/>
                <a:gd name="T17" fmla="*/ 13 h 16"/>
                <a:gd name="T18" fmla="*/ 19 w 19"/>
                <a:gd name="T19" fmla="*/ 14 h 16"/>
                <a:gd name="T20" fmla="*/ 19 w 19"/>
                <a:gd name="T21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6">
                  <a:moveTo>
                    <a:pt x="19" y="14"/>
                  </a:moveTo>
                  <a:cubicBezTo>
                    <a:pt x="19" y="12"/>
                    <a:pt x="19" y="11"/>
                    <a:pt x="17" y="10"/>
                  </a:cubicBezTo>
                  <a:cubicBezTo>
                    <a:pt x="15" y="9"/>
                    <a:pt x="17" y="8"/>
                    <a:pt x="16" y="7"/>
                  </a:cubicBezTo>
                  <a:cubicBezTo>
                    <a:pt x="15" y="5"/>
                    <a:pt x="14" y="6"/>
                    <a:pt x="14" y="3"/>
                  </a:cubicBezTo>
                  <a:cubicBezTo>
                    <a:pt x="14" y="3"/>
                    <a:pt x="11" y="1"/>
                    <a:pt x="12" y="0"/>
                  </a:cubicBezTo>
                  <a:cubicBezTo>
                    <a:pt x="9" y="0"/>
                    <a:pt x="0" y="1"/>
                    <a:pt x="6" y="6"/>
                  </a:cubicBezTo>
                  <a:cubicBezTo>
                    <a:pt x="7" y="7"/>
                    <a:pt x="8" y="8"/>
                    <a:pt x="9" y="9"/>
                  </a:cubicBezTo>
                  <a:cubicBezTo>
                    <a:pt x="10" y="10"/>
                    <a:pt x="11" y="10"/>
                    <a:pt x="12" y="11"/>
                  </a:cubicBezTo>
                  <a:cubicBezTo>
                    <a:pt x="14" y="11"/>
                    <a:pt x="16" y="11"/>
                    <a:pt x="16" y="13"/>
                  </a:cubicBezTo>
                  <a:cubicBezTo>
                    <a:pt x="17" y="14"/>
                    <a:pt x="18" y="16"/>
                    <a:pt x="19" y="14"/>
                  </a:cubicBezTo>
                  <a:cubicBezTo>
                    <a:pt x="19" y="13"/>
                    <a:pt x="18" y="15"/>
                    <a:pt x="19" y="1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8" name="Freeform 676">
              <a:extLst>
                <a:ext uri="{FF2B5EF4-FFF2-40B4-BE49-F238E27FC236}">
                  <a16:creationId xmlns:a16="http://schemas.microsoft.com/office/drawing/2014/main" id="{ABF1E08B-B32A-C9C6-9B03-C9A821F38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2928" y="6078055"/>
              <a:ext cx="1157196" cy="1038768"/>
            </a:xfrm>
            <a:custGeom>
              <a:avLst/>
              <a:gdLst>
                <a:gd name="T0" fmla="*/ 95 w 99"/>
                <a:gd name="T1" fmla="*/ 73 h 84"/>
                <a:gd name="T2" fmla="*/ 93 w 99"/>
                <a:gd name="T3" fmla="*/ 68 h 84"/>
                <a:gd name="T4" fmla="*/ 90 w 99"/>
                <a:gd name="T5" fmla="*/ 65 h 84"/>
                <a:gd name="T6" fmla="*/ 86 w 99"/>
                <a:gd name="T7" fmla="*/ 60 h 84"/>
                <a:gd name="T8" fmla="*/ 87 w 99"/>
                <a:gd name="T9" fmla="*/ 55 h 84"/>
                <a:gd name="T10" fmla="*/ 89 w 99"/>
                <a:gd name="T11" fmla="*/ 50 h 84"/>
                <a:gd name="T12" fmla="*/ 84 w 99"/>
                <a:gd name="T13" fmla="*/ 49 h 84"/>
                <a:gd name="T14" fmla="*/ 84 w 99"/>
                <a:gd name="T15" fmla="*/ 46 h 84"/>
                <a:gd name="T16" fmla="*/ 84 w 99"/>
                <a:gd name="T17" fmla="*/ 40 h 84"/>
                <a:gd name="T18" fmla="*/ 82 w 99"/>
                <a:gd name="T19" fmla="*/ 36 h 84"/>
                <a:gd name="T20" fmla="*/ 85 w 99"/>
                <a:gd name="T21" fmla="*/ 31 h 84"/>
                <a:gd name="T22" fmla="*/ 86 w 99"/>
                <a:gd name="T23" fmla="*/ 20 h 84"/>
                <a:gd name="T24" fmla="*/ 79 w 99"/>
                <a:gd name="T25" fmla="*/ 18 h 84"/>
                <a:gd name="T26" fmla="*/ 76 w 99"/>
                <a:gd name="T27" fmla="*/ 15 h 84"/>
                <a:gd name="T28" fmla="*/ 71 w 99"/>
                <a:gd name="T29" fmla="*/ 13 h 84"/>
                <a:gd name="T30" fmla="*/ 66 w 99"/>
                <a:gd name="T31" fmla="*/ 12 h 84"/>
                <a:gd name="T32" fmla="*/ 61 w 99"/>
                <a:gd name="T33" fmla="*/ 11 h 84"/>
                <a:gd name="T34" fmla="*/ 57 w 99"/>
                <a:gd name="T35" fmla="*/ 12 h 84"/>
                <a:gd name="T36" fmla="*/ 53 w 99"/>
                <a:gd name="T37" fmla="*/ 15 h 84"/>
                <a:gd name="T38" fmla="*/ 49 w 99"/>
                <a:gd name="T39" fmla="*/ 17 h 84"/>
                <a:gd name="T40" fmla="*/ 46 w 99"/>
                <a:gd name="T41" fmla="*/ 20 h 84"/>
                <a:gd name="T42" fmla="*/ 33 w 99"/>
                <a:gd name="T43" fmla="*/ 18 h 84"/>
                <a:gd name="T44" fmla="*/ 30 w 99"/>
                <a:gd name="T45" fmla="*/ 16 h 84"/>
                <a:gd name="T46" fmla="*/ 25 w 99"/>
                <a:gd name="T47" fmla="*/ 15 h 84"/>
                <a:gd name="T48" fmla="*/ 24 w 99"/>
                <a:gd name="T49" fmla="*/ 10 h 84"/>
                <a:gd name="T50" fmla="*/ 20 w 99"/>
                <a:gd name="T51" fmla="*/ 5 h 84"/>
                <a:gd name="T52" fmla="*/ 14 w 99"/>
                <a:gd name="T53" fmla="*/ 5 h 84"/>
                <a:gd name="T54" fmla="*/ 11 w 99"/>
                <a:gd name="T55" fmla="*/ 7 h 84"/>
                <a:gd name="T56" fmla="*/ 5 w 99"/>
                <a:gd name="T57" fmla="*/ 4 h 84"/>
                <a:gd name="T58" fmla="*/ 1 w 99"/>
                <a:gd name="T59" fmla="*/ 3 h 84"/>
                <a:gd name="T60" fmla="*/ 0 w 99"/>
                <a:gd name="T61" fmla="*/ 5 h 84"/>
                <a:gd name="T62" fmla="*/ 1 w 99"/>
                <a:gd name="T63" fmla="*/ 8 h 84"/>
                <a:gd name="T64" fmla="*/ 1 w 99"/>
                <a:gd name="T65" fmla="*/ 10 h 84"/>
                <a:gd name="T66" fmla="*/ 1 w 99"/>
                <a:gd name="T67" fmla="*/ 12 h 84"/>
                <a:gd name="T68" fmla="*/ 3 w 99"/>
                <a:gd name="T69" fmla="*/ 14 h 84"/>
                <a:gd name="T70" fmla="*/ 3 w 99"/>
                <a:gd name="T71" fmla="*/ 16 h 84"/>
                <a:gd name="T72" fmla="*/ 5 w 99"/>
                <a:gd name="T73" fmla="*/ 21 h 84"/>
                <a:gd name="T74" fmla="*/ 8 w 99"/>
                <a:gd name="T75" fmla="*/ 24 h 84"/>
                <a:gd name="T76" fmla="*/ 10 w 99"/>
                <a:gd name="T77" fmla="*/ 25 h 84"/>
                <a:gd name="T78" fmla="*/ 8 w 99"/>
                <a:gd name="T79" fmla="*/ 37 h 84"/>
                <a:gd name="T80" fmla="*/ 12 w 99"/>
                <a:gd name="T81" fmla="*/ 41 h 84"/>
                <a:gd name="T82" fmla="*/ 18 w 99"/>
                <a:gd name="T83" fmla="*/ 47 h 84"/>
                <a:gd name="T84" fmla="*/ 17 w 99"/>
                <a:gd name="T85" fmla="*/ 50 h 84"/>
                <a:gd name="T86" fmla="*/ 19 w 99"/>
                <a:gd name="T87" fmla="*/ 52 h 84"/>
                <a:gd name="T88" fmla="*/ 22 w 99"/>
                <a:gd name="T89" fmla="*/ 58 h 84"/>
                <a:gd name="T90" fmla="*/ 24 w 99"/>
                <a:gd name="T91" fmla="*/ 55 h 84"/>
                <a:gd name="T92" fmla="*/ 25 w 99"/>
                <a:gd name="T93" fmla="*/ 56 h 84"/>
                <a:gd name="T94" fmla="*/ 26 w 99"/>
                <a:gd name="T95" fmla="*/ 57 h 84"/>
                <a:gd name="T96" fmla="*/ 30 w 99"/>
                <a:gd name="T97" fmla="*/ 57 h 84"/>
                <a:gd name="T98" fmla="*/ 35 w 99"/>
                <a:gd name="T99" fmla="*/ 66 h 84"/>
                <a:gd name="T100" fmla="*/ 46 w 99"/>
                <a:gd name="T101" fmla="*/ 74 h 84"/>
                <a:gd name="T102" fmla="*/ 52 w 99"/>
                <a:gd name="T103" fmla="*/ 76 h 84"/>
                <a:gd name="T104" fmla="*/ 56 w 99"/>
                <a:gd name="T105" fmla="*/ 75 h 84"/>
                <a:gd name="T106" fmla="*/ 56 w 99"/>
                <a:gd name="T107" fmla="*/ 76 h 84"/>
                <a:gd name="T108" fmla="*/ 61 w 99"/>
                <a:gd name="T109" fmla="*/ 73 h 84"/>
                <a:gd name="T110" fmla="*/ 60 w 99"/>
                <a:gd name="T111" fmla="*/ 73 h 84"/>
                <a:gd name="T112" fmla="*/ 62 w 99"/>
                <a:gd name="T113" fmla="*/ 73 h 84"/>
                <a:gd name="T114" fmla="*/ 65 w 99"/>
                <a:gd name="T115" fmla="*/ 77 h 84"/>
                <a:gd name="T116" fmla="*/ 69 w 99"/>
                <a:gd name="T117" fmla="*/ 81 h 84"/>
                <a:gd name="T118" fmla="*/ 88 w 99"/>
                <a:gd name="T119" fmla="*/ 84 h 84"/>
                <a:gd name="T120" fmla="*/ 92 w 99"/>
                <a:gd name="T121" fmla="*/ 77 h 84"/>
                <a:gd name="T122" fmla="*/ 95 w 99"/>
                <a:gd name="T123" fmla="*/ 73 h 84"/>
                <a:gd name="T124" fmla="*/ 95 w 99"/>
                <a:gd name="T125" fmla="*/ 7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9" h="84">
                  <a:moveTo>
                    <a:pt x="95" y="73"/>
                  </a:moveTo>
                  <a:cubicBezTo>
                    <a:pt x="93" y="72"/>
                    <a:pt x="94" y="70"/>
                    <a:pt x="93" y="68"/>
                  </a:cubicBezTo>
                  <a:cubicBezTo>
                    <a:pt x="93" y="67"/>
                    <a:pt x="91" y="66"/>
                    <a:pt x="90" y="65"/>
                  </a:cubicBezTo>
                  <a:cubicBezTo>
                    <a:pt x="88" y="64"/>
                    <a:pt x="87" y="62"/>
                    <a:pt x="86" y="60"/>
                  </a:cubicBezTo>
                  <a:cubicBezTo>
                    <a:pt x="84" y="58"/>
                    <a:pt x="85" y="58"/>
                    <a:pt x="87" y="55"/>
                  </a:cubicBezTo>
                  <a:cubicBezTo>
                    <a:pt x="88" y="54"/>
                    <a:pt x="90" y="52"/>
                    <a:pt x="89" y="50"/>
                  </a:cubicBezTo>
                  <a:cubicBezTo>
                    <a:pt x="88" y="49"/>
                    <a:pt x="85" y="49"/>
                    <a:pt x="84" y="49"/>
                  </a:cubicBezTo>
                  <a:cubicBezTo>
                    <a:pt x="83" y="48"/>
                    <a:pt x="84" y="46"/>
                    <a:pt x="84" y="46"/>
                  </a:cubicBezTo>
                  <a:cubicBezTo>
                    <a:pt x="83" y="44"/>
                    <a:pt x="83" y="41"/>
                    <a:pt x="84" y="40"/>
                  </a:cubicBezTo>
                  <a:cubicBezTo>
                    <a:pt x="86" y="38"/>
                    <a:pt x="83" y="37"/>
                    <a:pt x="82" y="36"/>
                  </a:cubicBezTo>
                  <a:cubicBezTo>
                    <a:pt x="82" y="35"/>
                    <a:pt x="84" y="32"/>
                    <a:pt x="85" y="31"/>
                  </a:cubicBezTo>
                  <a:cubicBezTo>
                    <a:pt x="85" y="30"/>
                    <a:pt x="87" y="20"/>
                    <a:pt x="86" y="20"/>
                  </a:cubicBezTo>
                  <a:cubicBezTo>
                    <a:pt x="83" y="20"/>
                    <a:pt x="82" y="20"/>
                    <a:pt x="79" y="18"/>
                  </a:cubicBezTo>
                  <a:cubicBezTo>
                    <a:pt x="78" y="17"/>
                    <a:pt x="77" y="16"/>
                    <a:pt x="76" y="15"/>
                  </a:cubicBezTo>
                  <a:cubicBezTo>
                    <a:pt x="75" y="14"/>
                    <a:pt x="72" y="14"/>
                    <a:pt x="71" y="13"/>
                  </a:cubicBezTo>
                  <a:cubicBezTo>
                    <a:pt x="69" y="13"/>
                    <a:pt x="68" y="13"/>
                    <a:pt x="66" y="12"/>
                  </a:cubicBezTo>
                  <a:cubicBezTo>
                    <a:pt x="65" y="10"/>
                    <a:pt x="63" y="11"/>
                    <a:pt x="61" y="11"/>
                  </a:cubicBezTo>
                  <a:cubicBezTo>
                    <a:pt x="60" y="12"/>
                    <a:pt x="58" y="11"/>
                    <a:pt x="57" y="12"/>
                  </a:cubicBezTo>
                  <a:cubicBezTo>
                    <a:pt x="55" y="12"/>
                    <a:pt x="54" y="14"/>
                    <a:pt x="53" y="15"/>
                  </a:cubicBezTo>
                  <a:cubicBezTo>
                    <a:pt x="52" y="16"/>
                    <a:pt x="49" y="15"/>
                    <a:pt x="49" y="17"/>
                  </a:cubicBezTo>
                  <a:cubicBezTo>
                    <a:pt x="49" y="19"/>
                    <a:pt x="48" y="19"/>
                    <a:pt x="46" y="20"/>
                  </a:cubicBezTo>
                  <a:cubicBezTo>
                    <a:pt x="41" y="21"/>
                    <a:pt x="37" y="21"/>
                    <a:pt x="33" y="18"/>
                  </a:cubicBezTo>
                  <a:cubicBezTo>
                    <a:pt x="32" y="17"/>
                    <a:pt x="31" y="16"/>
                    <a:pt x="30" y="16"/>
                  </a:cubicBezTo>
                  <a:cubicBezTo>
                    <a:pt x="28" y="14"/>
                    <a:pt x="27" y="15"/>
                    <a:pt x="25" y="15"/>
                  </a:cubicBezTo>
                  <a:cubicBezTo>
                    <a:pt x="24" y="14"/>
                    <a:pt x="24" y="11"/>
                    <a:pt x="24" y="10"/>
                  </a:cubicBezTo>
                  <a:cubicBezTo>
                    <a:pt x="21" y="9"/>
                    <a:pt x="20" y="8"/>
                    <a:pt x="20" y="5"/>
                  </a:cubicBezTo>
                  <a:cubicBezTo>
                    <a:pt x="20" y="0"/>
                    <a:pt x="16" y="3"/>
                    <a:pt x="14" y="5"/>
                  </a:cubicBezTo>
                  <a:cubicBezTo>
                    <a:pt x="13" y="6"/>
                    <a:pt x="12" y="7"/>
                    <a:pt x="11" y="7"/>
                  </a:cubicBezTo>
                  <a:cubicBezTo>
                    <a:pt x="9" y="6"/>
                    <a:pt x="6" y="6"/>
                    <a:pt x="5" y="4"/>
                  </a:cubicBezTo>
                  <a:cubicBezTo>
                    <a:pt x="3" y="2"/>
                    <a:pt x="3" y="1"/>
                    <a:pt x="1" y="3"/>
                  </a:cubicBezTo>
                  <a:cubicBezTo>
                    <a:pt x="1" y="4"/>
                    <a:pt x="0" y="4"/>
                    <a:pt x="0" y="5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1" y="8"/>
                    <a:pt x="2" y="10"/>
                    <a:pt x="1" y="10"/>
                  </a:cubicBezTo>
                  <a:cubicBezTo>
                    <a:pt x="1" y="11"/>
                    <a:pt x="0" y="11"/>
                    <a:pt x="1" y="12"/>
                  </a:cubicBezTo>
                  <a:cubicBezTo>
                    <a:pt x="1" y="13"/>
                    <a:pt x="3" y="13"/>
                    <a:pt x="3" y="14"/>
                  </a:cubicBezTo>
                  <a:cubicBezTo>
                    <a:pt x="3" y="15"/>
                    <a:pt x="2" y="16"/>
                    <a:pt x="3" y="16"/>
                  </a:cubicBezTo>
                  <a:cubicBezTo>
                    <a:pt x="4" y="18"/>
                    <a:pt x="4" y="19"/>
                    <a:pt x="5" y="21"/>
                  </a:cubicBezTo>
                  <a:cubicBezTo>
                    <a:pt x="6" y="22"/>
                    <a:pt x="6" y="23"/>
                    <a:pt x="8" y="24"/>
                  </a:cubicBezTo>
                  <a:cubicBezTo>
                    <a:pt x="8" y="24"/>
                    <a:pt x="10" y="25"/>
                    <a:pt x="10" y="25"/>
                  </a:cubicBezTo>
                  <a:cubicBezTo>
                    <a:pt x="11" y="29"/>
                    <a:pt x="2" y="33"/>
                    <a:pt x="8" y="37"/>
                  </a:cubicBezTo>
                  <a:cubicBezTo>
                    <a:pt x="10" y="38"/>
                    <a:pt x="10" y="40"/>
                    <a:pt x="12" y="41"/>
                  </a:cubicBezTo>
                  <a:cubicBezTo>
                    <a:pt x="14" y="43"/>
                    <a:pt x="16" y="44"/>
                    <a:pt x="18" y="47"/>
                  </a:cubicBezTo>
                  <a:cubicBezTo>
                    <a:pt x="18" y="48"/>
                    <a:pt x="17" y="49"/>
                    <a:pt x="17" y="50"/>
                  </a:cubicBezTo>
                  <a:cubicBezTo>
                    <a:pt x="18" y="51"/>
                    <a:pt x="20" y="51"/>
                    <a:pt x="19" y="52"/>
                  </a:cubicBezTo>
                  <a:cubicBezTo>
                    <a:pt x="19" y="55"/>
                    <a:pt x="21" y="56"/>
                    <a:pt x="22" y="58"/>
                  </a:cubicBezTo>
                  <a:cubicBezTo>
                    <a:pt x="24" y="57"/>
                    <a:pt x="23" y="56"/>
                    <a:pt x="24" y="55"/>
                  </a:cubicBezTo>
                  <a:cubicBezTo>
                    <a:pt x="24" y="55"/>
                    <a:pt x="25" y="56"/>
                    <a:pt x="25" y="56"/>
                  </a:cubicBezTo>
                  <a:cubicBezTo>
                    <a:pt x="27" y="56"/>
                    <a:pt x="25" y="56"/>
                    <a:pt x="26" y="57"/>
                  </a:cubicBezTo>
                  <a:cubicBezTo>
                    <a:pt x="27" y="58"/>
                    <a:pt x="28" y="55"/>
                    <a:pt x="30" y="57"/>
                  </a:cubicBezTo>
                  <a:cubicBezTo>
                    <a:pt x="32" y="60"/>
                    <a:pt x="33" y="63"/>
                    <a:pt x="35" y="66"/>
                  </a:cubicBezTo>
                  <a:cubicBezTo>
                    <a:pt x="37" y="69"/>
                    <a:pt x="42" y="72"/>
                    <a:pt x="46" y="74"/>
                  </a:cubicBezTo>
                  <a:cubicBezTo>
                    <a:pt x="48" y="75"/>
                    <a:pt x="50" y="75"/>
                    <a:pt x="52" y="76"/>
                  </a:cubicBezTo>
                  <a:cubicBezTo>
                    <a:pt x="53" y="76"/>
                    <a:pt x="56" y="75"/>
                    <a:pt x="56" y="75"/>
                  </a:cubicBezTo>
                  <a:cubicBezTo>
                    <a:pt x="56" y="75"/>
                    <a:pt x="56" y="76"/>
                    <a:pt x="56" y="76"/>
                  </a:cubicBezTo>
                  <a:cubicBezTo>
                    <a:pt x="57" y="76"/>
                    <a:pt x="60" y="74"/>
                    <a:pt x="61" y="73"/>
                  </a:cubicBezTo>
                  <a:cubicBezTo>
                    <a:pt x="61" y="73"/>
                    <a:pt x="60" y="73"/>
                    <a:pt x="60" y="73"/>
                  </a:cubicBezTo>
                  <a:cubicBezTo>
                    <a:pt x="60" y="72"/>
                    <a:pt x="62" y="73"/>
                    <a:pt x="62" y="73"/>
                  </a:cubicBezTo>
                  <a:cubicBezTo>
                    <a:pt x="64" y="74"/>
                    <a:pt x="64" y="75"/>
                    <a:pt x="65" y="77"/>
                  </a:cubicBezTo>
                  <a:cubicBezTo>
                    <a:pt x="66" y="80"/>
                    <a:pt x="67" y="80"/>
                    <a:pt x="69" y="81"/>
                  </a:cubicBezTo>
                  <a:cubicBezTo>
                    <a:pt x="75" y="82"/>
                    <a:pt x="82" y="83"/>
                    <a:pt x="88" y="84"/>
                  </a:cubicBezTo>
                  <a:cubicBezTo>
                    <a:pt x="88" y="80"/>
                    <a:pt x="89" y="79"/>
                    <a:pt x="92" y="77"/>
                  </a:cubicBezTo>
                  <a:cubicBezTo>
                    <a:pt x="94" y="76"/>
                    <a:pt x="99" y="75"/>
                    <a:pt x="95" y="73"/>
                  </a:cubicBezTo>
                  <a:cubicBezTo>
                    <a:pt x="94" y="72"/>
                    <a:pt x="97" y="74"/>
                    <a:pt x="95" y="7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89" name="Freeform 677">
              <a:extLst>
                <a:ext uri="{FF2B5EF4-FFF2-40B4-BE49-F238E27FC236}">
                  <a16:creationId xmlns:a16="http://schemas.microsoft.com/office/drawing/2014/main" id="{B53CA1F4-04B5-5E08-934A-CD7527179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96869" y="6090724"/>
              <a:ext cx="91779" cy="71787"/>
            </a:xfrm>
            <a:custGeom>
              <a:avLst/>
              <a:gdLst>
                <a:gd name="T0" fmla="*/ 1 w 8"/>
                <a:gd name="T1" fmla="*/ 1 h 6"/>
                <a:gd name="T2" fmla="*/ 3 w 8"/>
                <a:gd name="T3" fmla="*/ 4 h 6"/>
                <a:gd name="T4" fmla="*/ 8 w 8"/>
                <a:gd name="T5" fmla="*/ 6 h 6"/>
                <a:gd name="T6" fmla="*/ 0 w 8"/>
                <a:gd name="T7" fmla="*/ 0 h 6"/>
                <a:gd name="T8" fmla="*/ 1 w 8"/>
                <a:gd name="T9" fmla="*/ 1 h 6"/>
                <a:gd name="T10" fmla="*/ 1 w 8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6">
                  <a:moveTo>
                    <a:pt x="1" y="1"/>
                  </a:moveTo>
                  <a:cubicBezTo>
                    <a:pt x="2" y="1"/>
                    <a:pt x="2" y="3"/>
                    <a:pt x="3" y="4"/>
                  </a:cubicBezTo>
                  <a:cubicBezTo>
                    <a:pt x="5" y="4"/>
                    <a:pt x="6" y="5"/>
                    <a:pt x="8" y="6"/>
                  </a:cubicBezTo>
                  <a:cubicBezTo>
                    <a:pt x="7" y="2"/>
                    <a:pt x="3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0" y="1"/>
                    <a:pt x="1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0" name="Freeform 678">
              <a:extLst>
                <a:ext uri="{FF2B5EF4-FFF2-40B4-BE49-F238E27FC236}">
                  <a16:creationId xmlns:a16="http://schemas.microsoft.com/office/drawing/2014/main" id="{F4C6D6A6-E3AA-4BBD-3726-68AFFCC1C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5524" y="5790914"/>
              <a:ext cx="411008" cy="223804"/>
            </a:xfrm>
            <a:custGeom>
              <a:avLst/>
              <a:gdLst>
                <a:gd name="T0" fmla="*/ 26 w 35"/>
                <a:gd name="T1" fmla="*/ 15 h 18"/>
                <a:gd name="T2" fmla="*/ 30 w 35"/>
                <a:gd name="T3" fmla="*/ 17 h 18"/>
                <a:gd name="T4" fmla="*/ 34 w 35"/>
                <a:gd name="T5" fmla="*/ 17 h 18"/>
                <a:gd name="T6" fmla="*/ 33 w 35"/>
                <a:gd name="T7" fmla="*/ 12 h 18"/>
                <a:gd name="T8" fmla="*/ 30 w 35"/>
                <a:gd name="T9" fmla="*/ 10 h 18"/>
                <a:gd name="T10" fmla="*/ 27 w 35"/>
                <a:gd name="T11" fmla="*/ 7 h 18"/>
                <a:gd name="T12" fmla="*/ 19 w 35"/>
                <a:gd name="T13" fmla="*/ 6 h 18"/>
                <a:gd name="T14" fmla="*/ 9 w 35"/>
                <a:gd name="T15" fmla="*/ 4 h 18"/>
                <a:gd name="T16" fmla="*/ 0 w 35"/>
                <a:gd name="T17" fmla="*/ 2 h 18"/>
                <a:gd name="T18" fmla="*/ 8 w 35"/>
                <a:gd name="T19" fmla="*/ 14 h 18"/>
                <a:gd name="T20" fmla="*/ 18 w 35"/>
                <a:gd name="T21" fmla="*/ 18 h 18"/>
                <a:gd name="T22" fmla="*/ 26 w 35"/>
                <a:gd name="T23" fmla="*/ 15 h 18"/>
                <a:gd name="T24" fmla="*/ 26 w 35"/>
                <a:gd name="T25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18">
                  <a:moveTo>
                    <a:pt x="26" y="15"/>
                  </a:moveTo>
                  <a:cubicBezTo>
                    <a:pt x="27" y="14"/>
                    <a:pt x="29" y="16"/>
                    <a:pt x="30" y="17"/>
                  </a:cubicBezTo>
                  <a:cubicBezTo>
                    <a:pt x="30" y="17"/>
                    <a:pt x="34" y="17"/>
                    <a:pt x="34" y="17"/>
                  </a:cubicBezTo>
                  <a:cubicBezTo>
                    <a:pt x="35" y="16"/>
                    <a:pt x="30" y="12"/>
                    <a:pt x="33" y="12"/>
                  </a:cubicBezTo>
                  <a:cubicBezTo>
                    <a:pt x="32" y="11"/>
                    <a:pt x="30" y="11"/>
                    <a:pt x="30" y="10"/>
                  </a:cubicBezTo>
                  <a:cubicBezTo>
                    <a:pt x="30" y="8"/>
                    <a:pt x="29" y="7"/>
                    <a:pt x="27" y="7"/>
                  </a:cubicBezTo>
                  <a:cubicBezTo>
                    <a:pt x="24" y="7"/>
                    <a:pt x="22" y="8"/>
                    <a:pt x="19" y="6"/>
                  </a:cubicBezTo>
                  <a:cubicBezTo>
                    <a:pt x="16" y="5"/>
                    <a:pt x="13" y="5"/>
                    <a:pt x="9" y="4"/>
                  </a:cubicBezTo>
                  <a:cubicBezTo>
                    <a:pt x="6" y="3"/>
                    <a:pt x="4" y="0"/>
                    <a:pt x="0" y="2"/>
                  </a:cubicBezTo>
                  <a:cubicBezTo>
                    <a:pt x="3" y="6"/>
                    <a:pt x="11" y="7"/>
                    <a:pt x="8" y="14"/>
                  </a:cubicBezTo>
                  <a:cubicBezTo>
                    <a:pt x="11" y="14"/>
                    <a:pt x="18" y="14"/>
                    <a:pt x="18" y="18"/>
                  </a:cubicBezTo>
                  <a:cubicBezTo>
                    <a:pt x="18" y="15"/>
                    <a:pt x="24" y="15"/>
                    <a:pt x="26" y="15"/>
                  </a:cubicBezTo>
                  <a:cubicBezTo>
                    <a:pt x="27" y="14"/>
                    <a:pt x="19" y="15"/>
                    <a:pt x="26" y="1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1" name="Freeform 679">
              <a:extLst>
                <a:ext uri="{FF2B5EF4-FFF2-40B4-BE49-F238E27FC236}">
                  <a16:creationId xmlns:a16="http://schemas.microsoft.com/office/drawing/2014/main" id="{9B532519-7072-9F4D-6601-35E27E9D8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8843" y="5938710"/>
              <a:ext cx="315235" cy="261807"/>
            </a:xfrm>
            <a:custGeom>
              <a:avLst/>
              <a:gdLst>
                <a:gd name="T0" fmla="*/ 8 w 27"/>
                <a:gd name="T1" fmla="*/ 2 h 21"/>
                <a:gd name="T2" fmla="*/ 10 w 27"/>
                <a:gd name="T3" fmla="*/ 5 h 21"/>
                <a:gd name="T4" fmla="*/ 7 w 27"/>
                <a:gd name="T5" fmla="*/ 5 h 21"/>
                <a:gd name="T6" fmla="*/ 4 w 27"/>
                <a:gd name="T7" fmla="*/ 3 h 21"/>
                <a:gd name="T8" fmla="*/ 4 w 27"/>
                <a:gd name="T9" fmla="*/ 7 h 21"/>
                <a:gd name="T10" fmla="*/ 6 w 27"/>
                <a:gd name="T11" fmla="*/ 11 h 21"/>
                <a:gd name="T12" fmla="*/ 8 w 27"/>
                <a:gd name="T13" fmla="*/ 14 h 21"/>
                <a:gd name="T14" fmla="*/ 9 w 27"/>
                <a:gd name="T15" fmla="*/ 17 h 21"/>
                <a:gd name="T16" fmla="*/ 16 w 27"/>
                <a:gd name="T17" fmla="*/ 13 h 21"/>
                <a:gd name="T18" fmla="*/ 17 w 27"/>
                <a:gd name="T19" fmla="*/ 16 h 21"/>
                <a:gd name="T20" fmla="*/ 21 w 27"/>
                <a:gd name="T21" fmla="*/ 21 h 21"/>
                <a:gd name="T22" fmla="*/ 21 w 27"/>
                <a:gd name="T23" fmla="*/ 18 h 21"/>
                <a:gd name="T24" fmla="*/ 23 w 27"/>
                <a:gd name="T25" fmla="*/ 16 h 21"/>
                <a:gd name="T26" fmla="*/ 25 w 27"/>
                <a:gd name="T27" fmla="*/ 11 h 21"/>
                <a:gd name="T28" fmla="*/ 19 w 27"/>
                <a:gd name="T29" fmla="*/ 1 h 21"/>
                <a:gd name="T30" fmla="*/ 12 w 27"/>
                <a:gd name="T31" fmla="*/ 2 h 21"/>
                <a:gd name="T32" fmla="*/ 9 w 27"/>
                <a:gd name="T33" fmla="*/ 0 h 21"/>
                <a:gd name="T34" fmla="*/ 8 w 27"/>
                <a:gd name="T35" fmla="*/ 2 h 21"/>
                <a:gd name="T36" fmla="*/ 8 w 27"/>
                <a:gd name="T3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1">
                  <a:moveTo>
                    <a:pt x="8" y="2"/>
                  </a:moveTo>
                  <a:cubicBezTo>
                    <a:pt x="8" y="2"/>
                    <a:pt x="11" y="4"/>
                    <a:pt x="10" y="5"/>
                  </a:cubicBezTo>
                  <a:cubicBezTo>
                    <a:pt x="10" y="5"/>
                    <a:pt x="7" y="5"/>
                    <a:pt x="7" y="5"/>
                  </a:cubicBezTo>
                  <a:cubicBezTo>
                    <a:pt x="5" y="5"/>
                    <a:pt x="5" y="3"/>
                    <a:pt x="4" y="3"/>
                  </a:cubicBezTo>
                  <a:cubicBezTo>
                    <a:pt x="0" y="2"/>
                    <a:pt x="4" y="6"/>
                    <a:pt x="4" y="7"/>
                  </a:cubicBezTo>
                  <a:cubicBezTo>
                    <a:pt x="4" y="10"/>
                    <a:pt x="7" y="8"/>
                    <a:pt x="6" y="11"/>
                  </a:cubicBezTo>
                  <a:cubicBezTo>
                    <a:pt x="5" y="13"/>
                    <a:pt x="7" y="13"/>
                    <a:pt x="8" y="14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10" y="16"/>
                    <a:pt x="14" y="14"/>
                    <a:pt x="16" y="13"/>
                  </a:cubicBezTo>
                  <a:cubicBezTo>
                    <a:pt x="17" y="13"/>
                    <a:pt x="17" y="15"/>
                    <a:pt x="17" y="16"/>
                  </a:cubicBezTo>
                  <a:cubicBezTo>
                    <a:pt x="17" y="19"/>
                    <a:pt x="18" y="20"/>
                    <a:pt x="21" y="21"/>
                  </a:cubicBezTo>
                  <a:cubicBezTo>
                    <a:pt x="21" y="20"/>
                    <a:pt x="21" y="18"/>
                    <a:pt x="21" y="18"/>
                  </a:cubicBezTo>
                  <a:cubicBezTo>
                    <a:pt x="22" y="17"/>
                    <a:pt x="23" y="17"/>
                    <a:pt x="23" y="16"/>
                  </a:cubicBezTo>
                  <a:cubicBezTo>
                    <a:pt x="24" y="14"/>
                    <a:pt x="24" y="12"/>
                    <a:pt x="25" y="11"/>
                  </a:cubicBezTo>
                  <a:cubicBezTo>
                    <a:pt x="27" y="8"/>
                    <a:pt x="21" y="2"/>
                    <a:pt x="19" y="1"/>
                  </a:cubicBezTo>
                  <a:cubicBezTo>
                    <a:pt x="17" y="4"/>
                    <a:pt x="15" y="4"/>
                    <a:pt x="12" y="2"/>
                  </a:cubicBezTo>
                  <a:cubicBezTo>
                    <a:pt x="12" y="1"/>
                    <a:pt x="10" y="0"/>
                    <a:pt x="9" y="0"/>
                  </a:cubicBezTo>
                  <a:cubicBezTo>
                    <a:pt x="8" y="0"/>
                    <a:pt x="8" y="1"/>
                    <a:pt x="8" y="2"/>
                  </a:cubicBezTo>
                  <a:cubicBezTo>
                    <a:pt x="9" y="3"/>
                    <a:pt x="7" y="0"/>
                    <a:pt x="8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2" name="Freeform 680">
              <a:extLst>
                <a:ext uri="{FF2B5EF4-FFF2-40B4-BE49-F238E27FC236}">
                  <a16:creationId xmlns:a16="http://schemas.microsoft.com/office/drawing/2014/main" id="{2E3D5FCA-68E0-335A-7EE7-D8A2CE436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2589" y="6757903"/>
              <a:ext cx="103749" cy="126679"/>
            </a:xfrm>
            <a:custGeom>
              <a:avLst/>
              <a:gdLst>
                <a:gd name="T0" fmla="*/ 3 w 9"/>
                <a:gd name="T1" fmla="*/ 2 h 10"/>
                <a:gd name="T2" fmla="*/ 0 w 9"/>
                <a:gd name="T3" fmla="*/ 7 h 10"/>
                <a:gd name="T4" fmla="*/ 4 w 9"/>
                <a:gd name="T5" fmla="*/ 8 h 10"/>
                <a:gd name="T6" fmla="*/ 9 w 9"/>
                <a:gd name="T7" fmla="*/ 10 h 10"/>
                <a:gd name="T8" fmla="*/ 7 w 9"/>
                <a:gd name="T9" fmla="*/ 5 h 10"/>
                <a:gd name="T10" fmla="*/ 8 w 9"/>
                <a:gd name="T11" fmla="*/ 3 h 10"/>
                <a:gd name="T12" fmla="*/ 3 w 9"/>
                <a:gd name="T13" fmla="*/ 2 h 10"/>
                <a:gd name="T14" fmla="*/ 3 w 9"/>
                <a:gd name="T1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3" y="2"/>
                  </a:moveTo>
                  <a:cubicBezTo>
                    <a:pt x="1" y="3"/>
                    <a:pt x="0" y="5"/>
                    <a:pt x="0" y="7"/>
                  </a:cubicBezTo>
                  <a:cubicBezTo>
                    <a:pt x="1" y="7"/>
                    <a:pt x="4" y="7"/>
                    <a:pt x="4" y="8"/>
                  </a:cubicBezTo>
                  <a:cubicBezTo>
                    <a:pt x="6" y="10"/>
                    <a:pt x="7" y="10"/>
                    <a:pt x="9" y="10"/>
                  </a:cubicBezTo>
                  <a:cubicBezTo>
                    <a:pt x="9" y="10"/>
                    <a:pt x="7" y="5"/>
                    <a:pt x="7" y="5"/>
                  </a:cubicBezTo>
                  <a:cubicBezTo>
                    <a:pt x="8" y="5"/>
                    <a:pt x="9" y="5"/>
                    <a:pt x="8" y="3"/>
                  </a:cubicBezTo>
                  <a:cubicBezTo>
                    <a:pt x="6" y="2"/>
                    <a:pt x="5" y="0"/>
                    <a:pt x="3" y="2"/>
                  </a:cubicBezTo>
                  <a:cubicBezTo>
                    <a:pt x="1" y="4"/>
                    <a:pt x="4" y="1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3" name="Freeform 681">
              <a:extLst>
                <a:ext uri="{FF2B5EF4-FFF2-40B4-BE49-F238E27FC236}">
                  <a16:creationId xmlns:a16="http://schemas.microsoft.com/office/drawing/2014/main" id="{76572690-4677-21FF-DC92-50A0A3F9B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177" y="6289186"/>
              <a:ext cx="407015" cy="333587"/>
            </a:xfrm>
            <a:custGeom>
              <a:avLst/>
              <a:gdLst>
                <a:gd name="T0" fmla="*/ 29 w 35"/>
                <a:gd name="T1" fmla="*/ 10 h 27"/>
                <a:gd name="T2" fmla="*/ 30 w 35"/>
                <a:gd name="T3" fmla="*/ 7 h 27"/>
                <a:gd name="T4" fmla="*/ 29 w 35"/>
                <a:gd name="T5" fmla="*/ 5 h 27"/>
                <a:gd name="T6" fmla="*/ 35 w 35"/>
                <a:gd name="T7" fmla="*/ 0 h 27"/>
                <a:gd name="T8" fmla="*/ 25 w 35"/>
                <a:gd name="T9" fmla="*/ 1 h 27"/>
                <a:gd name="T10" fmla="*/ 19 w 35"/>
                <a:gd name="T11" fmla="*/ 2 h 27"/>
                <a:gd name="T12" fmla="*/ 13 w 35"/>
                <a:gd name="T13" fmla="*/ 2 h 27"/>
                <a:gd name="T14" fmla="*/ 8 w 35"/>
                <a:gd name="T15" fmla="*/ 2 h 27"/>
                <a:gd name="T16" fmla="*/ 7 w 35"/>
                <a:gd name="T17" fmla="*/ 4 h 27"/>
                <a:gd name="T18" fmla="*/ 6 w 35"/>
                <a:gd name="T19" fmla="*/ 6 h 27"/>
                <a:gd name="T20" fmla="*/ 3 w 35"/>
                <a:gd name="T21" fmla="*/ 6 h 27"/>
                <a:gd name="T22" fmla="*/ 3 w 35"/>
                <a:gd name="T23" fmla="*/ 10 h 27"/>
                <a:gd name="T24" fmla="*/ 4 w 35"/>
                <a:gd name="T25" fmla="*/ 14 h 27"/>
                <a:gd name="T26" fmla="*/ 2 w 35"/>
                <a:gd name="T27" fmla="*/ 22 h 27"/>
                <a:gd name="T28" fmla="*/ 7 w 35"/>
                <a:gd name="T29" fmla="*/ 27 h 27"/>
                <a:gd name="T30" fmla="*/ 13 w 35"/>
                <a:gd name="T31" fmla="*/ 24 h 27"/>
                <a:gd name="T32" fmla="*/ 22 w 35"/>
                <a:gd name="T33" fmla="*/ 19 h 27"/>
                <a:gd name="T34" fmla="*/ 28 w 35"/>
                <a:gd name="T35" fmla="*/ 15 h 27"/>
                <a:gd name="T36" fmla="*/ 29 w 35"/>
                <a:gd name="T37" fmla="*/ 10 h 27"/>
                <a:gd name="T38" fmla="*/ 29 w 35"/>
                <a:gd name="T3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" h="27">
                  <a:moveTo>
                    <a:pt x="29" y="10"/>
                  </a:moveTo>
                  <a:cubicBezTo>
                    <a:pt x="30" y="9"/>
                    <a:pt x="31" y="8"/>
                    <a:pt x="30" y="7"/>
                  </a:cubicBezTo>
                  <a:cubicBezTo>
                    <a:pt x="29" y="6"/>
                    <a:pt x="28" y="6"/>
                    <a:pt x="29" y="5"/>
                  </a:cubicBezTo>
                  <a:cubicBezTo>
                    <a:pt x="31" y="3"/>
                    <a:pt x="35" y="3"/>
                    <a:pt x="35" y="0"/>
                  </a:cubicBezTo>
                  <a:cubicBezTo>
                    <a:pt x="32" y="0"/>
                    <a:pt x="28" y="0"/>
                    <a:pt x="25" y="1"/>
                  </a:cubicBezTo>
                  <a:cubicBezTo>
                    <a:pt x="23" y="1"/>
                    <a:pt x="21" y="2"/>
                    <a:pt x="19" y="2"/>
                  </a:cubicBezTo>
                  <a:cubicBezTo>
                    <a:pt x="16" y="2"/>
                    <a:pt x="15" y="1"/>
                    <a:pt x="13" y="2"/>
                  </a:cubicBezTo>
                  <a:cubicBezTo>
                    <a:pt x="11" y="3"/>
                    <a:pt x="10" y="3"/>
                    <a:pt x="8" y="2"/>
                  </a:cubicBezTo>
                  <a:cubicBezTo>
                    <a:pt x="6" y="0"/>
                    <a:pt x="7" y="4"/>
                    <a:pt x="7" y="4"/>
                  </a:cubicBezTo>
                  <a:cubicBezTo>
                    <a:pt x="6" y="5"/>
                    <a:pt x="6" y="6"/>
                    <a:pt x="6" y="6"/>
                  </a:cubicBezTo>
                  <a:cubicBezTo>
                    <a:pt x="5" y="8"/>
                    <a:pt x="4" y="6"/>
                    <a:pt x="3" y="6"/>
                  </a:cubicBezTo>
                  <a:cubicBezTo>
                    <a:pt x="2" y="7"/>
                    <a:pt x="3" y="9"/>
                    <a:pt x="3" y="10"/>
                  </a:cubicBezTo>
                  <a:cubicBezTo>
                    <a:pt x="3" y="11"/>
                    <a:pt x="2" y="13"/>
                    <a:pt x="4" y="14"/>
                  </a:cubicBezTo>
                  <a:cubicBezTo>
                    <a:pt x="9" y="17"/>
                    <a:pt x="5" y="19"/>
                    <a:pt x="2" y="22"/>
                  </a:cubicBezTo>
                  <a:cubicBezTo>
                    <a:pt x="0" y="24"/>
                    <a:pt x="5" y="27"/>
                    <a:pt x="7" y="27"/>
                  </a:cubicBezTo>
                  <a:cubicBezTo>
                    <a:pt x="9" y="27"/>
                    <a:pt x="11" y="25"/>
                    <a:pt x="13" y="24"/>
                  </a:cubicBezTo>
                  <a:cubicBezTo>
                    <a:pt x="16" y="22"/>
                    <a:pt x="19" y="21"/>
                    <a:pt x="22" y="19"/>
                  </a:cubicBezTo>
                  <a:cubicBezTo>
                    <a:pt x="24" y="18"/>
                    <a:pt x="26" y="17"/>
                    <a:pt x="28" y="15"/>
                  </a:cubicBezTo>
                  <a:cubicBezTo>
                    <a:pt x="29" y="13"/>
                    <a:pt x="28" y="11"/>
                    <a:pt x="29" y="10"/>
                  </a:cubicBezTo>
                  <a:cubicBezTo>
                    <a:pt x="30" y="8"/>
                    <a:pt x="29" y="11"/>
                    <a:pt x="29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4" name="Freeform 682">
              <a:extLst>
                <a:ext uri="{FF2B5EF4-FFF2-40B4-BE49-F238E27FC236}">
                  <a16:creationId xmlns:a16="http://schemas.microsoft.com/office/drawing/2014/main" id="{733CA2D4-5BD9-1085-9AFD-4D4A9A31F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5719" y="6263852"/>
              <a:ext cx="582589" cy="582724"/>
            </a:xfrm>
            <a:custGeom>
              <a:avLst/>
              <a:gdLst>
                <a:gd name="T0" fmla="*/ 47 w 50"/>
                <a:gd name="T1" fmla="*/ 36 h 47"/>
                <a:gd name="T2" fmla="*/ 45 w 50"/>
                <a:gd name="T3" fmla="*/ 34 h 47"/>
                <a:gd name="T4" fmla="*/ 46 w 50"/>
                <a:gd name="T5" fmla="*/ 32 h 47"/>
                <a:gd name="T6" fmla="*/ 41 w 50"/>
                <a:gd name="T7" fmla="*/ 27 h 47"/>
                <a:gd name="T8" fmla="*/ 38 w 50"/>
                <a:gd name="T9" fmla="*/ 25 h 47"/>
                <a:gd name="T10" fmla="*/ 35 w 50"/>
                <a:gd name="T11" fmla="*/ 18 h 47"/>
                <a:gd name="T12" fmla="*/ 38 w 50"/>
                <a:gd name="T13" fmla="*/ 10 h 47"/>
                <a:gd name="T14" fmla="*/ 34 w 50"/>
                <a:gd name="T15" fmla="*/ 6 h 47"/>
                <a:gd name="T16" fmla="*/ 32 w 50"/>
                <a:gd name="T17" fmla="*/ 2 h 47"/>
                <a:gd name="T18" fmla="*/ 30 w 50"/>
                <a:gd name="T19" fmla="*/ 3 h 47"/>
                <a:gd name="T20" fmla="*/ 28 w 50"/>
                <a:gd name="T21" fmla="*/ 1 h 47"/>
                <a:gd name="T22" fmla="*/ 25 w 50"/>
                <a:gd name="T23" fmla="*/ 2 h 47"/>
                <a:gd name="T24" fmla="*/ 20 w 50"/>
                <a:gd name="T25" fmla="*/ 1 h 47"/>
                <a:gd name="T26" fmla="*/ 18 w 50"/>
                <a:gd name="T27" fmla="*/ 4 h 47"/>
                <a:gd name="T28" fmla="*/ 13 w 50"/>
                <a:gd name="T29" fmla="*/ 7 h 47"/>
                <a:gd name="T30" fmla="*/ 14 w 50"/>
                <a:gd name="T31" fmla="*/ 10 h 47"/>
                <a:gd name="T32" fmla="*/ 13 w 50"/>
                <a:gd name="T33" fmla="*/ 13 h 47"/>
                <a:gd name="T34" fmla="*/ 9 w 50"/>
                <a:gd name="T35" fmla="*/ 19 h 47"/>
                <a:gd name="T36" fmla="*/ 1 w 50"/>
                <a:gd name="T37" fmla="*/ 25 h 47"/>
                <a:gd name="T38" fmla="*/ 3 w 50"/>
                <a:gd name="T39" fmla="*/ 30 h 47"/>
                <a:gd name="T40" fmla="*/ 9 w 50"/>
                <a:gd name="T41" fmla="*/ 31 h 47"/>
                <a:gd name="T42" fmla="*/ 18 w 50"/>
                <a:gd name="T43" fmla="*/ 36 h 47"/>
                <a:gd name="T44" fmla="*/ 29 w 50"/>
                <a:gd name="T45" fmla="*/ 45 h 47"/>
                <a:gd name="T46" fmla="*/ 38 w 50"/>
                <a:gd name="T47" fmla="*/ 47 h 47"/>
                <a:gd name="T48" fmla="*/ 43 w 50"/>
                <a:gd name="T49" fmla="*/ 42 h 47"/>
                <a:gd name="T50" fmla="*/ 50 w 50"/>
                <a:gd name="T51" fmla="*/ 43 h 47"/>
                <a:gd name="T52" fmla="*/ 47 w 50"/>
                <a:gd name="T53" fmla="*/ 39 h 47"/>
                <a:gd name="T54" fmla="*/ 47 w 50"/>
                <a:gd name="T55" fmla="*/ 36 h 47"/>
                <a:gd name="T56" fmla="*/ 47 w 50"/>
                <a:gd name="T57" fmla="*/ 3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0" h="47">
                  <a:moveTo>
                    <a:pt x="47" y="36"/>
                  </a:moveTo>
                  <a:cubicBezTo>
                    <a:pt x="47" y="36"/>
                    <a:pt x="45" y="35"/>
                    <a:pt x="45" y="34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5" y="30"/>
                    <a:pt x="43" y="29"/>
                    <a:pt x="41" y="27"/>
                  </a:cubicBezTo>
                  <a:cubicBezTo>
                    <a:pt x="40" y="27"/>
                    <a:pt x="38" y="26"/>
                    <a:pt x="38" y="25"/>
                  </a:cubicBezTo>
                  <a:cubicBezTo>
                    <a:pt x="37" y="23"/>
                    <a:pt x="35" y="21"/>
                    <a:pt x="35" y="18"/>
                  </a:cubicBezTo>
                  <a:cubicBezTo>
                    <a:pt x="34" y="16"/>
                    <a:pt x="40" y="12"/>
                    <a:pt x="38" y="10"/>
                  </a:cubicBezTo>
                  <a:cubicBezTo>
                    <a:pt x="36" y="9"/>
                    <a:pt x="35" y="8"/>
                    <a:pt x="34" y="6"/>
                  </a:cubicBezTo>
                  <a:cubicBezTo>
                    <a:pt x="33" y="5"/>
                    <a:pt x="33" y="3"/>
                    <a:pt x="32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28" y="3"/>
                    <a:pt x="29" y="1"/>
                    <a:pt x="28" y="1"/>
                  </a:cubicBezTo>
                  <a:cubicBezTo>
                    <a:pt x="27" y="1"/>
                    <a:pt x="25" y="2"/>
                    <a:pt x="25" y="2"/>
                  </a:cubicBezTo>
                  <a:cubicBezTo>
                    <a:pt x="23" y="0"/>
                    <a:pt x="22" y="1"/>
                    <a:pt x="20" y="1"/>
                  </a:cubicBezTo>
                  <a:cubicBezTo>
                    <a:pt x="18" y="2"/>
                    <a:pt x="19" y="3"/>
                    <a:pt x="18" y="4"/>
                  </a:cubicBezTo>
                  <a:cubicBezTo>
                    <a:pt x="16" y="5"/>
                    <a:pt x="14" y="5"/>
                    <a:pt x="13" y="7"/>
                  </a:cubicBezTo>
                  <a:cubicBezTo>
                    <a:pt x="12" y="9"/>
                    <a:pt x="14" y="8"/>
                    <a:pt x="14" y="10"/>
                  </a:cubicBezTo>
                  <a:cubicBezTo>
                    <a:pt x="14" y="11"/>
                    <a:pt x="13" y="11"/>
                    <a:pt x="13" y="13"/>
                  </a:cubicBezTo>
                  <a:cubicBezTo>
                    <a:pt x="13" y="16"/>
                    <a:pt x="12" y="17"/>
                    <a:pt x="9" y="19"/>
                  </a:cubicBezTo>
                  <a:cubicBezTo>
                    <a:pt x="7" y="20"/>
                    <a:pt x="0" y="23"/>
                    <a:pt x="1" y="25"/>
                  </a:cubicBezTo>
                  <a:cubicBezTo>
                    <a:pt x="2" y="26"/>
                    <a:pt x="2" y="29"/>
                    <a:pt x="3" y="30"/>
                  </a:cubicBezTo>
                  <a:cubicBezTo>
                    <a:pt x="4" y="31"/>
                    <a:pt x="8" y="31"/>
                    <a:pt x="9" y="31"/>
                  </a:cubicBezTo>
                  <a:cubicBezTo>
                    <a:pt x="12" y="32"/>
                    <a:pt x="15" y="34"/>
                    <a:pt x="18" y="36"/>
                  </a:cubicBezTo>
                  <a:cubicBezTo>
                    <a:pt x="22" y="39"/>
                    <a:pt x="25" y="42"/>
                    <a:pt x="29" y="45"/>
                  </a:cubicBezTo>
                  <a:cubicBezTo>
                    <a:pt x="32" y="47"/>
                    <a:pt x="35" y="47"/>
                    <a:pt x="38" y="47"/>
                  </a:cubicBezTo>
                  <a:cubicBezTo>
                    <a:pt x="41" y="47"/>
                    <a:pt x="41" y="44"/>
                    <a:pt x="43" y="42"/>
                  </a:cubicBezTo>
                  <a:cubicBezTo>
                    <a:pt x="45" y="40"/>
                    <a:pt x="49" y="44"/>
                    <a:pt x="50" y="43"/>
                  </a:cubicBezTo>
                  <a:cubicBezTo>
                    <a:pt x="49" y="42"/>
                    <a:pt x="48" y="41"/>
                    <a:pt x="47" y="39"/>
                  </a:cubicBezTo>
                  <a:cubicBezTo>
                    <a:pt x="47" y="38"/>
                    <a:pt x="48" y="37"/>
                    <a:pt x="47" y="36"/>
                  </a:cubicBezTo>
                  <a:cubicBezTo>
                    <a:pt x="46" y="35"/>
                    <a:pt x="48" y="37"/>
                    <a:pt x="47" y="3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5" name="Freeform 683">
              <a:extLst>
                <a:ext uri="{FF2B5EF4-FFF2-40B4-BE49-F238E27FC236}">
                  <a16:creationId xmlns:a16="http://schemas.microsoft.com/office/drawing/2014/main" id="{BFB0FFA3-A3C5-164F-54AC-7071631F2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7508" y="5926043"/>
              <a:ext cx="1109311" cy="447599"/>
            </a:xfrm>
            <a:custGeom>
              <a:avLst/>
              <a:gdLst>
                <a:gd name="T0" fmla="*/ 52 w 95"/>
                <a:gd name="T1" fmla="*/ 36 h 36"/>
                <a:gd name="T2" fmla="*/ 54 w 95"/>
                <a:gd name="T3" fmla="*/ 33 h 36"/>
                <a:gd name="T4" fmla="*/ 55 w 95"/>
                <a:gd name="T5" fmla="*/ 31 h 36"/>
                <a:gd name="T6" fmla="*/ 60 w 95"/>
                <a:gd name="T7" fmla="*/ 31 h 36"/>
                <a:gd name="T8" fmla="*/ 64 w 95"/>
                <a:gd name="T9" fmla="*/ 31 h 36"/>
                <a:gd name="T10" fmla="*/ 75 w 95"/>
                <a:gd name="T11" fmla="*/ 29 h 36"/>
                <a:gd name="T12" fmla="*/ 85 w 95"/>
                <a:gd name="T13" fmla="*/ 28 h 36"/>
                <a:gd name="T14" fmla="*/ 90 w 95"/>
                <a:gd name="T15" fmla="*/ 28 h 36"/>
                <a:gd name="T16" fmla="*/ 92 w 95"/>
                <a:gd name="T17" fmla="*/ 30 h 36"/>
                <a:gd name="T18" fmla="*/ 94 w 95"/>
                <a:gd name="T19" fmla="*/ 28 h 36"/>
                <a:gd name="T20" fmla="*/ 92 w 95"/>
                <a:gd name="T21" fmla="*/ 24 h 36"/>
                <a:gd name="T22" fmla="*/ 92 w 95"/>
                <a:gd name="T23" fmla="*/ 22 h 36"/>
                <a:gd name="T24" fmla="*/ 91 w 95"/>
                <a:gd name="T25" fmla="*/ 17 h 36"/>
                <a:gd name="T26" fmla="*/ 93 w 95"/>
                <a:gd name="T27" fmla="*/ 14 h 36"/>
                <a:gd name="T28" fmla="*/ 89 w 95"/>
                <a:gd name="T29" fmla="*/ 8 h 36"/>
                <a:gd name="T30" fmla="*/ 83 w 95"/>
                <a:gd name="T31" fmla="*/ 3 h 36"/>
                <a:gd name="T32" fmla="*/ 80 w 95"/>
                <a:gd name="T33" fmla="*/ 3 h 36"/>
                <a:gd name="T34" fmla="*/ 78 w 95"/>
                <a:gd name="T35" fmla="*/ 3 h 36"/>
                <a:gd name="T36" fmla="*/ 73 w 95"/>
                <a:gd name="T37" fmla="*/ 6 h 36"/>
                <a:gd name="T38" fmla="*/ 63 w 95"/>
                <a:gd name="T39" fmla="*/ 6 h 36"/>
                <a:gd name="T40" fmla="*/ 58 w 95"/>
                <a:gd name="T41" fmla="*/ 6 h 36"/>
                <a:gd name="T42" fmla="*/ 54 w 95"/>
                <a:gd name="T43" fmla="*/ 4 h 36"/>
                <a:gd name="T44" fmla="*/ 50 w 95"/>
                <a:gd name="T45" fmla="*/ 2 h 36"/>
                <a:gd name="T46" fmla="*/ 46 w 95"/>
                <a:gd name="T47" fmla="*/ 0 h 36"/>
                <a:gd name="T48" fmla="*/ 37 w 95"/>
                <a:gd name="T49" fmla="*/ 0 h 36"/>
                <a:gd name="T50" fmla="*/ 29 w 95"/>
                <a:gd name="T51" fmla="*/ 4 h 36"/>
                <a:gd name="T52" fmla="*/ 18 w 95"/>
                <a:gd name="T53" fmla="*/ 5 h 36"/>
                <a:gd name="T54" fmla="*/ 16 w 95"/>
                <a:gd name="T55" fmla="*/ 6 h 36"/>
                <a:gd name="T56" fmla="*/ 18 w 95"/>
                <a:gd name="T57" fmla="*/ 7 h 36"/>
                <a:gd name="T58" fmla="*/ 15 w 95"/>
                <a:gd name="T59" fmla="*/ 8 h 36"/>
                <a:gd name="T60" fmla="*/ 13 w 95"/>
                <a:gd name="T61" fmla="*/ 9 h 36"/>
                <a:gd name="T62" fmla="*/ 4 w 95"/>
                <a:gd name="T63" fmla="*/ 9 h 36"/>
                <a:gd name="T64" fmla="*/ 3 w 95"/>
                <a:gd name="T65" fmla="*/ 11 h 36"/>
                <a:gd name="T66" fmla="*/ 3 w 95"/>
                <a:gd name="T67" fmla="*/ 15 h 36"/>
                <a:gd name="T68" fmla="*/ 5 w 95"/>
                <a:gd name="T69" fmla="*/ 14 h 36"/>
                <a:gd name="T70" fmla="*/ 3 w 95"/>
                <a:gd name="T71" fmla="*/ 17 h 36"/>
                <a:gd name="T72" fmla="*/ 5 w 95"/>
                <a:gd name="T73" fmla="*/ 17 h 36"/>
                <a:gd name="T74" fmla="*/ 5 w 95"/>
                <a:gd name="T75" fmla="*/ 19 h 36"/>
                <a:gd name="T76" fmla="*/ 3 w 95"/>
                <a:gd name="T77" fmla="*/ 20 h 36"/>
                <a:gd name="T78" fmla="*/ 4 w 95"/>
                <a:gd name="T79" fmla="*/ 22 h 36"/>
                <a:gd name="T80" fmla="*/ 4 w 95"/>
                <a:gd name="T81" fmla="*/ 25 h 36"/>
                <a:gd name="T82" fmla="*/ 8 w 95"/>
                <a:gd name="T83" fmla="*/ 27 h 36"/>
                <a:gd name="T84" fmla="*/ 7 w 95"/>
                <a:gd name="T85" fmla="*/ 30 h 36"/>
                <a:gd name="T86" fmla="*/ 10 w 95"/>
                <a:gd name="T87" fmla="*/ 30 h 36"/>
                <a:gd name="T88" fmla="*/ 8 w 95"/>
                <a:gd name="T89" fmla="*/ 31 h 36"/>
                <a:gd name="T90" fmla="*/ 10 w 95"/>
                <a:gd name="T91" fmla="*/ 31 h 36"/>
                <a:gd name="T92" fmla="*/ 9 w 95"/>
                <a:gd name="T93" fmla="*/ 34 h 36"/>
                <a:gd name="T94" fmla="*/ 11 w 95"/>
                <a:gd name="T95" fmla="*/ 35 h 36"/>
                <a:gd name="T96" fmla="*/ 12 w 95"/>
                <a:gd name="T97" fmla="*/ 31 h 36"/>
                <a:gd name="T98" fmla="*/ 16 w 95"/>
                <a:gd name="T99" fmla="*/ 32 h 36"/>
                <a:gd name="T100" fmla="*/ 22 w 95"/>
                <a:gd name="T101" fmla="*/ 33 h 36"/>
                <a:gd name="T102" fmla="*/ 27 w 95"/>
                <a:gd name="T103" fmla="*/ 31 h 36"/>
                <a:gd name="T104" fmla="*/ 35 w 95"/>
                <a:gd name="T105" fmla="*/ 35 h 36"/>
                <a:gd name="T106" fmla="*/ 42 w 95"/>
                <a:gd name="T107" fmla="*/ 32 h 36"/>
                <a:gd name="T108" fmla="*/ 44 w 95"/>
                <a:gd name="T109" fmla="*/ 30 h 36"/>
                <a:gd name="T110" fmla="*/ 48 w 95"/>
                <a:gd name="T111" fmla="*/ 31 h 36"/>
                <a:gd name="T112" fmla="*/ 50 w 95"/>
                <a:gd name="T113" fmla="*/ 33 h 36"/>
                <a:gd name="T114" fmla="*/ 50 w 95"/>
                <a:gd name="T115" fmla="*/ 35 h 36"/>
                <a:gd name="T116" fmla="*/ 52 w 95"/>
                <a:gd name="T117" fmla="*/ 36 h 36"/>
                <a:gd name="T118" fmla="*/ 52 w 95"/>
                <a:gd name="T11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36">
                  <a:moveTo>
                    <a:pt x="52" y="36"/>
                  </a:moveTo>
                  <a:cubicBezTo>
                    <a:pt x="53" y="35"/>
                    <a:pt x="54" y="33"/>
                    <a:pt x="54" y="33"/>
                  </a:cubicBezTo>
                  <a:cubicBezTo>
                    <a:pt x="53" y="31"/>
                    <a:pt x="54" y="30"/>
                    <a:pt x="55" y="31"/>
                  </a:cubicBezTo>
                  <a:cubicBezTo>
                    <a:pt x="57" y="32"/>
                    <a:pt x="58" y="31"/>
                    <a:pt x="60" y="31"/>
                  </a:cubicBezTo>
                  <a:cubicBezTo>
                    <a:pt x="62" y="30"/>
                    <a:pt x="62" y="30"/>
                    <a:pt x="64" y="31"/>
                  </a:cubicBezTo>
                  <a:cubicBezTo>
                    <a:pt x="68" y="31"/>
                    <a:pt x="71" y="29"/>
                    <a:pt x="75" y="29"/>
                  </a:cubicBezTo>
                  <a:cubicBezTo>
                    <a:pt x="78" y="29"/>
                    <a:pt x="82" y="29"/>
                    <a:pt x="85" y="28"/>
                  </a:cubicBezTo>
                  <a:cubicBezTo>
                    <a:pt x="87" y="27"/>
                    <a:pt x="87" y="29"/>
                    <a:pt x="90" y="28"/>
                  </a:cubicBezTo>
                  <a:cubicBezTo>
                    <a:pt x="92" y="27"/>
                    <a:pt x="91" y="29"/>
                    <a:pt x="92" y="30"/>
                  </a:cubicBezTo>
                  <a:cubicBezTo>
                    <a:pt x="93" y="31"/>
                    <a:pt x="95" y="29"/>
                    <a:pt x="94" y="28"/>
                  </a:cubicBezTo>
                  <a:cubicBezTo>
                    <a:pt x="93" y="27"/>
                    <a:pt x="95" y="25"/>
                    <a:pt x="92" y="24"/>
                  </a:cubicBezTo>
                  <a:cubicBezTo>
                    <a:pt x="91" y="23"/>
                    <a:pt x="93" y="23"/>
                    <a:pt x="92" y="22"/>
                  </a:cubicBezTo>
                  <a:cubicBezTo>
                    <a:pt x="92" y="20"/>
                    <a:pt x="91" y="19"/>
                    <a:pt x="91" y="17"/>
                  </a:cubicBezTo>
                  <a:cubicBezTo>
                    <a:pt x="91" y="16"/>
                    <a:pt x="93" y="14"/>
                    <a:pt x="93" y="14"/>
                  </a:cubicBezTo>
                  <a:cubicBezTo>
                    <a:pt x="92" y="12"/>
                    <a:pt x="90" y="11"/>
                    <a:pt x="89" y="8"/>
                  </a:cubicBezTo>
                  <a:cubicBezTo>
                    <a:pt x="87" y="5"/>
                    <a:pt x="87" y="4"/>
                    <a:pt x="83" y="3"/>
                  </a:cubicBezTo>
                  <a:cubicBezTo>
                    <a:pt x="82" y="3"/>
                    <a:pt x="81" y="3"/>
                    <a:pt x="80" y="3"/>
                  </a:cubicBezTo>
                  <a:cubicBezTo>
                    <a:pt x="78" y="2"/>
                    <a:pt x="79" y="3"/>
                    <a:pt x="78" y="3"/>
                  </a:cubicBezTo>
                  <a:cubicBezTo>
                    <a:pt x="76" y="5"/>
                    <a:pt x="74" y="5"/>
                    <a:pt x="73" y="6"/>
                  </a:cubicBezTo>
                  <a:cubicBezTo>
                    <a:pt x="70" y="7"/>
                    <a:pt x="66" y="6"/>
                    <a:pt x="63" y="6"/>
                  </a:cubicBezTo>
                  <a:cubicBezTo>
                    <a:pt x="61" y="6"/>
                    <a:pt x="59" y="6"/>
                    <a:pt x="58" y="6"/>
                  </a:cubicBezTo>
                  <a:cubicBezTo>
                    <a:pt x="56" y="5"/>
                    <a:pt x="56" y="4"/>
                    <a:pt x="54" y="4"/>
                  </a:cubicBezTo>
                  <a:cubicBezTo>
                    <a:pt x="52" y="4"/>
                    <a:pt x="51" y="3"/>
                    <a:pt x="50" y="2"/>
                  </a:cubicBezTo>
                  <a:cubicBezTo>
                    <a:pt x="49" y="2"/>
                    <a:pt x="45" y="0"/>
                    <a:pt x="46" y="0"/>
                  </a:cubicBezTo>
                  <a:cubicBezTo>
                    <a:pt x="44" y="1"/>
                    <a:pt x="39" y="0"/>
                    <a:pt x="37" y="0"/>
                  </a:cubicBezTo>
                  <a:cubicBezTo>
                    <a:pt x="34" y="0"/>
                    <a:pt x="31" y="3"/>
                    <a:pt x="29" y="4"/>
                  </a:cubicBezTo>
                  <a:cubicBezTo>
                    <a:pt x="26" y="6"/>
                    <a:pt x="21" y="4"/>
                    <a:pt x="18" y="5"/>
                  </a:cubicBezTo>
                  <a:cubicBezTo>
                    <a:pt x="17" y="5"/>
                    <a:pt x="16" y="5"/>
                    <a:pt x="16" y="6"/>
                  </a:cubicBezTo>
                  <a:cubicBezTo>
                    <a:pt x="16" y="6"/>
                    <a:pt x="18" y="6"/>
                    <a:pt x="18" y="7"/>
                  </a:cubicBezTo>
                  <a:cubicBezTo>
                    <a:pt x="18" y="7"/>
                    <a:pt x="15" y="7"/>
                    <a:pt x="15" y="8"/>
                  </a:cubicBezTo>
                  <a:cubicBezTo>
                    <a:pt x="15" y="9"/>
                    <a:pt x="15" y="9"/>
                    <a:pt x="13" y="9"/>
                  </a:cubicBezTo>
                  <a:cubicBezTo>
                    <a:pt x="10" y="9"/>
                    <a:pt x="7" y="9"/>
                    <a:pt x="4" y="9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2" y="13"/>
                    <a:pt x="0" y="14"/>
                    <a:pt x="3" y="15"/>
                  </a:cubicBezTo>
                  <a:cubicBezTo>
                    <a:pt x="3" y="15"/>
                    <a:pt x="5" y="14"/>
                    <a:pt x="5" y="14"/>
                  </a:cubicBezTo>
                  <a:cubicBezTo>
                    <a:pt x="5" y="15"/>
                    <a:pt x="3" y="17"/>
                    <a:pt x="3" y="17"/>
                  </a:cubicBezTo>
                  <a:cubicBezTo>
                    <a:pt x="4" y="18"/>
                    <a:pt x="4" y="17"/>
                    <a:pt x="5" y="17"/>
                  </a:cubicBezTo>
                  <a:cubicBezTo>
                    <a:pt x="5" y="17"/>
                    <a:pt x="5" y="19"/>
                    <a:pt x="5" y="19"/>
                  </a:cubicBezTo>
                  <a:cubicBezTo>
                    <a:pt x="7" y="22"/>
                    <a:pt x="4" y="20"/>
                    <a:pt x="3" y="20"/>
                  </a:cubicBezTo>
                  <a:cubicBezTo>
                    <a:pt x="3" y="20"/>
                    <a:pt x="2" y="23"/>
                    <a:pt x="4" y="22"/>
                  </a:cubicBezTo>
                  <a:cubicBezTo>
                    <a:pt x="6" y="22"/>
                    <a:pt x="4" y="24"/>
                    <a:pt x="4" y="25"/>
                  </a:cubicBezTo>
                  <a:cubicBezTo>
                    <a:pt x="4" y="26"/>
                    <a:pt x="7" y="26"/>
                    <a:pt x="8" y="27"/>
                  </a:cubicBezTo>
                  <a:cubicBezTo>
                    <a:pt x="9" y="28"/>
                    <a:pt x="7" y="30"/>
                    <a:pt x="7" y="30"/>
                  </a:cubicBezTo>
                  <a:cubicBezTo>
                    <a:pt x="8" y="30"/>
                    <a:pt x="9" y="28"/>
                    <a:pt x="10" y="30"/>
                  </a:cubicBezTo>
                  <a:cubicBezTo>
                    <a:pt x="10" y="31"/>
                    <a:pt x="8" y="31"/>
                    <a:pt x="8" y="31"/>
                  </a:cubicBezTo>
                  <a:cubicBezTo>
                    <a:pt x="8" y="31"/>
                    <a:pt x="10" y="31"/>
                    <a:pt x="10" y="31"/>
                  </a:cubicBezTo>
                  <a:cubicBezTo>
                    <a:pt x="11" y="32"/>
                    <a:pt x="10" y="33"/>
                    <a:pt x="9" y="34"/>
                  </a:cubicBezTo>
                  <a:cubicBezTo>
                    <a:pt x="9" y="35"/>
                    <a:pt x="11" y="36"/>
                    <a:pt x="11" y="35"/>
                  </a:cubicBezTo>
                  <a:cubicBezTo>
                    <a:pt x="12" y="34"/>
                    <a:pt x="11" y="32"/>
                    <a:pt x="12" y="31"/>
                  </a:cubicBezTo>
                  <a:cubicBezTo>
                    <a:pt x="13" y="30"/>
                    <a:pt x="15" y="32"/>
                    <a:pt x="16" y="32"/>
                  </a:cubicBezTo>
                  <a:cubicBezTo>
                    <a:pt x="18" y="33"/>
                    <a:pt x="20" y="35"/>
                    <a:pt x="22" y="33"/>
                  </a:cubicBezTo>
                  <a:cubicBezTo>
                    <a:pt x="25" y="32"/>
                    <a:pt x="23" y="29"/>
                    <a:pt x="27" y="31"/>
                  </a:cubicBezTo>
                  <a:cubicBezTo>
                    <a:pt x="29" y="33"/>
                    <a:pt x="32" y="35"/>
                    <a:pt x="35" y="35"/>
                  </a:cubicBezTo>
                  <a:cubicBezTo>
                    <a:pt x="37" y="34"/>
                    <a:pt x="40" y="33"/>
                    <a:pt x="42" y="32"/>
                  </a:cubicBezTo>
                  <a:cubicBezTo>
                    <a:pt x="43" y="31"/>
                    <a:pt x="43" y="30"/>
                    <a:pt x="44" y="30"/>
                  </a:cubicBezTo>
                  <a:cubicBezTo>
                    <a:pt x="46" y="31"/>
                    <a:pt x="47" y="32"/>
                    <a:pt x="48" y="31"/>
                  </a:cubicBezTo>
                  <a:cubicBezTo>
                    <a:pt x="51" y="30"/>
                    <a:pt x="51" y="31"/>
                    <a:pt x="50" y="33"/>
                  </a:cubicBezTo>
                  <a:cubicBezTo>
                    <a:pt x="50" y="34"/>
                    <a:pt x="52" y="34"/>
                    <a:pt x="50" y="35"/>
                  </a:cubicBezTo>
                  <a:cubicBezTo>
                    <a:pt x="51" y="36"/>
                    <a:pt x="51" y="36"/>
                    <a:pt x="52" y="36"/>
                  </a:cubicBezTo>
                  <a:cubicBezTo>
                    <a:pt x="53" y="35"/>
                    <a:pt x="51" y="36"/>
                    <a:pt x="52" y="36"/>
                  </a:cubicBezTo>
                  <a:close/>
                </a:path>
              </a:pathLst>
            </a:custGeom>
            <a:grpFill/>
            <a:ln w="9525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6" name="Freeform 684">
              <a:extLst>
                <a:ext uri="{FF2B5EF4-FFF2-40B4-BE49-F238E27FC236}">
                  <a16:creationId xmlns:a16="http://schemas.microsoft.com/office/drawing/2014/main" id="{D9598C96-518B-44CD-F6C1-BDB5E9A46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0289" y="6635446"/>
              <a:ext cx="1229021" cy="1042994"/>
            </a:xfrm>
            <a:custGeom>
              <a:avLst/>
              <a:gdLst>
                <a:gd name="T0" fmla="*/ 65 w 105"/>
                <a:gd name="T1" fmla="*/ 20 h 84"/>
                <a:gd name="T2" fmla="*/ 61 w 105"/>
                <a:gd name="T3" fmla="*/ 17 h 84"/>
                <a:gd name="T4" fmla="*/ 52 w 105"/>
                <a:gd name="T5" fmla="*/ 17 h 84"/>
                <a:gd name="T6" fmla="*/ 48 w 105"/>
                <a:gd name="T7" fmla="*/ 15 h 84"/>
                <a:gd name="T8" fmla="*/ 40 w 105"/>
                <a:gd name="T9" fmla="*/ 8 h 84"/>
                <a:gd name="T10" fmla="*/ 27 w 105"/>
                <a:gd name="T11" fmla="*/ 1 h 84"/>
                <a:gd name="T12" fmla="*/ 21 w 105"/>
                <a:gd name="T13" fmla="*/ 1 h 84"/>
                <a:gd name="T14" fmla="*/ 13 w 105"/>
                <a:gd name="T15" fmla="*/ 3 h 84"/>
                <a:gd name="T16" fmla="*/ 17 w 105"/>
                <a:gd name="T17" fmla="*/ 9 h 84"/>
                <a:gd name="T18" fmla="*/ 13 w 105"/>
                <a:gd name="T19" fmla="*/ 12 h 84"/>
                <a:gd name="T20" fmla="*/ 10 w 105"/>
                <a:gd name="T21" fmla="*/ 12 h 84"/>
                <a:gd name="T22" fmla="*/ 9 w 105"/>
                <a:gd name="T23" fmla="*/ 14 h 84"/>
                <a:gd name="T24" fmla="*/ 2 w 105"/>
                <a:gd name="T25" fmla="*/ 14 h 84"/>
                <a:gd name="T26" fmla="*/ 1 w 105"/>
                <a:gd name="T27" fmla="*/ 19 h 84"/>
                <a:gd name="T28" fmla="*/ 3 w 105"/>
                <a:gd name="T29" fmla="*/ 22 h 84"/>
                <a:gd name="T30" fmla="*/ 8 w 105"/>
                <a:gd name="T31" fmla="*/ 31 h 84"/>
                <a:gd name="T32" fmla="*/ 12 w 105"/>
                <a:gd name="T33" fmla="*/ 38 h 84"/>
                <a:gd name="T34" fmla="*/ 15 w 105"/>
                <a:gd name="T35" fmla="*/ 42 h 84"/>
                <a:gd name="T36" fmla="*/ 20 w 105"/>
                <a:gd name="T37" fmla="*/ 46 h 84"/>
                <a:gd name="T38" fmla="*/ 22 w 105"/>
                <a:gd name="T39" fmla="*/ 53 h 84"/>
                <a:gd name="T40" fmla="*/ 23 w 105"/>
                <a:gd name="T41" fmla="*/ 59 h 84"/>
                <a:gd name="T42" fmla="*/ 31 w 105"/>
                <a:gd name="T43" fmla="*/ 67 h 84"/>
                <a:gd name="T44" fmla="*/ 36 w 105"/>
                <a:gd name="T45" fmla="*/ 76 h 84"/>
                <a:gd name="T46" fmla="*/ 40 w 105"/>
                <a:gd name="T47" fmla="*/ 81 h 84"/>
                <a:gd name="T48" fmla="*/ 41 w 105"/>
                <a:gd name="T49" fmla="*/ 84 h 84"/>
                <a:gd name="T50" fmla="*/ 43 w 105"/>
                <a:gd name="T51" fmla="*/ 81 h 84"/>
                <a:gd name="T52" fmla="*/ 50 w 105"/>
                <a:gd name="T53" fmla="*/ 79 h 84"/>
                <a:gd name="T54" fmla="*/ 60 w 105"/>
                <a:gd name="T55" fmla="*/ 80 h 84"/>
                <a:gd name="T56" fmla="*/ 66 w 105"/>
                <a:gd name="T57" fmla="*/ 77 h 84"/>
                <a:gd name="T58" fmla="*/ 76 w 105"/>
                <a:gd name="T59" fmla="*/ 72 h 84"/>
                <a:gd name="T60" fmla="*/ 94 w 105"/>
                <a:gd name="T61" fmla="*/ 68 h 84"/>
                <a:gd name="T62" fmla="*/ 102 w 105"/>
                <a:gd name="T63" fmla="*/ 66 h 84"/>
                <a:gd name="T64" fmla="*/ 104 w 105"/>
                <a:gd name="T65" fmla="*/ 61 h 84"/>
                <a:gd name="T66" fmla="*/ 105 w 105"/>
                <a:gd name="T67" fmla="*/ 56 h 84"/>
                <a:gd name="T68" fmla="*/ 103 w 105"/>
                <a:gd name="T69" fmla="*/ 51 h 84"/>
                <a:gd name="T70" fmla="*/ 93 w 105"/>
                <a:gd name="T71" fmla="*/ 50 h 84"/>
                <a:gd name="T72" fmla="*/ 88 w 105"/>
                <a:gd name="T73" fmla="*/ 47 h 84"/>
                <a:gd name="T74" fmla="*/ 81 w 105"/>
                <a:gd name="T75" fmla="*/ 39 h 84"/>
                <a:gd name="T76" fmla="*/ 77 w 105"/>
                <a:gd name="T77" fmla="*/ 34 h 84"/>
                <a:gd name="T78" fmla="*/ 77 w 105"/>
                <a:gd name="T79" fmla="*/ 29 h 84"/>
                <a:gd name="T80" fmla="*/ 74 w 105"/>
                <a:gd name="T81" fmla="*/ 27 h 84"/>
                <a:gd name="T82" fmla="*/ 70 w 105"/>
                <a:gd name="T83" fmla="*/ 22 h 84"/>
                <a:gd name="T84" fmla="*/ 65 w 105"/>
                <a:gd name="T85" fmla="*/ 2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5" h="84">
                  <a:moveTo>
                    <a:pt x="65" y="20"/>
                  </a:moveTo>
                  <a:cubicBezTo>
                    <a:pt x="64" y="17"/>
                    <a:pt x="64" y="17"/>
                    <a:pt x="61" y="17"/>
                  </a:cubicBezTo>
                  <a:cubicBezTo>
                    <a:pt x="58" y="17"/>
                    <a:pt x="55" y="17"/>
                    <a:pt x="52" y="17"/>
                  </a:cubicBezTo>
                  <a:cubicBezTo>
                    <a:pt x="50" y="17"/>
                    <a:pt x="49" y="15"/>
                    <a:pt x="48" y="15"/>
                  </a:cubicBezTo>
                  <a:cubicBezTo>
                    <a:pt x="45" y="12"/>
                    <a:pt x="42" y="10"/>
                    <a:pt x="40" y="8"/>
                  </a:cubicBezTo>
                  <a:cubicBezTo>
                    <a:pt x="36" y="5"/>
                    <a:pt x="32" y="2"/>
                    <a:pt x="27" y="1"/>
                  </a:cubicBezTo>
                  <a:cubicBezTo>
                    <a:pt x="25" y="0"/>
                    <a:pt x="24" y="0"/>
                    <a:pt x="21" y="1"/>
                  </a:cubicBezTo>
                  <a:cubicBezTo>
                    <a:pt x="19" y="1"/>
                    <a:pt x="16" y="2"/>
                    <a:pt x="13" y="3"/>
                  </a:cubicBezTo>
                  <a:cubicBezTo>
                    <a:pt x="14" y="5"/>
                    <a:pt x="17" y="7"/>
                    <a:pt x="17" y="9"/>
                  </a:cubicBezTo>
                  <a:cubicBezTo>
                    <a:pt x="17" y="11"/>
                    <a:pt x="14" y="12"/>
                    <a:pt x="13" y="12"/>
                  </a:cubicBezTo>
                  <a:cubicBezTo>
                    <a:pt x="12" y="13"/>
                    <a:pt x="11" y="12"/>
                    <a:pt x="10" y="12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7" y="17"/>
                    <a:pt x="3" y="15"/>
                    <a:pt x="2" y="14"/>
                  </a:cubicBezTo>
                  <a:cubicBezTo>
                    <a:pt x="1" y="16"/>
                    <a:pt x="1" y="17"/>
                    <a:pt x="1" y="19"/>
                  </a:cubicBezTo>
                  <a:cubicBezTo>
                    <a:pt x="0" y="22"/>
                    <a:pt x="1" y="21"/>
                    <a:pt x="3" y="22"/>
                  </a:cubicBezTo>
                  <a:cubicBezTo>
                    <a:pt x="5" y="24"/>
                    <a:pt x="7" y="28"/>
                    <a:pt x="8" y="31"/>
                  </a:cubicBezTo>
                  <a:cubicBezTo>
                    <a:pt x="10" y="33"/>
                    <a:pt x="11" y="35"/>
                    <a:pt x="12" y="38"/>
                  </a:cubicBezTo>
                  <a:cubicBezTo>
                    <a:pt x="13" y="40"/>
                    <a:pt x="14" y="41"/>
                    <a:pt x="15" y="42"/>
                  </a:cubicBezTo>
                  <a:cubicBezTo>
                    <a:pt x="17" y="44"/>
                    <a:pt x="19" y="44"/>
                    <a:pt x="20" y="46"/>
                  </a:cubicBezTo>
                  <a:cubicBezTo>
                    <a:pt x="21" y="48"/>
                    <a:pt x="22" y="50"/>
                    <a:pt x="22" y="53"/>
                  </a:cubicBezTo>
                  <a:cubicBezTo>
                    <a:pt x="23" y="55"/>
                    <a:pt x="22" y="57"/>
                    <a:pt x="23" y="59"/>
                  </a:cubicBezTo>
                  <a:cubicBezTo>
                    <a:pt x="25" y="63"/>
                    <a:pt x="29" y="64"/>
                    <a:pt x="31" y="67"/>
                  </a:cubicBezTo>
                  <a:cubicBezTo>
                    <a:pt x="33" y="70"/>
                    <a:pt x="34" y="74"/>
                    <a:pt x="36" y="76"/>
                  </a:cubicBezTo>
                  <a:cubicBezTo>
                    <a:pt x="37" y="78"/>
                    <a:pt x="39" y="80"/>
                    <a:pt x="40" y="81"/>
                  </a:cubicBezTo>
                  <a:cubicBezTo>
                    <a:pt x="40" y="82"/>
                    <a:pt x="40" y="84"/>
                    <a:pt x="41" y="84"/>
                  </a:cubicBezTo>
                  <a:cubicBezTo>
                    <a:pt x="43" y="84"/>
                    <a:pt x="42" y="82"/>
                    <a:pt x="43" y="81"/>
                  </a:cubicBezTo>
                  <a:cubicBezTo>
                    <a:pt x="43" y="78"/>
                    <a:pt x="48" y="79"/>
                    <a:pt x="50" y="79"/>
                  </a:cubicBezTo>
                  <a:cubicBezTo>
                    <a:pt x="53" y="79"/>
                    <a:pt x="58" y="78"/>
                    <a:pt x="60" y="80"/>
                  </a:cubicBezTo>
                  <a:cubicBezTo>
                    <a:pt x="63" y="81"/>
                    <a:pt x="64" y="79"/>
                    <a:pt x="66" y="77"/>
                  </a:cubicBezTo>
                  <a:cubicBezTo>
                    <a:pt x="69" y="73"/>
                    <a:pt x="72" y="73"/>
                    <a:pt x="76" y="72"/>
                  </a:cubicBezTo>
                  <a:cubicBezTo>
                    <a:pt x="82" y="72"/>
                    <a:pt x="88" y="70"/>
                    <a:pt x="94" y="68"/>
                  </a:cubicBezTo>
                  <a:cubicBezTo>
                    <a:pt x="96" y="67"/>
                    <a:pt x="99" y="66"/>
                    <a:pt x="102" y="66"/>
                  </a:cubicBezTo>
                  <a:cubicBezTo>
                    <a:pt x="103" y="65"/>
                    <a:pt x="103" y="63"/>
                    <a:pt x="104" y="61"/>
                  </a:cubicBezTo>
                  <a:cubicBezTo>
                    <a:pt x="104" y="60"/>
                    <a:pt x="105" y="58"/>
                    <a:pt x="105" y="56"/>
                  </a:cubicBezTo>
                  <a:cubicBezTo>
                    <a:pt x="105" y="55"/>
                    <a:pt x="104" y="52"/>
                    <a:pt x="103" y="51"/>
                  </a:cubicBezTo>
                  <a:cubicBezTo>
                    <a:pt x="100" y="51"/>
                    <a:pt x="96" y="51"/>
                    <a:pt x="93" y="50"/>
                  </a:cubicBezTo>
                  <a:cubicBezTo>
                    <a:pt x="90" y="50"/>
                    <a:pt x="90" y="49"/>
                    <a:pt x="88" y="47"/>
                  </a:cubicBezTo>
                  <a:cubicBezTo>
                    <a:pt x="86" y="43"/>
                    <a:pt x="83" y="42"/>
                    <a:pt x="81" y="39"/>
                  </a:cubicBezTo>
                  <a:cubicBezTo>
                    <a:pt x="80" y="39"/>
                    <a:pt x="78" y="35"/>
                    <a:pt x="77" y="34"/>
                  </a:cubicBezTo>
                  <a:cubicBezTo>
                    <a:pt x="76" y="32"/>
                    <a:pt x="81" y="31"/>
                    <a:pt x="77" y="29"/>
                  </a:cubicBezTo>
                  <a:cubicBezTo>
                    <a:pt x="76" y="29"/>
                    <a:pt x="75" y="27"/>
                    <a:pt x="74" y="27"/>
                  </a:cubicBezTo>
                  <a:cubicBezTo>
                    <a:pt x="72" y="27"/>
                    <a:pt x="71" y="24"/>
                    <a:pt x="70" y="22"/>
                  </a:cubicBezTo>
                  <a:cubicBezTo>
                    <a:pt x="69" y="19"/>
                    <a:pt x="69" y="20"/>
                    <a:pt x="65" y="2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7" name="Freeform 685">
              <a:extLst>
                <a:ext uri="{FF2B5EF4-FFF2-40B4-BE49-F238E27FC236}">
                  <a16:creationId xmlns:a16="http://schemas.microsoft.com/office/drawing/2014/main" id="{C12AA949-A04D-4ADE-800E-B67C6EDBE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4232" y="6559434"/>
              <a:ext cx="243410" cy="274471"/>
            </a:xfrm>
            <a:custGeom>
              <a:avLst/>
              <a:gdLst>
                <a:gd name="T0" fmla="*/ 5 w 21"/>
                <a:gd name="T1" fmla="*/ 22 h 22"/>
                <a:gd name="T2" fmla="*/ 8 w 21"/>
                <a:gd name="T3" fmla="*/ 19 h 22"/>
                <a:gd name="T4" fmla="*/ 12 w 21"/>
                <a:gd name="T5" fmla="*/ 18 h 22"/>
                <a:gd name="T6" fmla="*/ 15 w 21"/>
                <a:gd name="T7" fmla="*/ 15 h 22"/>
                <a:gd name="T8" fmla="*/ 11 w 21"/>
                <a:gd name="T9" fmla="*/ 9 h 22"/>
                <a:gd name="T10" fmla="*/ 21 w 21"/>
                <a:gd name="T11" fmla="*/ 6 h 22"/>
                <a:gd name="T12" fmla="*/ 19 w 21"/>
                <a:gd name="T13" fmla="*/ 0 h 22"/>
                <a:gd name="T14" fmla="*/ 9 w 21"/>
                <a:gd name="T15" fmla="*/ 5 h 22"/>
                <a:gd name="T16" fmla="*/ 4 w 21"/>
                <a:gd name="T17" fmla="*/ 1 h 22"/>
                <a:gd name="T18" fmla="*/ 3 w 21"/>
                <a:gd name="T19" fmla="*/ 11 h 22"/>
                <a:gd name="T20" fmla="*/ 0 w 21"/>
                <a:gd name="T21" fmla="*/ 18 h 22"/>
                <a:gd name="T22" fmla="*/ 1 w 21"/>
                <a:gd name="T23" fmla="*/ 21 h 22"/>
                <a:gd name="T24" fmla="*/ 5 w 21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22">
                  <a:moveTo>
                    <a:pt x="5" y="22"/>
                  </a:moveTo>
                  <a:cubicBezTo>
                    <a:pt x="7" y="22"/>
                    <a:pt x="7" y="19"/>
                    <a:pt x="8" y="19"/>
                  </a:cubicBezTo>
                  <a:cubicBezTo>
                    <a:pt x="9" y="17"/>
                    <a:pt x="11" y="18"/>
                    <a:pt x="12" y="18"/>
                  </a:cubicBezTo>
                  <a:cubicBezTo>
                    <a:pt x="13" y="17"/>
                    <a:pt x="16" y="16"/>
                    <a:pt x="15" y="15"/>
                  </a:cubicBezTo>
                  <a:cubicBezTo>
                    <a:pt x="14" y="13"/>
                    <a:pt x="13" y="11"/>
                    <a:pt x="11" y="9"/>
                  </a:cubicBezTo>
                  <a:cubicBezTo>
                    <a:pt x="15" y="8"/>
                    <a:pt x="18" y="7"/>
                    <a:pt x="21" y="6"/>
                  </a:cubicBezTo>
                  <a:cubicBezTo>
                    <a:pt x="21" y="4"/>
                    <a:pt x="20" y="2"/>
                    <a:pt x="19" y="0"/>
                  </a:cubicBezTo>
                  <a:cubicBezTo>
                    <a:pt x="16" y="1"/>
                    <a:pt x="12" y="5"/>
                    <a:pt x="9" y="5"/>
                  </a:cubicBezTo>
                  <a:cubicBezTo>
                    <a:pt x="7" y="5"/>
                    <a:pt x="4" y="3"/>
                    <a:pt x="4" y="1"/>
                  </a:cubicBezTo>
                  <a:cubicBezTo>
                    <a:pt x="3" y="5"/>
                    <a:pt x="3" y="8"/>
                    <a:pt x="3" y="11"/>
                  </a:cubicBezTo>
                  <a:cubicBezTo>
                    <a:pt x="2" y="13"/>
                    <a:pt x="0" y="16"/>
                    <a:pt x="0" y="18"/>
                  </a:cubicBezTo>
                  <a:cubicBezTo>
                    <a:pt x="0" y="20"/>
                    <a:pt x="0" y="20"/>
                    <a:pt x="1" y="21"/>
                  </a:cubicBezTo>
                  <a:cubicBezTo>
                    <a:pt x="3" y="21"/>
                    <a:pt x="4" y="22"/>
                    <a:pt x="5" y="2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8" name="Freeform 686">
              <a:extLst>
                <a:ext uri="{FF2B5EF4-FFF2-40B4-BE49-F238E27FC236}">
                  <a16:creationId xmlns:a16="http://schemas.microsoft.com/office/drawing/2014/main" id="{5ECC3563-F733-0E6A-627D-399E5959E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6204" y="6462318"/>
              <a:ext cx="91779" cy="109792"/>
            </a:xfrm>
            <a:custGeom>
              <a:avLst/>
              <a:gdLst>
                <a:gd name="T0" fmla="*/ 7 w 8"/>
                <a:gd name="T1" fmla="*/ 2 h 9"/>
                <a:gd name="T2" fmla="*/ 4 w 8"/>
                <a:gd name="T3" fmla="*/ 0 h 9"/>
                <a:gd name="T4" fmla="*/ 2 w 8"/>
                <a:gd name="T5" fmla="*/ 2 h 9"/>
                <a:gd name="T6" fmla="*/ 0 w 8"/>
                <a:gd name="T7" fmla="*/ 8 h 9"/>
                <a:gd name="T8" fmla="*/ 4 w 8"/>
                <a:gd name="T9" fmla="*/ 8 h 9"/>
                <a:gd name="T10" fmla="*/ 7 w 8"/>
                <a:gd name="T11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9">
                  <a:moveTo>
                    <a:pt x="7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1"/>
                    <a:pt x="3" y="1"/>
                    <a:pt x="2" y="2"/>
                  </a:cubicBezTo>
                  <a:cubicBezTo>
                    <a:pt x="2" y="4"/>
                    <a:pt x="1" y="6"/>
                    <a:pt x="0" y="8"/>
                  </a:cubicBezTo>
                  <a:cubicBezTo>
                    <a:pt x="2" y="8"/>
                    <a:pt x="2" y="9"/>
                    <a:pt x="4" y="8"/>
                  </a:cubicBezTo>
                  <a:cubicBezTo>
                    <a:pt x="5" y="7"/>
                    <a:pt x="8" y="4"/>
                    <a:pt x="7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199" name="Freeform 687">
              <a:extLst>
                <a:ext uri="{FF2B5EF4-FFF2-40B4-BE49-F238E27FC236}">
                  <a16:creationId xmlns:a16="http://schemas.microsoft.com/office/drawing/2014/main" id="{0A931670-114C-FC20-680A-9F63DDC4A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4232" y="6610110"/>
              <a:ext cx="35915" cy="88675"/>
            </a:xfrm>
            <a:custGeom>
              <a:avLst/>
              <a:gdLst>
                <a:gd name="T0" fmla="*/ 0 w 3"/>
                <a:gd name="T1" fmla="*/ 3 h 7"/>
                <a:gd name="T2" fmla="*/ 3 w 3"/>
                <a:gd name="T3" fmla="*/ 7 h 7"/>
                <a:gd name="T4" fmla="*/ 3 w 3"/>
                <a:gd name="T5" fmla="*/ 1 h 7"/>
                <a:gd name="T6" fmla="*/ 2 w 3"/>
                <a:gd name="T7" fmla="*/ 0 h 7"/>
                <a:gd name="T8" fmla="*/ 0 w 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0" y="3"/>
                  </a:moveTo>
                  <a:cubicBezTo>
                    <a:pt x="0" y="5"/>
                    <a:pt x="1" y="6"/>
                    <a:pt x="3" y="7"/>
                  </a:cubicBezTo>
                  <a:cubicBezTo>
                    <a:pt x="3" y="5"/>
                    <a:pt x="3" y="3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0" y="0"/>
                    <a:pt x="0" y="2"/>
                    <a:pt x="0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0" name="Freeform 688">
              <a:extLst>
                <a:ext uri="{FF2B5EF4-FFF2-40B4-BE49-F238E27FC236}">
                  <a16:creationId xmlns:a16="http://schemas.microsoft.com/office/drawing/2014/main" id="{D2D819C7-EAAF-84B1-D9A6-6192B85CE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6350" y="6559434"/>
              <a:ext cx="95766" cy="325146"/>
            </a:xfrm>
            <a:custGeom>
              <a:avLst/>
              <a:gdLst>
                <a:gd name="T0" fmla="*/ 4 w 8"/>
                <a:gd name="T1" fmla="*/ 17 h 26"/>
                <a:gd name="T2" fmla="*/ 6 w 8"/>
                <a:gd name="T3" fmla="*/ 13 h 26"/>
                <a:gd name="T4" fmla="*/ 5 w 8"/>
                <a:gd name="T5" fmla="*/ 10 h 26"/>
                <a:gd name="T6" fmla="*/ 7 w 8"/>
                <a:gd name="T7" fmla="*/ 4 h 26"/>
                <a:gd name="T8" fmla="*/ 6 w 8"/>
                <a:gd name="T9" fmla="*/ 0 h 26"/>
                <a:gd name="T10" fmla="*/ 2 w 8"/>
                <a:gd name="T11" fmla="*/ 7 h 26"/>
                <a:gd name="T12" fmla="*/ 0 w 8"/>
                <a:gd name="T13" fmla="*/ 11 h 26"/>
                <a:gd name="T14" fmla="*/ 1 w 8"/>
                <a:gd name="T15" fmla="*/ 16 h 26"/>
                <a:gd name="T16" fmla="*/ 2 w 8"/>
                <a:gd name="T17" fmla="*/ 26 h 26"/>
                <a:gd name="T18" fmla="*/ 2 w 8"/>
                <a:gd name="T19" fmla="*/ 25 h 26"/>
                <a:gd name="T20" fmla="*/ 4 w 8"/>
                <a:gd name="T21" fmla="*/ 17 h 26"/>
                <a:gd name="T22" fmla="*/ 4 w 8"/>
                <a:gd name="T23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26">
                  <a:moveTo>
                    <a:pt x="4" y="17"/>
                  </a:moveTo>
                  <a:cubicBezTo>
                    <a:pt x="4" y="16"/>
                    <a:pt x="5" y="15"/>
                    <a:pt x="6" y="13"/>
                  </a:cubicBezTo>
                  <a:cubicBezTo>
                    <a:pt x="7" y="11"/>
                    <a:pt x="6" y="12"/>
                    <a:pt x="5" y="10"/>
                  </a:cubicBezTo>
                  <a:cubicBezTo>
                    <a:pt x="3" y="8"/>
                    <a:pt x="4" y="3"/>
                    <a:pt x="7" y="4"/>
                  </a:cubicBezTo>
                  <a:cubicBezTo>
                    <a:pt x="8" y="1"/>
                    <a:pt x="8" y="1"/>
                    <a:pt x="6" y="0"/>
                  </a:cubicBezTo>
                  <a:cubicBezTo>
                    <a:pt x="4" y="0"/>
                    <a:pt x="3" y="5"/>
                    <a:pt x="2" y="7"/>
                  </a:cubicBezTo>
                  <a:cubicBezTo>
                    <a:pt x="1" y="8"/>
                    <a:pt x="0" y="9"/>
                    <a:pt x="0" y="11"/>
                  </a:cubicBezTo>
                  <a:cubicBezTo>
                    <a:pt x="0" y="12"/>
                    <a:pt x="1" y="14"/>
                    <a:pt x="1" y="16"/>
                  </a:cubicBezTo>
                  <a:cubicBezTo>
                    <a:pt x="1" y="19"/>
                    <a:pt x="2" y="22"/>
                    <a:pt x="2" y="26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3"/>
                    <a:pt x="3" y="20"/>
                    <a:pt x="4" y="17"/>
                  </a:cubicBezTo>
                  <a:cubicBezTo>
                    <a:pt x="4" y="16"/>
                    <a:pt x="4" y="18"/>
                    <a:pt x="4" y="1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1" name="Freeform 689">
              <a:extLst>
                <a:ext uri="{FF2B5EF4-FFF2-40B4-BE49-F238E27FC236}">
                  <a16:creationId xmlns:a16="http://schemas.microsoft.com/office/drawing/2014/main" id="{796E0F10-9E68-1B20-5CF4-50C2816DC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5997" y="7045040"/>
              <a:ext cx="59854" cy="97123"/>
            </a:xfrm>
            <a:custGeom>
              <a:avLst/>
              <a:gdLst>
                <a:gd name="T0" fmla="*/ 3 w 5"/>
                <a:gd name="T1" fmla="*/ 8 h 8"/>
                <a:gd name="T2" fmla="*/ 2 w 5"/>
                <a:gd name="T3" fmla="*/ 0 h 8"/>
                <a:gd name="T4" fmla="*/ 0 w 5"/>
                <a:gd name="T5" fmla="*/ 4 h 8"/>
                <a:gd name="T6" fmla="*/ 3 w 5"/>
                <a:gd name="T7" fmla="*/ 8 h 8"/>
                <a:gd name="T8" fmla="*/ 3 w 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8">
                  <a:moveTo>
                    <a:pt x="3" y="8"/>
                  </a:moveTo>
                  <a:cubicBezTo>
                    <a:pt x="3" y="7"/>
                    <a:pt x="5" y="0"/>
                    <a:pt x="2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6"/>
                    <a:pt x="1" y="7"/>
                    <a:pt x="3" y="8"/>
                  </a:cubicBezTo>
                  <a:cubicBezTo>
                    <a:pt x="3" y="8"/>
                    <a:pt x="2" y="8"/>
                    <a:pt x="3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2" name="Freeform 690">
              <a:extLst>
                <a:ext uri="{FF2B5EF4-FFF2-40B4-BE49-F238E27FC236}">
                  <a16:creationId xmlns:a16="http://schemas.microsoft.com/office/drawing/2014/main" id="{1E1E0B24-0E63-B82D-B824-8E8075B6D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7161" y="7505311"/>
              <a:ext cx="622490" cy="418044"/>
            </a:xfrm>
            <a:custGeom>
              <a:avLst/>
              <a:gdLst>
                <a:gd name="T0" fmla="*/ 47 w 53"/>
                <a:gd name="T1" fmla="*/ 0 h 34"/>
                <a:gd name="T2" fmla="*/ 38 w 53"/>
                <a:gd name="T3" fmla="*/ 2 h 34"/>
                <a:gd name="T4" fmla="*/ 28 w 53"/>
                <a:gd name="T5" fmla="*/ 4 h 34"/>
                <a:gd name="T6" fmla="*/ 23 w 53"/>
                <a:gd name="T7" fmla="*/ 10 h 34"/>
                <a:gd name="T8" fmla="*/ 17 w 53"/>
                <a:gd name="T9" fmla="*/ 9 h 34"/>
                <a:gd name="T10" fmla="*/ 9 w 53"/>
                <a:gd name="T11" fmla="*/ 9 h 34"/>
                <a:gd name="T12" fmla="*/ 3 w 53"/>
                <a:gd name="T13" fmla="*/ 12 h 34"/>
                <a:gd name="T14" fmla="*/ 1 w 53"/>
                <a:gd name="T15" fmla="*/ 15 h 34"/>
                <a:gd name="T16" fmla="*/ 1 w 53"/>
                <a:gd name="T17" fmla="*/ 21 h 34"/>
                <a:gd name="T18" fmla="*/ 3 w 53"/>
                <a:gd name="T19" fmla="*/ 28 h 34"/>
                <a:gd name="T20" fmla="*/ 4 w 53"/>
                <a:gd name="T21" fmla="*/ 32 h 34"/>
                <a:gd name="T22" fmla="*/ 12 w 53"/>
                <a:gd name="T23" fmla="*/ 32 h 34"/>
                <a:gd name="T24" fmla="*/ 16 w 53"/>
                <a:gd name="T25" fmla="*/ 29 h 34"/>
                <a:gd name="T26" fmla="*/ 21 w 53"/>
                <a:gd name="T27" fmla="*/ 29 h 34"/>
                <a:gd name="T28" fmla="*/ 24 w 53"/>
                <a:gd name="T29" fmla="*/ 26 h 34"/>
                <a:gd name="T30" fmla="*/ 32 w 53"/>
                <a:gd name="T31" fmla="*/ 24 h 34"/>
                <a:gd name="T32" fmla="*/ 41 w 53"/>
                <a:gd name="T33" fmla="*/ 21 h 34"/>
                <a:gd name="T34" fmla="*/ 47 w 53"/>
                <a:gd name="T35" fmla="*/ 17 h 34"/>
                <a:gd name="T36" fmla="*/ 52 w 53"/>
                <a:gd name="T37" fmla="*/ 12 h 34"/>
                <a:gd name="T38" fmla="*/ 47 w 53"/>
                <a:gd name="T3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3" h="34">
                  <a:moveTo>
                    <a:pt x="47" y="0"/>
                  </a:moveTo>
                  <a:cubicBezTo>
                    <a:pt x="44" y="1"/>
                    <a:pt x="41" y="2"/>
                    <a:pt x="38" y="2"/>
                  </a:cubicBezTo>
                  <a:cubicBezTo>
                    <a:pt x="35" y="3"/>
                    <a:pt x="31" y="2"/>
                    <a:pt x="28" y="4"/>
                  </a:cubicBezTo>
                  <a:cubicBezTo>
                    <a:pt x="26" y="6"/>
                    <a:pt x="25" y="8"/>
                    <a:pt x="23" y="10"/>
                  </a:cubicBezTo>
                  <a:cubicBezTo>
                    <a:pt x="22" y="11"/>
                    <a:pt x="19" y="9"/>
                    <a:pt x="17" y="9"/>
                  </a:cubicBezTo>
                  <a:cubicBezTo>
                    <a:pt x="14" y="9"/>
                    <a:pt x="12" y="9"/>
                    <a:pt x="9" y="9"/>
                  </a:cubicBezTo>
                  <a:cubicBezTo>
                    <a:pt x="6" y="9"/>
                    <a:pt x="3" y="8"/>
                    <a:pt x="3" y="12"/>
                  </a:cubicBezTo>
                  <a:cubicBezTo>
                    <a:pt x="2" y="14"/>
                    <a:pt x="1" y="13"/>
                    <a:pt x="1" y="15"/>
                  </a:cubicBezTo>
                  <a:cubicBezTo>
                    <a:pt x="0" y="17"/>
                    <a:pt x="0" y="19"/>
                    <a:pt x="1" y="21"/>
                  </a:cubicBezTo>
                  <a:cubicBezTo>
                    <a:pt x="1" y="23"/>
                    <a:pt x="2" y="26"/>
                    <a:pt x="3" y="28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10" y="33"/>
                    <a:pt x="12" y="32"/>
                  </a:cubicBezTo>
                  <a:cubicBezTo>
                    <a:pt x="13" y="31"/>
                    <a:pt x="14" y="30"/>
                    <a:pt x="16" y="29"/>
                  </a:cubicBezTo>
                  <a:cubicBezTo>
                    <a:pt x="17" y="29"/>
                    <a:pt x="19" y="29"/>
                    <a:pt x="21" y="29"/>
                  </a:cubicBezTo>
                  <a:cubicBezTo>
                    <a:pt x="22" y="28"/>
                    <a:pt x="23" y="27"/>
                    <a:pt x="24" y="26"/>
                  </a:cubicBezTo>
                  <a:cubicBezTo>
                    <a:pt x="27" y="25"/>
                    <a:pt x="29" y="25"/>
                    <a:pt x="32" y="24"/>
                  </a:cubicBezTo>
                  <a:cubicBezTo>
                    <a:pt x="35" y="23"/>
                    <a:pt x="38" y="22"/>
                    <a:pt x="41" y="21"/>
                  </a:cubicBezTo>
                  <a:cubicBezTo>
                    <a:pt x="43" y="20"/>
                    <a:pt x="47" y="19"/>
                    <a:pt x="47" y="17"/>
                  </a:cubicBezTo>
                  <a:cubicBezTo>
                    <a:pt x="48" y="14"/>
                    <a:pt x="53" y="14"/>
                    <a:pt x="52" y="12"/>
                  </a:cubicBezTo>
                  <a:cubicBezTo>
                    <a:pt x="50" y="8"/>
                    <a:pt x="49" y="4"/>
                    <a:pt x="47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3" name="Freeform 691">
              <a:extLst>
                <a:ext uri="{FF2B5EF4-FFF2-40B4-BE49-F238E27FC236}">
                  <a16:creationId xmlns:a16="http://schemas.microsoft.com/office/drawing/2014/main" id="{409D9577-44FC-5626-DF69-439DF5E98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7823" y="7045040"/>
              <a:ext cx="478838" cy="608061"/>
            </a:xfrm>
            <a:custGeom>
              <a:avLst/>
              <a:gdLst>
                <a:gd name="T0" fmla="*/ 39 w 41"/>
                <a:gd name="T1" fmla="*/ 19 h 49"/>
                <a:gd name="T2" fmla="*/ 34 w 41"/>
                <a:gd name="T3" fmla="*/ 14 h 49"/>
                <a:gd name="T4" fmla="*/ 28 w 41"/>
                <a:gd name="T5" fmla="*/ 12 h 49"/>
                <a:gd name="T6" fmla="*/ 22 w 41"/>
                <a:gd name="T7" fmla="*/ 6 h 49"/>
                <a:gd name="T8" fmla="*/ 21 w 41"/>
                <a:gd name="T9" fmla="*/ 3 h 49"/>
                <a:gd name="T10" fmla="*/ 22 w 41"/>
                <a:gd name="T11" fmla="*/ 0 h 49"/>
                <a:gd name="T12" fmla="*/ 17 w 41"/>
                <a:gd name="T13" fmla="*/ 5 h 49"/>
                <a:gd name="T14" fmla="*/ 10 w 41"/>
                <a:gd name="T15" fmla="*/ 10 h 49"/>
                <a:gd name="T16" fmla="*/ 5 w 41"/>
                <a:gd name="T17" fmla="*/ 10 h 49"/>
                <a:gd name="T18" fmla="*/ 0 w 41"/>
                <a:gd name="T19" fmla="*/ 11 h 49"/>
                <a:gd name="T20" fmla="*/ 5 w 41"/>
                <a:gd name="T21" fmla="*/ 17 h 49"/>
                <a:gd name="T22" fmla="*/ 16 w 41"/>
                <a:gd name="T23" fmla="*/ 19 h 49"/>
                <a:gd name="T24" fmla="*/ 16 w 41"/>
                <a:gd name="T25" fmla="*/ 32 h 49"/>
                <a:gd name="T26" fmla="*/ 11 w 41"/>
                <a:gd name="T27" fmla="*/ 34 h 49"/>
                <a:gd name="T28" fmla="*/ 0 w 41"/>
                <a:gd name="T29" fmla="*/ 37 h 49"/>
                <a:gd name="T30" fmla="*/ 5 w 41"/>
                <a:gd name="T31" fmla="*/ 49 h 49"/>
                <a:gd name="T32" fmla="*/ 14 w 41"/>
                <a:gd name="T33" fmla="*/ 48 h 49"/>
                <a:gd name="T34" fmla="*/ 17 w 41"/>
                <a:gd name="T35" fmla="*/ 44 h 49"/>
                <a:gd name="T36" fmla="*/ 23 w 41"/>
                <a:gd name="T37" fmla="*/ 42 h 49"/>
                <a:gd name="T38" fmla="*/ 28 w 41"/>
                <a:gd name="T39" fmla="*/ 38 h 49"/>
                <a:gd name="T40" fmla="*/ 29 w 41"/>
                <a:gd name="T41" fmla="*/ 32 h 49"/>
                <a:gd name="T42" fmla="*/ 32 w 41"/>
                <a:gd name="T43" fmla="*/ 30 h 49"/>
                <a:gd name="T44" fmla="*/ 37 w 41"/>
                <a:gd name="T45" fmla="*/ 24 h 49"/>
                <a:gd name="T46" fmla="*/ 39 w 41"/>
                <a:gd name="T47" fmla="*/ 19 h 49"/>
                <a:gd name="T48" fmla="*/ 39 w 41"/>
                <a:gd name="T49" fmla="*/ 1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49">
                  <a:moveTo>
                    <a:pt x="39" y="19"/>
                  </a:moveTo>
                  <a:cubicBezTo>
                    <a:pt x="36" y="19"/>
                    <a:pt x="35" y="16"/>
                    <a:pt x="34" y="14"/>
                  </a:cubicBezTo>
                  <a:cubicBezTo>
                    <a:pt x="33" y="13"/>
                    <a:pt x="29" y="13"/>
                    <a:pt x="28" y="12"/>
                  </a:cubicBezTo>
                  <a:cubicBezTo>
                    <a:pt x="25" y="11"/>
                    <a:pt x="24" y="9"/>
                    <a:pt x="22" y="6"/>
                  </a:cubicBezTo>
                  <a:cubicBezTo>
                    <a:pt x="22" y="5"/>
                    <a:pt x="21" y="4"/>
                    <a:pt x="21" y="3"/>
                  </a:cubicBezTo>
                  <a:cubicBezTo>
                    <a:pt x="21" y="3"/>
                    <a:pt x="22" y="0"/>
                    <a:pt x="22" y="0"/>
                  </a:cubicBezTo>
                  <a:cubicBezTo>
                    <a:pt x="21" y="0"/>
                    <a:pt x="18" y="4"/>
                    <a:pt x="17" y="5"/>
                  </a:cubicBezTo>
                  <a:cubicBezTo>
                    <a:pt x="15" y="7"/>
                    <a:pt x="13" y="10"/>
                    <a:pt x="10" y="10"/>
                  </a:cubicBezTo>
                  <a:cubicBezTo>
                    <a:pt x="8" y="11"/>
                    <a:pt x="7" y="10"/>
                    <a:pt x="5" y="10"/>
                  </a:cubicBezTo>
                  <a:cubicBezTo>
                    <a:pt x="3" y="11"/>
                    <a:pt x="1" y="13"/>
                    <a:pt x="0" y="11"/>
                  </a:cubicBezTo>
                  <a:cubicBezTo>
                    <a:pt x="1" y="14"/>
                    <a:pt x="2" y="17"/>
                    <a:pt x="5" y="17"/>
                  </a:cubicBezTo>
                  <a:cubicBezTo>
                    <a:pt x="7" y="17"/>
                    <a:pt x="15" y="17"/>
                    <a:pt x="16" y="19"/>
                  </a:cubicBezTo>
                  <a:cubicBezTo>
                    <a:pt x="19" y="23"/>
                    <a:pt x="17" y="27"/>
                    <a:pt x="16" y="32"/>
                  </a:cubicBezTo>
                  <a:cubicBezTo>
                    <a:pt x="15" y="33"/>
                    <a:pt x="11" y="34"/>
                    <a:pt x="11" y="34"/>
                  </a:cubicBezTo>
                  <a:cubicBezTo>
                    <a:pt x="7" y="35"/>
                    <a:pt x="3" y="36"/>
                    <a:pt x="0" y="37"/>
                  </a:cubicBezTo>
                  <a:cubicBezTo>
                    <a:pt x="2" y="41"/>
                    <a:pt x="4" y="45"/>
                    <a:pt x="5" y="49"/>
                  </a:cubicBezTo>
                  <a:cubicBezTo>
                    <a:pt x="8" y="48"/>
                    <a:pt x="11" y="48"/>
                    <a:pt x="14" y="48"/>
                  </a:cubicBezTo>
                  <a:cubicBezTo>
                    <a:pt x="18" y="47"/>
                    <a:pt x="15" y="46"/>
                    <a:pt x="17" y="44"/>
                  </a:cubicBezTo>
                  <a:cubicBezTo>
                    <a:pt x="19" y="43"/>
                    <a:pt x="22" y="44"/>
                    <a:pt x="23" y="42"/>
                  </a:cubicBezTo>
                  <a:cubicBezTo>
                    <a:pt x="25" y="40"/>
                    <a:pt x="25" y="39"/>
                    <a:pt x="28" y="38"/>
                  </a:cubicBezTo>
                  <a:cubicBezTo>
                    <a:pt x="30" y="37"/>
                    <a:pt x="29" y="34"/>
                    <a:pt x="29" y="32"/>
                  </a:cubicBezTo>
                  <a:cubicBezTo>
                    <a:pt x="28" y="30"/>
                    <a:pt x="30" y="30"/>
                    <a:pt x="32" y="30"/>
                  </a:cubicBezTo>
                  <a:cubicBezTo>
                    <a:pt x="35" y="29"/>
                    <a:pt x="35" y="26"/>
                    <a:pt x="37" y="24"/>
                  </a:cubicBezTo>
                  <a:cubicBezTo>
                    <a:pt x="38" y="23"/>
                    <a:pt x="41" y="20"/>
                    <a:pt x="39" y="19"/>
                  </a:cubicBezTo>
                  <a:cubicBezTo>
                    <a:pt x="38" y="19"/>
                    <a:pt x="40" y="20"/>
                    <a:pt x="39" y="1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4" name="Freeform 692">
              <a:extLst>
                <a:ext uri="{FF2B5EF4-FFF2-40B4-BE49-F238E27FC236}">
                  <a16:creationId xmlns:a16="http://schemas.microsoft.com/office/drawing/2014/main" id="{53448227-8B9C-A43A-F10C-B2DB59CFE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5355" y="5854257"/>
              <a:ext cx="642445" cy="295587"/>
            </a:xfrm>
            <a:custGeom>
              <a:avLst/>
              <a:gdLst>
                <a:gd name="T0" fmla="*/ 55 w 55"/>
                <a:gd name="T1" fmla="*/ 5 h 24"/>
                <a:gd name="T2" fmla="*/ 47 w 55"/>
                <a:gd name="T3" fmla="*/ 3 h 24"/>
                <a:gd name="T4" fmla="*/ 36 w 55"/>
                <a:gd name="T5" fmla="*/ 2 h 24"/>
                <a:gd name="T6" fmla="*/ 27 w 55"/>
                <a:gd name="T7" fmla="*/ 0 h 24"/>
                <a:gd name="T8" fmla="*/ 22 w 55"/>
                <a:gd name="T9" fmla="*/ 2 h 24"/>
                <a:gd name="T10" fmla="*/ 19 w 55"/>
                <a:gd name="T11" fmla="*/ 4 h 24"/>
                <a:gd name="T12" fmla="*/ 11 w 55"/>
                <a:gd name="T13" fmla="*/ 5 h 24"/>
                <a:gd name="T14" fmla="*/ 9 w 55"/>
                <a:gd name="T15" fmla="*/ 7 h 24"/>
                <a:gd name="T16" fmla="*/ 8 w 55"/>
                <a:gd name="T17" fmla="*/ 11 h 24"/>
                <a:gd name="T18" fmla="*/ 12 w 55"/>
                <a:gd name="T19" fmla="*/ 12 h 24"/>
                <a:gd name="T20" fmla="*/ 15 w 55"/>
                <a:gd name="T21" fmla="*/ 12 h 24"/>
                <a:gd name="T22" fmla="*/ 19 w 55"/>
                <a:gd name="T23" fmla="*/ 15 h 24"/>
                <a:gd name="T24" fmla="*/ 15 w 55"/>
                <a:gd name="T25" fmla="*/ 17 h 24"/>
                <a:gd name="T26" fmla="*/ 11 w 55"/>
                <a:gd name="T27" fmla="*/ 17 h 24"/>
                <a:gd name="T28" fmla="*/ 10 w 55"/>
                <a:gd name="T29" fmla="*/ 20 h 24"/>
                <a:gd name="T30" fmla="*/ 1 w 55"/>
                <a:gd name="T31" fmla="*/ 20 h 24"/>
                <a:gd name="T32" fmla="*/ 11 w 55"/>
                <a:gd name="T33" fmla="*/ 22 h 24"/>
                <a:gd name="T34" fmla="*/ 15 w 55"/>
                <a:gd name="T35" fmla="*/ 23 h 24"/>
                <a:gd name="T36" fmla="*/ 21 w 55"/>
                <a:gd name="T37" fmla="*/ 23 h 24"/>
                <a:gd name="T38" fmla="*/ 25 w 55"/>
                <a:gd name="T39" fmla="*/ 20 h 24"/>
                <a:gd name="T40" fmla="*/ 28 w 55"/>
                <a:gd name="T41" fmla="*/ 17 h 24"/>
                <a:gd name="T42" fmla="*/ 33 w 55"/>
                <a:gd name="T43" fmla="*/ 16 h 24"/>
                <a:gd name="T44" fmla="*/ 37 w 55"/>
                <a:gd name="T45" fmla="*/ 16 h 24"/>
                <a:gd name="T46" fmla="*/ 40 w 55"/>
                <a:gd name="T47" fmla="*/ 13 h 24"/>
                <a:gd name="T48" fmla="*/ 44 w 55"/>
                <a:gd name="T49" fmla="*/ 12 h 24"/>
                <a:gd name="T50" fmla="*/ 54 w 55"/>
                <a:gd name="T51" fmla="*/ 7 h 24"/>
                <a:gd name="T52" fmla="*/ 55 w 55"/>
                <a:gd name="T53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24">
                  <a:moveTo>
                    <a:pt x="55" y="5"/>
                  </a:moveTo>
                  <a:cubicBezTo>
                    <a:pt x="52" y="5"/>
                    <a:pt x="50" y="3"/>
                    <a:pt x="47" y="3"/>
                  </a:cubicBezTo>
                  <a:cubicBezTo>
                    <a:pt x="44" y="2"/>
                    <a:pt x="40" y="2"/>
                    <a:pt x="36" y="2"/>
                  </a:cubicBezTo>
                  <a:cubicBezTo>
                    <a:pt x="33" y="2"/>
                    <a:pt x="30" y="2"/>
                    <a:pt x="27" y="0"/>
                  </a:cubicBezTo>
                  <a:cubicBezTo>
                    <a:pt x="25" y="0"/>
                    <a:pt x="23" y="0"/>
                    <a:pt x="22" y="2"/>
                  </a:cubicBezTo>
                  <a:cubicBezTo>
                    <a:pt x="22" y="4"/>
                    <a:pt x="21" y="5"/>
                    <a:pt x="19" y="4"/>
                  </a:cubicBezTo>
                  <a:cubicBezTo>
                    <a:pt x="17" y="3"/>
                    <a:pt x="12" y="1"/>
                    <a:pt x="11" y="5"/>
                  </a:cubicBezTo>
                  <a:cubicBezTo>
                    <a:pt x="10" y="6"/>
                    <a:pt x="11" y="6"/>
                    <a:pt x="9" y="7"/>
                  </a:cubicBezTo>
                  <a:cubicBezTo>
                    <a:pt x="8" y="8"/>
                    <a:pt x="6" y="10"/>
                    <a:pt x="8" y="11"/>
                  </a:cubicBezTo>
                  <a:cubicBezTo>
                    <a:pt x="9" y="12"/>
                    <a:pt x="12" y="13"/>
                    <a:pt x="12" y="12"/>
                  </a:cubicBezTo>
                  <a:cubicBezTo>
                    <a:pt x="13" y="10"/>
                    <a:pt x="14" y="11"/>
                    <a:pt x="15" y="12"/>
                  </a:cubicBezTo>
                  <a:cubicBezTo>
                    <a:pt x="16" y="13"/>
                    <a:pt x="20" y="14"/>
                    <a:pt x="19" y="15"/>
                  </a:cubicBezTo>
                  <a:cubicBezTo>
                    <a:pt x="19" y="16"/>
                    <a:pt x="16" y="16"/>
                    <a:pt x="15" y="17"/>
                  </a:cubicBezTo>
                  <a:cubicBezTo>
                    <a:pt x="14" y="18"/>
                    <a:pt x="13" y="19"/>
                    <a:pt x="11" y="17"/>
                  </a:cubicBezTo>
                  <a:cubicBezTo>
                    <a:pt x="10" y="16"/>
                    <a:pt x="10" y="19"/>
                    <a:pt x="10" y="20"/>
                  </a:cubicBezTo>
                  <a:cubicBezTo>
                    <a:pt x="6" y="22"/>
                    <a:pt x="4" y="15"/>
                    <a:pt x="1" y="20"/>
                  </a:cubicBezTo>
                  <a:cubicBezTo>
                    <a:pt x="0" y="21"/>
                    <a:pt x="10" y="23"/>
                    <a:pt x="11" y="22"/>
                  </a:cubicBezTo>
                  <a:cubicBezTo>
                    <a:pt x="12" y="21"/>
                    <a:pt x="14" y="22"/>
                    <a:pt x="15" y="23"/>
                  </a:cubicBezTo>
                  <a:cubicBezTo>
                    <a:pt x="16" y="23"/>
                    <a:pt x="19" y="24"/>
                    <a:pt x="21" y="23"/>
                  </a:cubicBezTo>
                  <a:cubicBezTo>
                    <a:pt x="22" y="22"/>
                    <a:pt x="24" y="23"/>
                    <a:pt x="25" y="20"/>
                  </a:cubicBezTo>
                  <a:cubicBezTo>
                    <a:pt x="25" y="19"/>
                    <a:pt x="27" y="18"/>
                    <a:pt x="28" y="17"/>
                  </a:cubicBezTo>
                  <a:cubicBezTo>
                    <a:pt x="29" y="16"/>
                    <a:pt x="33" y="16"/>
                    <a:pt x="33" y="16"/>
                  </a:cubicBezTo>
                  <a:cubicBezTo>
                    <a:pt x="34" y="18"/>
                    <a:pt x="35" y="16"/>
                    <a:pt x="37" y="16"/>
                  </a:cubicBezTo>
                  <a:cubicBezTo>
                    <a:pt x="38" y="16"/>
                    <a:pt x="39" y="13"/>
                    <a:pt x="40" y="13"/>
                  </a:cubicBezTo>
                  <a:cubicBezTo>
                    <a:pt x="41" y="12"/>
                    <a:pt x="43" y="13"/>
                    <a:pt x="44" y="12"/>
                  </a:cubicBezTo>
                  <a:cubicBezTo>
                    <a:pt x="48" y="11"/>
                    <a:pt x="50" y="9"/>
                    <a:pt x="54" y="7"/>
                  </a:cubicBezTo>
                  <a:cubicBezTo>
                    <a:pt x="55" y="7"/>
                    <a:pt x="55" y="7"/>
                    <a:pt x="55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5" name="Freeform 693">
              <a:extLst>
                <a:ext uri="{FF2B5EF4-FFF2-40B4-BE49-F238E27FC236}">
                  <a16:creationId xmlns:a16="http://schemas.microsoft.com/office/drawing/2014/main" id="{D6EFDF2D-AEE9-91E0-B498-511C9982B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3255" y="5668461"/>
              <a:ext cx="1041477" cy="646063"/>
            </a:xfrm>
            <a:custGeom>
              <a:avLst/>
              <a:gdLst>
                <a:gd name="T0" fmla="*/ 78 w 89"/>
                <a:gd name="T1" fmla="*/ 32 h 52"/>
                <a:gd name="T2" fmla="*/ 81 w 89"/>
                <a:gd name="T3" fmla="*/ 33 h 52"/>
                <a:gd name="T4" fmla="*/ 84 w 89"/>
                <a:gd name="T5" fmla="*/ 31 h 52"/>
                <a:gd name="T6" fmla="*/ 81 w 89"/>
                <a:gd name="T7" fmla="*/ 26 h 52"/>
                <a:gd name="T8" fmla="*/ 79 w 89"/>
                <a:gd name="T9" fmla="*/ 27 h 52"/>
                <a:gd name="T10" fmla="*/ 75 w 89"/>
                <a:gd name="T11" fmla="*/ 27 h 52"/>
                <a:gd name="T12" fmla="*/ 78 w 89"/>
                <a:gd name="T13" fmla="*/ 21 h 52"/>
                <a:gd name="T14" fmla="*/ 74 w 89"/>
                <a:gd name="T15" fmla="*/ 22 h 52"/>
                <a:gd name="T16" fmla="*/ 68 w 89"/>
                <a:gd name="T17" fmla="*/ 25 h 52"/>
                <a:gd name="T18" fmla="*/ 65 w 89"/>
                <a:gd name="T19" fmla="*/ 29 h 52"/>
                <a:gd name="T20" fmla="*/ 62 w 89"/>
                <a:gd name="T21" fmla="*/ 28 h 52"/>
                <a:gd name="T22" fmla="*/ 57 w 89"/>
                <a:gd name="T23" fmla="*/ 27 h 52"/>
                <a:gd name="T24" fmla="*/ 53 w 89"/>
                <a:gd name="T25" fmla="*/ 23 h 52"/>
                <a:gd name="T26" fmla="*/ 52 w 89"/>
                <a:gd name="T27" fmla="*/ 17 h 52"/>
                <a:gd name="T28" fmla="*/ 49 w 89"/>
                <a:gd name="T29" fmla="*/ 13 h 52"/>
                <a:gd name="T30" fmla="*/ 45 w 89"/>
                <a:gd name="T31" fmla="*/ 12 h 52"/>
                <a:gd name="T32" fmla="*/ 38 w 89"/>
                <a:gd name="T33" fmla="*/ 12 h 52"/>
                <a:gd name="T34" fmla="*/ 31 w 89"/>
                <a:gd name="T35" fmla="*/ 12 h 52"/>
                <a:gd name="T36" fmla="*/ 27 w 89"/>
                <a:gd name="T37" fmla="*/ 8 h 52"/>
                <a:gd name="T38" fmla="*/ 23 w 89"/>
                <a:gd name="T39" fmla="*/ 8 h 52"/>
                <a:gd name="T40" fmla="*/ 19 w 89"/>
                <a:gd name="T41" fmla="*/ 10 h 52"/>
                <a:gd name="T42" fmla="*/ 17 w 89"/>
                <a:gd name="T43" fmla="*/ 6 h 52"/>
                <a:gd name="T44" fmla="*/ 15 w 89"/>
                <a:gd name="T45" fmla="*/ 1 h 52"/>
                <a:gd name="T46" fmla="*/ 15 w 89"/>
                <a:gd name="T47" fmla="*/ 5 h 52"/>
                <a:gd name="T48" fmla="*/ 14 w 89"/>
                <a:gd name="T49" fmla="*/ 8 h 52"/>
                <a:gd name="T50" fmla="*/ 13 w 89"/>
                <a:gd name="T51" fmla="*/ 3 h 52"/>
                <a:gd name="T52" fmla="*/ 14 w 89"/>
                <a:gd name="T53" fmla="*/ 0 h 52"/>
                <a:gd name="T54" fmla="*/ 1 w 89"/>
                <a:gd name="T55" fmla="*/ 4 h 52"/>
                <a:gd name="T56" fmla="*/ 1 w 89"/>
                <a:gd name="T57" fmla="*/ 15 h 52"/>
                <a:gd name="T58" fmla="*/ 1 w 89"/>
                <a:gd name="T59" fmla="*/ 23 h 52"/>
                <a:gd name="T60" fmla="*/ 2 w 89"/>
                <a:gd name="T61" fmla="*/ 26 h 52"/>
                <a:gd name="T62" fmla="*/ 6 w 89"/>
                <a:gd name="T63" fmla="*/ 26 h 52"/>
                <a:gd name="T64" fmla="*/ 6 w 89"/>
                <a:gd name="T65" fmla="*/ 23 h 52"/>
                <a:gd name="T66" fmla="*/ 10 w 89"/>
                <a:gd name="T67" fmla="*/ 20 h 52"/>
                <a:gd name="T68" fmla="*/ 13 w 89"/>
                <a:gd name="T69" fmla="*/ 18 h 52"/>
                <a:gd name="T70" fmla="*/ 17 w 89"/>
                <a:gd name="T71" fmla="*/ 19 h 52"/>
                <a:gd name="T72" fmla="*/ 21 w 89"/>
                <a:gd name="T73" fmla="*/ 20 h 52"/>
                <a:gd name="T74" fmla="*/ 21 w 89"/>
                <a:gd name="T75" fmla="*/ 24 h 52"/>
                <a:gd name="T76" fmla="*/ 26 w 89"/>
                <a:gd name="T77" fmla="*/ 27 h 52"/>
                <a:gd name="T78" fmla="*/ 33 w 89"/>
                <a:gd name="T79" fmla="*/ 34 h 52"/>
                <a:gd name="T80" fmla="*/ 38 w 89"/>
                <a:gd name="T81" fmla="*/ 37 h 52"/>
                <a:gd name="T82" fmla="*/ 41 w 89"/>
                <a:gd name="T83" fmla="*/ 39 h 52"/>
                <a:gd name="T84" fmla="*/ 50 w 89"/>
                <a:gd name="T85" fmla="*/ 45 h 52"/>
                <a:gd name="T86" fmla="*/ 54 w 89"/>
                <a:gd name="T87" fmla="*/ 49 h 52"/>
                <a:gd name="T88" fmla="*/ 61 w 89"/>
                <a:gd name="T89" fmla="*/ 52 h 52"/>
                <a:gd name="T90" fmla="*/ 63 w 89"/>
                <a:gd name="T91" fmla="*/ 47 h 52"/>
                <a:gd name="T92" fmla="*/ 62 w 89"/>
                <a:gd name="T93" fmla="*/ 42 h 52"/>
                <a:gd name="T94" fmla="*/ 59 w 89"/>
                <a:gd name="T95" fmla="*/ 38 h 52"/>
                <a:gd name="T96" fmla="*/ 64 w 89"/>
                <a:gd name="T97" fmla="*/ 36 h 52"/>
                <a:gd name="T98" fmla="*/ 66 w 89"/>
                <a:gd name="T99" fmla="*/ 33 h 52"/>
                <a:gd name="T100" fmla="*/ 68 w 89"/>
                <a:gd name="T101" fmla="*/ 30 h 52"/>
                <a:gd name="T102" fmla="*/ 71 w 89"/>
                <a:gd name="T103" fmla="*/ 30 h 52"/>
                <a:gd name="T104" fmla="*/ 74 w 89"/>
                <a:gd name="T105" fmla="*/ 29 h 52"/>
                <a:gd name="T106" fmla="*/ 74 w 89"/>
                <a:gd name="T107" fmla="*/ 34 h 52"/>
                <a:gd name="T108" fmla="*/ 77 w 89"/>
                <a:gd name="T109" fmla="*/ 34 h 52"/>
                <a:gd name="T110" fmla="*/ 78 w 89"/>
                <a:gd name="T111" fmla="*/ 32 h 52"/>
                <a:gd name="T112" fmla="*/ 78 w 89"/>
                <a:gd name="T113" fmla="*/ 3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9" h="52">
                  <a:moveTo>
                    <a:pt x="78" y="32"/>
                  </a:moveTo>
                  <a:cubicBezTo>
                    <a:pt x="79" y="33"/>
                    <a:pt x="79" y="34"/>
                    <a:pt x="81" y="33"/>
                  </a:cubicBezTo>
                  <a:cubicBezTo>
                    <a:pt x="82" y="33"/>
                    <a:pt x="83" y="31"/>
                    <a:pt x="84" y="31"/>
                  </a:cubicBezTo>
                  <a:cubicBezTo>
                    <a:pt x="89" y="30"/>
                    <a:pt x="83" y="28"/>
                    <a:pt x="81" y="26"/>
                  </a:cubicBezTo>
                  <a:cubicBezTo>
                    <a:pt x="80" y="25"/>
                    <a:pt x="80" y="26"/>
                    <a:pt x="79" y="27"/>
                  </a:cubicBezTo>
                  <a:cubicBezTo>
                    <a:pt x="79" y="28"/>
                    <a:pt x="76" y="27"/>
                    <a:pt x="75" y="27"/>
                  </a:cubicBezTo>
                  <a:cubicBezTo>
                    <a:pt x="71" y="25"/>
                    <a:pt x="77" y="22"/>
                    <a:pt x="78" y="21"/>
                  </a:cubicBezTo>
                  <a:cubicBezTo>
                    <a:pt x="78" y="21"/>
                    <a:pt x="74" y="22"/>
                    <a:pt x="74" y="22"/>
                  </a:cubicBezTo>
                  <a:cubicBezTo>
                    <a:pt x="72" y="23"/>
                    <a:pt x="70" y="23"/>
                    <a:pt x="68" y="25"/>
                  </a:cubicBezTo>
                  <a:cubicBezTo>
                    <a:pt x="67" y="26"/>
                    <a:pt x="66" y="28"/>
                    <a:pt x="65" y="29"/>
                  </a:cubicBezTo>
                  <a:cubicBezTo>
                    <a:pt x="64" y="32"/>
                    <a:pt x="63" y="30"/>
                    <a:pt x="62" y="28"/>
                  </a:cubicBezTo>
                  <a:cubicBezTo>
                    <a:pt x="61" y="26"/>
                    <a:pt x="59" y="27"/>
                    <a:pt x="57" y="27"/>
                  </a:cubicBezTo>
                  <a:cubicBezTo>
                    <a:pt x="55" y="27"/>
                    <a:pt x="54" y="24"/>
                    <a:pt x="53" y="23"/>
                  </a:cubicBezTo>
                  <a:cubicBezTo>
                    <a:pt x="51" y="21"/>
                    <a:pt x="54" y="19"/>
                    <a:pt x="52" y="17"/>
                  </a:cubicBezTo>
                  <a:cubicBezTo>
                    <a:pt x="51" y="16"/>
                    <a:pt x="50" y="14"/>
                    <a:pt x="49" y="13"/>
                  </a:cubicBezTo>
                  <a:cubicBezTo>
                    <a:pt x="48" y="12"/>
                    <a:pt x="46" y="11"/>
                    <a:pt x="45" y="12"/>
                  </a:cubicBezTo>
                  <a:cubicBezTo>
                    <a:pt x="43" y="13"/>
                    <a:pt x="41" y="12"/>
                    <a:pt x="38" y="12"/>
                  </a:cubicBezTo>
                  <a:cubicBezTo>
                    <a:pt x="36" y="12"/>
                    <a:pt x="33" y="13"/>
                    <a:pt x="31" y="12"/>
                  </a:cubicBezTo>
                  <a:cubicBezTo>
                    <a:pt x="30" y="11"/>
                    <a:pt x="28" y="9"/>
                    <a:pt x="27" y="8"/>
                  </a:cubicBezTo>
                  <a:cubicBezTo>
                    <a:pt x="25" y="6"/>
                    <a:pt x="24" y="6"/>
                    <a:pt x="23" y="8"/>
                  </a:cubicBezTo>
                  <a:cubicBezTo>
                    <a:pt x="22" y="9"/>
                    <a:pt x="21" y="10"/>
                    <a:pt x="19" y="10"/>
                  </a:cubicBezTo>
                  <a:cubicBezTo>
                    <a:pt x="16" y="10"/>
                    <a:pt x="16" y="8"/>
                    <a:pt x="17" y="6"/>
                  </a:cubicBezTo>
                  <a:cubicBezTo>
                    <a:pt x="18" y="3"/>
                    <a:pt x="18" y="3"/>
                    <a:pt x="15" y="1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7"/>
                    <a:pt x="16" y="8"/>
                    <a:pt x="14" y="8"/>
                  </a:cubicBezTo>
                  <a:cubicBezTo>
                    <a:pt x="12" y="7"/>
                    <a:pt x="12" y="4"/>
                    <a:pt x="13" y="3"/>
                  </a:cubicBezTo>
                  <a:cubicBezTo>
                    <a:pt x="13" y="3"/>
                    <a:pt x="15" y="0"/>
                    <a:pt x="14" y="0"/>
                  </a:cubicBezTo>
                  <a:cubicBezTo>
                    <a:pt x="9" y="1"/>
                    <a:pt x="5" y="2"/>
                    <a:pt x="1" y="4"/>
                  </a:cubicBezTo>
                  <a:cubicBezTo>
                    <a:pt x="0" y="4"/>
                    <a:pt x="1" y="14"/>
                    <a:pt x="1" y="15"/>
                  </a:cubicBezTo>
                  <a:cubicBezTo>
                    <a:pt x="1" y="18"/>
                    <a:pt x="1" y="21"/>
                    <a:pt x="1" y="23"/>
                  </a:cubicBezTo>
                  <a:cubicBezTo>
                    <a:pt x="1" y="25"/>
                    <a:pt x="0" y="26"/>
                    <a:pt x="2" y="26"/>
                  </a:cubicBezTo>
                  <a:cubicBezTo>
                    <a:pt x="3" y="26"/>
                    <a:pt x="4" y="26"/>
                    <a:pt x="6" y="26"/>
                  </a:cubicBezTo>
                  <a:cubicBezTo>
                    <a:pt x="8" y="26"/>
                    <a:pt x="5" y="24"/>
                    <a:pt x="6" y="23"/>
                  </a:cubicBezTo>
                  <a:cubicBezTo>
                    <a:pt x="7" y="21"/>
                    <a:pt x="9" y="22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5" y="17"/>
                    <a:pt x="16" y="18"/>
                    <a:pt x="17" y="19"/>
                  </a:cubicBezTo>
                  <a:cubicBezTo>
                    <a:pt x="18" y="20"/>
                    <a:pt x="21" y="20"/>
                    <a:pt x="21" y="20"/>
                  </a:cubicBezTo>
                  <a:cubicBezTo>
                    <a:pt x="22" y="22"/>
                    <a:pt x="21" y="23"/>
                    <a:pt x="21" y="24"/>
                  </a:cubicBezTo>
                  <a:cubicBezTo>
                    <a:pt x="22" y="27"/>
                    <a:pt x="25" y="27"/>
                    <a:pt x="26" y="27"/>
                  </a:cubicBezTo>
                  <a:cubicBezTo>
                    <a:pt x="31" y="27"/>
                    <a:pt x="31" y="30"/>
                    <a:pt x="33" y="34"/>
                  </a:cubicBezTo>
                  <a:cubicBezTo>
                    <a:pt x="34" y="35"/>
                    <a:pt x="36" y="36"/>
                    <a:pt x="38" y="37"/>
                  </a:cubicBezTo>
                  <a:cubicBezTo>
                    <a:pt x="39" y="37"/>
                    <a:pt x="40" y="38"/>
                    <a:pt x="41" y="39"/>
                  </a:cubicBezTo>
                  <a:cubicBezTo>
                    <a:pt x="44" y="41"/>
                    <a:pt x="47" y="44"/>
                    <a:pt x="50" y="45"/>
                  </a:cubicBezTo>
                  <a:cubicBezTo>
                    <a:pt x="54" y="46"/>
                    <a:pt x="54" y="46"/>
                    <a:pt x="54" y="49"/>
                  </a:cubicBezTo>
                  <a:cubicBezTo>
                    <a:pt x="56" y="49"/>
                    <a:pt x="59" y="51"/>
                    <a:pt x="61" y="52"/>
                  </a:cubicBezTo>
                  <a:cubicBezTo>
                    <a:pt x="61" y="49"/>
                    <a:pt x="60" y="49"/>
                    <a:pt x="63" y="47"/>
                  </a:cubicBezTo>
                  <a:cubicBezTo>
                    <a:pt x="64" y="45"/>
                    <a:pt x="62" y="44"/>
                    <a:pt x="62" y="42"/>
                  </a:cubicBezTo>
                  <a:cubicBezTo>
                    <a:pt x="63" y="39"/>
                    <a:pt x="60" y="40"/>
                    <a:pt x="59" y="38"/>
                  </a:cubicBezTo>
                  <a:cubicBezTo>
                    <a:pt x="58" y="36"/>
                    <a:pt x="63" y="37"/>
                    <a:pt x="64" y="36"/>
                  </a:cubicBezTo>
                  <a:cubicBezTo>
                    <a:pt x="67" y="35"/>
                    <a:pt x="64" y="32"/>
                    <a:pt x="66" y="33"/>
                  </a:cubicBezTo>
                  <a:cubicBezTo>
                    <a:pt x="70" y="33"/>
                    <a:pt x="66" y="30"/>
                    <a:pt x="68" y="30"/>
                  </a:cubicBezTo>
                  <a:cubicBezTo>
                    <a:pt x="69" y="29"/>
                    <a:pt x="70" y="31"/>
                    <a:pt x="71" y="30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9"/>
                    <a:pt x="74" y="33"/>
                    <a:pt x="74" y="34"/>
                  </a:cubicBezTo>
                  <a:cubicBezTo>
                    <a:pt x="75" y="34"/>
                    <a:pt x="77" y="31"/>
                    <a:pt x="77" y="34"/>
                  </a:cubicBezTo>
                  <a:cubicBezTo>
                    <a:pt x="77" y="34"/>
                    <a:pt x="77" y="32"/>
                    <a:pt x="78" y="32"/>
                  </a:cubicBezTo>
                  <a:cubicBezTo>
                    <a:pt x="79" y="32"/>
                    <a:pt x="77" y="32"/>
                    <a:pt x="78" y="3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6" name="Freeform 694">
              <a:extLst>
                <a:ext uri="{FF2B5EF4-FFF2-40B4-BE49-F238E27FC236}">
                  <a16:creationId xmlns:a16="http://schemas.microsoft.com/office/drawing/2014/main" id="{A36EAFA6-F97A-F700-8EAF-694F23B34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8490" y="6386309"/>
              <a:ext cx="0" cy="12670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7" name="Freeform 695">
              <a:extLst>
                <a:ext uri="{FF2B5EF4-FFF2-40B4-BE49-F238E27FC236}">
                  <a16:creationId xmlns:a16="http://schemas.microsoft.com/office/drawing/2014/main" id="{28BE0D30-DDA3-E498-0A3B-9C50690AB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9794" y="5892260"/>
              <a:ext cx="853928" cy="532052"/>
            </a:xfrm>
            <a:custGeom>
              <a:avLst/>
              <a:gdLst>
                <a:gd name="T0" fmla="*/ 73 w 73"/>
                <a:gd name="T1" fmla="*/ 28 h 43"/>
                <a:gd name="T2" fmla="*/ 69 w 73"/>
                <a:gd name="T3" fmla="*/ 27 h 43"/>
                <a:gd name="T4" fmla="*/ 65 w 73"/>
                <a:gd name="T5" fmla="*/ 24 h 43"/>
                <a:gd name="T6" fmla="*/ 58 w 73"/>
                <a:gd name="T7" fmla="*/ 20 h 43"/>
                <a:gd name="T8" fmla="*/ 52 w 73"/>
                <a:gd name="T9" fmla="*/ 16 h 43"/>
                <a:gd name="T10" fmla="*/ 47 w 73"/>
                <a:gd name="T11" fmla="*/ 9 h 43"/>
                <a:gd name="T12" fmla="*/ 40 w 73"/>
                <a:gd name="T13" fmla="*/ 5 h 43"/>
                <a:gd name="T14" fmla="*/ 40 w 73"/>
                <a:gd name="T15" fmla="*/ 2 h 43"/>
                <a:gd name="T16" fmla="*/ 36 w 73"/>
                <a:gd name="T17" fmla="*/ 1 h 43"/>
                <a:gd name="T18" fmla="*/ 34 w 73"/>
                <a:gd name="T19" fmla="*/ 0 h 43"/>
                <a:gd name="T20" fmla="*/ 31 w 73"/>
                <a:gd name="T21" fmla="*/ 1 h 43"/>
                <a:gd name="T22" fmla="*/ 28 w 73"/>
                <a:gd name="T23" fmla="*/ 3 h 43"/>
                <a:gd name="T24" fmla="*/ 25 w 73"/>
                <a:gd name="T25" fmla="*/ 6 h 43"/>
                <a:gd name="T26" fmla="*/ 22 w 73"/>
                <a:gd name="T27" fmla="*/ 8 h 43"/>
                <a:gd name="T28" fmla="*/ 17 w 73"/>
                <a:gd name="T29" fmla="*/ 8 h 43"/>
                <a:gd name="T30" fmla="*/ 12 w 73"/>
                <a:gd name="T31" fmla="*/ 2 h 43"/>
                <a:gd name="T32" fmla="*/ 2 w 73"/>
                <a:gd name="T33" fmla="*/ 5 h 43"/>
                <a:gd name="T34" fmla="*/ 5 w 73"/>
                <a:gd name="T35" fmla="*/ 12 h 43"/>
                <a:gd name="T36" fmla="*/ 8 w 73"/>
                <a:gd name="T37" fmla="*/ 17 h 43"/>
                <a:gd name="T38" fmla="*/ 8 w 73"/>
                <a:gd name="T39" fmla="*/ 19 h 43"/>
                <a:gd name="T40" fmla="*/ 10 w 73"/>
                <a:gd name="T41" fmla="*/ 22 h 43"/>
                <a:gd name="T42" fmla="*/ 9 w 73"/>
                <a:gd name="T43" fmla="*/ 26 h 43"/>
                <a:gd name="T44" fmla="*/ 9 w 73"/>
                <a:gd name="T45" fmla="*/ 31 h 43"/>
                <a:gd name="T46" fmla="*/ 14 w 73"/>
                <a:gd name="T47" fmla="*/ 29 h 43"/>
                <a:gd name="T48" fmla="*/ 17 w 73"/>
                <a:gd name="T49" fmla="*/ 26 h 43"/>
                <a:gd name="T50" fmla="*/ 27 w 73"/>
                <a:gd name="T51" fmla="*/ 27 h 43"/>
                <a:gd name="T52" fmla="*/ 37 w 73"/>
                <a:gd name="T53" fmla="*/ 31 h 43"/>
                <a:gd name="T54" fmla="*/ 45 w 73"/>
                <a:gd name="T55" fmla="*/ 35 h 43"/>
                <a:gd name="T56" fmla="*/ 46 w 73"/>
                <a:gd name="T57" fmla="*/ 37 h 43"/>
                <a:gd name="T58" fmla="*/ 48 w 73"/>
                <a:gd name="T59" fmla="*/ 42 h 43"/>
                <a:gd name="T60" fmla="*/ 53 w 73"/>
                <a:gd name="T61" fmla="*/ 43 h 43"/>
                <a:gd name="T62" fmla="*/ 57 w 73"/>
                <a:gd name="T63" fmla="*/ 40 h 43"/>
                <a:gd name="T64" fmla="*/ 62 w 73"/>
                <a:gd name="T65" fmla="*/ 38 h 43"/>
                <a:gd name="T66" fmla="*/ 65 w 73"/>
                <a:gd name="T67" fmla="*/ 33 h 43"/>
                <a:gd name="T68" fmla="*/ 69 w 73"/>
                <a:gd name="T69" fmla="*/ 31 h 43"/>
                <a:gd name="T70" fmla="*/ 73 w 73"/>
                <a:gd name="T71" fmla="*/ 31 h 43"/>
                <a:gd name="T72" fmla="*/ 73 w 73"/>
                <a:gd name="T73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3" h="43">
                  <a:moveTo>
                    <a:pt x="73" y="28"/>
                  </a:moveTo>
                  <a:cubicBezTo>
                    <a:pt x="72" y="27"/>
                    <a:pt x="71" y="27"/>
                    <a:pt x="69" y="27"/>
                  </a:cubicBezTo>
                  <a:cubicBezTo>
                    <a:pt x="68" y="26"/>
                    <a:pt x="66" y="25"/>
                    <a:pt x="65" y="24"/>
                  </a:cubicBezTo>
                  <a:cubicBezTo>
                    <a:pt x="63" y="23"/>
                    <a:pt x="60" y="22"/>
                    <a:pt x="58" y="20"/>
                  </a:cubicBezTo>
                  <a:cubicBezTo>
                    <a:pt x="57" y="18"/>
                    <a:pt x="54" y="18"/>
                    <a:pt x="52" y="16"/>
                  </a:cubicBezTo>
                  <a:cubicBezTo>
                    <a:pt x="51" y="13"/>
                    <a:pt x="50" y="9"/>
                    <a:pt x="47" y="9"/>
                  </a:cubicBezTo>
                  <a:cubicBezTo>
                    <a:pt x="44" y="9"/>
                    <a:pt x="40" y="9"/>
                    <a:pt x="40" y="5"/>
                  </a:cubicBezTo>
                  <a:cubicBezTo>
                    <a:pt x="40" y="4"/>
                    <a:pt x="41" y="2"/>
                    <a:pt x="40" y="2"/>
                  </a:cubicBezTo>
                  <a:cubicBezTo>
                    <a:pt x="39" y="1"/>
                    <a:pt x="38" y="2"/>
                    <a:pt x="36" y="1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33" y="0"/>
                    <a:pt x="32" y="1"/>
                    <a:pt x="31" y="1"/>
                  </a:cubicBezTo>
                  <a:cubicBezTo>
                    <a:pt x="30" y="0"/>
                    <a:pt x="29" y="3"/>
                    <a:pt x="28" y="3"/>
                  </a:cubicBezTo>
                  <a:cubicBezTo>
                    <a:pt x="27" y="3"/>
                    <a:pt x="24" y="4"/>
                    <a:pt x="25" y="6"/>
                  </a:cubicBezTo>
                  <a:cubicBezTo>
                    <a:pt x="26" y="9"/>
                    <a:pt x="25" y="8"/>
                    <a:pt x="22" y="8"/>
                  </a:cubicBezTo>
                  <a:cubicBezTo>
                    <a:pt x="21" y="8"/>
                    <a:pt x="18" y="8"/>
                    <a:pt x="17" y="8"/>
                  </a:cubicBezTo>
                  <a:cubicBezTo>
                    <a:pt x="15" y="6"/>
                    <a:pt x="14" y="4"/>
                    <a:pt x="12" y="2"/>
                  </a:cubicBezTo>
                  <a:cubicBezTo>
                    <a:pt x="9" y="0"/>
                    <a:pt x="5" y="3"/>
                    <a:pt x="2" y="5"/>
                  </a:cubicBezTo>
                  <a:cubicBezTo>
                    <a:pt x="3" y="6"/>
                    <a:pt x="6" y="10"/>
                    <a:pt x="5" y="12"/>
                  </a:cubicBezTo>
                  <a:cubicBezTo>
                    <a:pt x="0" y="15"/>
                    <a:pt x="6" y="15"/>
                    <a:pt x="8" y="17"/>
                  </a:cubicBezTo>
                  <a:cubicBezTo>
                    <a:pt x="8" y="17"/>
                    <a:pt x="8" y="19"/>
                    <a:pt x="8" y="19"/>
                  </a:cubicBezTo>
                  <a:cubicBezTo>
                    <a:pt x="7" y="20"/>
                    <a:pt x="9" y="22"/>
                    <a:pt x="10" y="22"/>
                  </a:cubicBezTo>
                  <a:cubicBezTo>
                    <a:pt x="10" y="23"/>
                    <a:pt x="9" y="24"/>
                    <a:pt x="9" y="26"/>
                  </a:cubicBezTo>
                  <a:cubicBezTo>
                    <a:pt x="9" y="27"/>
                    <a:pt x="9" y="29"/>
                    <a:pt x="9" y="31"/>
                  </a:cubicBezTo>
                  <a:cubicBezTo>
                    <a:pt x="11" y="31"/>
                    <a:pt x="12" y="31"/>
                    <a:pt x="14" y="29"/>
                  </a:cubicBezTo>
                  <a:cubicBezTo>
                    <a:pt x="15" y="28"/>
                    <a:pt x="16" y="27"/>
                    <a:pt x="17" y="26"/>
                  </a:cubicBezTo>
                  <a:cubicBezTo>
                    <a:pt x="21" y="26"/>
                    <a:pt x="24" y="25"/>
                    <a:pt x="27" y="27"/>
                  </a:cubicBezTo>
                  <a:cubicBezTo>
                    <a:pt x="29" y="30"/>
                    <a:pt x="35" y="28"/>
                    <a:pt x="37" y="31"/>
                  </a:cubicBezTo>
                  <a:cubicBezTo>
                    <a:pt x="39" y="34"/>
                    <a:pt x="41" y="35"/>
                    <a:pt x="45" y="35"/>
                  </a:cubicBezTo>
                  <a:cubicBezTo>
                    <a:pt x="46" y="35"/>
                    <a:pt x="46" y="35"/>
                    <a:pt x="46" y="37"/>
                  </a:cubicBezTo>
                  <a:cubicBezTo>
                    <a:pt x="46" y="40"/>
                    <a:pt x="46" y="40"/>
                    <a:pt x="48" y="42"/>
                  </a:cubicBezTo>
                  <a:cubicBezTo>
                    <a:pt x="50" y="42"/>
                    <a:pt x="51" y="43"/>
                    <a:pt x="53" y="43"/>
                  </a:cubicBezTo>
                  <a:cubicBezTo>
                    <a:pt x="56" y="43"/>
                    <a:pt x="56" y="42"/>
                    <a:pt x="57" y="40"/>
                  </a:cubicBezTo>
                  <a:cubicBezTo>
                    <a:pt x="58" y="38"/>
                    <a:pt x="60" y="39"/>
                    <a:pt x="62" y="38"/>
                  </a:cubicBezTo>
                  <a:cubicBezTo>
                    <a:pt x="64" y="37"/>
                    <a:pt x="64" y="35"/>
                    <a:pt x="65" y="33"/>
                  </a:cubicBezTo>
                  <a:cubicBezTo>
                    <a:pt x="65" y="31"/>
                    <a:pt x="68" y="33"/>
                    <a:pt x="69" y="31"/>
                  </a:cubicBezTo>
                  <a:cubicBezTo>
                    <a:pt x="69" y="29"/>
                    <a:pt x="72" y="31"/>
                    <a:pt x="73" y="31"/>
                  </a:cubicBezTo>
                  <a:cubicBezTo>
                    <a:pt x="73" y="30"/>
                    <a:pt x="73" y="29"/>
                    <a:pt x="73" y="2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8" name="Freeform 696">
              <a:extLst>
                <a:ext uri="{FF2B5EF4-FFF2-40B4-BE49-F238E27FC236}">
                  <a16:creationId xmlns:a16="http://schemas.microsoft.com/office/drawing/2014/main" id="{C6A18ADD-4D67-F325-5D0E-A71C4FE03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1610" y="6014715"/>
              <a:ext cx="466866" cy="333587"/>
            </a:xfrm>
            <a:custGeom>
              <a:avLst/>
              <a:gdLst>
                <a:gd name="T0" fmla="*/ 30 w 40"/>
                <a:gd name="T1" fmla="*/ 10 h 27"/>
                <a:gd name="T2" fmla="*/ 25 w 40"/>
                <a:gd name="T3" fmla="*/ 10 h 27"/>
                <a:gd name="T4" fmla="*/ 21 w 40"/>
                <a:gd name="T5" fmla="*/ 8 h 27"/>
                <a:gd name="T6" fmla="*/ 19 w 40"/>
                <a:gd name="T7" fmla="*/ 9 h 27"/>
                <a:gd name="T8" fmla="*/ 17 w 40"/>
                <a:gd name="T9" fmla="*/ 9 h 27"/>
                <a:gd name="T10" fmla="*/ 10 w 40"/>
                <a:gd name="T11" fmla="*/ 8 h 27"/>
                <a:gd name="T12" fmla="*/ 12 w 40"/>
                <a:gd name="T13" fmla="*/ 5 h 27"/>
                <a:gd name="T14" fmla="*/ 16 w 40"/>
                <a:gd name="T15" fmla="*/ 7 h 27"/>
                <a:gd name="T16" fmla="*/ 19 w 40"/>
                <a:gd name="T17" fmla="*/ 5 h 27"/>
                <a:gd name="T18" fmla="*/ 16 w 40"/>
                <a:gd name="T19" fmla="*/ 6 h 27"/>
                <a:gd name="T20" fmla="*/ 16 w 40"/>
                <a:gd name="T21" fmla="*/ 1 h 27"/>
                <a:gd name="T22" fmla="*/ 14 w 40"/>
                <a:gd name="T23" fmla="*/ 2 h 27"/>
                <a:gd name="T24" fmla="*/ 10 w 40"/>
                <a:gd name="T25" fmla="*/ 2 h 27"/>
                <a:gd name="T26" fmla="*/ 8 w 40"/>
                <a:gd name="T27" fmla="*/ 5 h 27"/>
                <a:gd name="T28" fmla="*/ 6 w 40"/>
                <a:gd name="T29" fmla="*/ 8 h 27"/>
                <a:gd name="T30" fmla="*/ 1 w 40"/>
                <a:gd name="T31" fmla="*/ 10 h 27"/>
                <a:gd name="T32" fmla="*/ 4 w 40"/>
                <a:gd name="T33" fmla="*/ 14 h 27"/>
                <a:gd name="T34" fmla="*/ 4 w 40"/>
                <a:gd name="T35" fmla="*/ 19 h 27"/>
                <a:gd name="T36" fmla="*/ 4 w 40"/>
                <a:gd name="T37" fmla="*/ 24 h 27"/>
                <a:gd name="T38" fmla="*/ 9 w 40"/>
                <a:gd name="T39" fmla="*/ 22 h 27"/>
                <a:gd name="T40" fmla="*/ 12 w 40"/>
                <a:gd name="T41" fmla="*/ 20 h 27"/>
                <a:gd name="T42" fmla="*/ 17 w 40"/>
                <a:gd name="T43" fmla="*/ 17 h 27"/>
                <a:gd name="T44" fmla="*/ 20 w 40"/>
                <a:gd name="T45" fmla="*/ 17 h 27"/>
                <a:gd name="T46" fmla="*/ 22 w 40"/>
                <a:gd name="T47" fmla="*/ 21 h 27"/>
                <a:gd name="T48" fmla="*/ 21 w 40"/>
                <a:gd name="T49" fmla="*/ 24 h 27"/>
                <a:gd name="T50" fmla="*/ 27 w 40"/>
                <a:gd name="T51" fmla="*/ 23 h 27"/>
                <a:gd name="T52" fmla="*/ 32 w 40"/>
                <a:gd name="T53" fmla="*/ 21 h 27"/>
                <a:gd name="T54" fmla="*/ 39 w 40"/>
                <a:gd name="T55" fmla="*/ 21 h 27"/>
                <a:gd name="T56" fmla="*/ 38 w 40"/>
                <a:gd name="T57" fmla="*/ 18 h 27"/>
                <a:gd name="T58" fmla="*/ 36 w 40"/>
                <a:gd name="T59" fmla="*/ 14 h 27"/>
                <a:gd name="T60" fmla="*/ 32 w 40"/>
                <a:gd name="T61" fmla="*/ 9 h 27"/>
                <a:gd name="T62" fmla="*/ 30 w 40"/>
                <a:gd name="T63" fmla="*/ 10 h 27"/>
                <a:gd name="T64" fmla="*/ 30 w 40"/>
                <a:gd name="T65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" h="27">
                  <a:moveTo>
                    <a:pt x="30" y="10"/>
                  </a:moveTo>
                  <a:cubicBezTo>
                    <a:pt x="28" y="11"/>
                    <a:pt x="27" y="10"/>
                    <a:pt x="25" y="10"/>
                  </a:cubicBezTo>
                  <a:cubicBezTo>
                    <a:pt x="23" y="10"/>
                    <a:pt x="22" y="8"/>
                    <a:pt x="21" y="8"/>
                  </a:cubicBezTo>
                  <a:cubicBezTo>
                    <a:pt x="20" y="8"/>
                    <a:pt x="20" y="9"/>
                    <a:pt x="19" y="9"/>
                  </a:cubicBezTo>
                  <a:cubicBezTo>
                    <a:pt x="19" y="10"/>
                    <a:pt x="18" y="9"/>
                    <a:pt x="17" y="9"/>
                  </a:cubicBezTo>
                  <a:cubicBezTo>
                    <a:pt x="15" y="9"/>
                    <a:pt x="12" y="9"/>
                    <a:pt x="10" y="8"/>
                  </a:cubicBezTo>
                  <a:cubicBezTo>
                    <a:pt x="9" y="7"/>
                    <a:pt x="12" y="5"/>
                    <a:pt x="12" y="5"/>
                  </a:cubicBezTo>
                  <a:cubicBezTo>
                    <a:pt x="14" y="4"/>
                    <a:pt x="15" y="7"/>
                    <a:pt x="16" y="7"/>
                  </a:cubicBezTo>
                  <a:cubicBezTo>
                    <a:pt x="18" y="7"/>
                    <a:pt x="19" y="6"/>
                    <a:pt x="19" y="5"/>
                  </a:cubicBezTo>
                  <a:cubicBezTo>
                    <a:pt x="18" y="4"/>
                    <a:pt x="17" y="6"/>
                    <a:pt x="16" y="6"/>
                  </a:cubicBezTo>
                  <a:cubicBezTo>
                    <a:pt x="15" y="5"/>
                    <a:pt x="17" y="2"/>
                    <a:pt x="16" y="1"/>
                  </a:cubicBezTo>
                  <a:cubicBezTo>
                    <a:pt x="16" y="0"/>
                    <a:pt x="14" y="2"/>
                    <a:pt x="14" y="2"/>
                  </a:cubicBezTo>
                  <a:cubicBezTo>
                    <a:pt x="12" y="3"/>
                    <a:pt x="11" y="1"/>
                    <a:pt x="10" y="2"/>
                  </a:cubicBezTo>
                  <a:cubicBezTo>
                    <a:pt x="8" y="2"/>
                    <a:pt x="12" y="5"/>
                    <a:pt x="8" y="5"/>
                  </a:cubicBezTo>
                  <a:cubicBezTo>
                    <a:pt x="6" y="4"/>
                    <a:pt x="9" y="8"/>
                    <a:pt x="6" y="8"/>
                  </a:cubicBezTo>
                  <a:cubicBezTo>
                    <a:pt x="5" y="9"/>
                    <a:pt x="0" y="8"/>
                    <a:pt x="1" y="10"/>
                  </a:cubicBezTo>
                  <a:cubicBezTo>
                    <a:pt x="2" y="13"/>
                    <a:pt x="5" y="11"/>
                    <a:pt x="4" y="14"/>
                  </a:cubicBezTo>
                  <a:cubicBezTo>
                    <a:pt x="4" y="17"/>
                    <a:pt x="7" y="17"/>
                    <a:pt x="4" y="19"/>
                  </a:cubicBezTo>
                  <a:cubicBezTo>
                    <a:pt x="3" y="20"/>
                    <a:pt x="1" y="24"/>
                    <a:pt x="4" y="24"/>
                  </a:cubicBezTo>
                  <a:cubicBezTo>
                    <a:pt x="6" y="24"/>
                    <a:pt x="8" y="21"/>
                    <a:pt x="9" y="22"/>
                  </a:cubicBezTo>
                  <a:cubicBezTo>
                    <a:pt x="12" y="25"/>
                    <a:pt x="9" y="20"/>
                    <a:pt x="12" y="20"/>
                  </a:cubicBezTo>
                  <a:cubicBezTo>
                    <a:pt x="14" y="20"/>
                    <a:pt x="15" y="19"/>
                    <a:pt x="17" y="17"/>
                  </a:cubicBezTo>
                  <a:cubicBezTo>
                    <a:pt x="18" y="14"/>
                    <a:pt x="19" y="15"/>
                    <a:pt x="20" y="17"/>
                  </a:cubicBezTo>
                  <a:cubicBezTo>
                    <a:pt x="21" y="18"/>
                    <a:pt x="22" y="19"/>
                    <a:pt x="22" y="21"/>
                  </a:cubicBezTo>
                  <a:cubicBezTo>
                    <a:pt x="22" y="22"/>
                    <a:pt x="21" y="23"/>
                    <a:pt x="21" y="24"/>
                  </a:cubicBezTo>
                  <a:cubicBezTo>
                    <a:pt x="22" y="27"/>
                    <a:pt x="26" y="24"/>
                    <a:pt x="27" y="23"/>
                  </a:cubicBezTo>
                  <a:cubicBezTo>
                    <a:pt x="28" y="22"/>
                    <a:pt x="31" y="20"/>
                    <a:pt x="32" y="21"/>
                  </a:cubicBezTo>
                  <a:cubicBezTo>
                    <a:pt x="34" y="23"/>
                    <a:pt x="36" y="20"/>
                    <a:pt x="39" y="21"/>
                  </a:cubicBezTo>
                  <a:cubicBezTo>
                    <a:pt x="40" y="20"/>
                    <a:pt x="38" y="18"/>
                    <a:pt x="38" y="18"/>
                  </a:cubicBezTo>
                  <a:cubicBezTo>
                    <a:pt x="37" y="16"/>
                    <a:pt x="38" y="14"/>
                    <a:pt x="36" y="14"/>
                  </a:cubicBezTo>
                  <a:cubicBezTo>
                    <a:pt x="33" y="15"/>
                    <a:pt x="31" y="12"/>
                    <a:pt x="32" y="9"/>
                  </a:cubicBezTo>
                  <a:cubicBezTo>
                    <a:pt x="32" y="9"/>
                    <a:pt x="31" y="9"/>
                    <a:pt x="30" y="10"/>
                  </a:cubicBezTo>
                  <a:cubicBezTo>
                    <a:pt x="29" y="10"/>
                    <a:pt x="31" y="9"/>
                    <a:pt x="30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09" name="Freeform 697">
              <a:extLst>
                <a:ext uri="{FF2B5EF4-FFF2-40B4-BE49-F238E27FC236}">
                  <a16:creationId xmlns:a16="http://schemas.microsoft.com/office/drawing/2014/main" id="{E57462C1-17BA-329A-06DE-BF14DD9FB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6520" y="6301856"/>
              <a:ext cx="969654" cy="916315"/>
            </a:xfrm>
            <a:custGeom>
              <a:avLst/>
              <a:gdLst>
                <a:gd name="T0" fmla="*/ 8 w 83"/>
                <a:gd name="T1" fmla="*/ 51 h 74"/>
                <a:gd name="T2" fmla="*/ 9 w 83"/>
                <a:gd name="T3" fmla="*/ 54 h 74"/>
                <a:gd name="T4" fmla="*/ 11 w 83"/>
                <a:gd name="T5" fmla="*/ 57 h 74"/>
                <a:gd name="T6" fmla="*/ 5 w 83"/>
                <a:gd name="T7" fmla="*/ 61 h 74"/>
                <a:gd name="T8" fmla="*/ 3 w 83"/>
                <a:gd name="T9" fmla="*/ 64 h 74"/>
                <a:gd name="T10" fmla="*/ 6 w 83"/>
                <a:gd name="T11" fmla="*/ 66 h 74"/>
                <a:gd name="T12" fmla="*/ 13 w 83"/>
                <a:gd name="T13" fmla="*/ 64 h 74"/>
                <a:gd name="T14" fmla="*/ 19 w 83"/>
                <a:gd name="T15" fmla="*/ 65 h 74"/>
                <a:gd name="T16" fmla="*/ 23 w 83"/>
                <a:gd name="T17" fmla="*/ 65 h 74"/>
                <a:gd name="T18" fmla="*/ 28 w 83"/>
                <a:gd name="T19" fmla="*/ 64 h 74"/>
                <a:gd name="T20" fmla="*/ 29 w 83"/>
                <a:gd name="T21" fmla="*/ 67 h 74"/>
                <a:gd name="T22" fmla="*/ 32 w 83"/>
                <a:gd name="T23" fmla="*/ 69 h 74"/>
                <a:gd name="T24" fmla="*/ 33 w 83"/>
                <a:gd name="T25" fmla="*/ 73 h 74"/>
                <a:gd name="T26" fmla="*/ 34 w 83"/>
                <a:gd name="T27" fmla="*/ 71 h 74"/>
                <a:gd name="T28" fmla="*/ 36 w 83"/>
                <a:gd name="T29" fmla="*/ 73 h 74"/>
                <a:gd name="T30" fmla="*/ 43 w 83"/>
                <a:gd name="T31" fmla="*/ 71 h 74"/>
                <a:gd name="T32" fmla="*/ 46 w 83"/>
                <a:gd name="T33" fmla="*/ 70 h 74"/>
                <a:gd name="T34" fmla="*/ 50 w 83"/>
                <a:gd name="T35" fmla="*/ 70 h 74"/>
                <a:gd name="T36" fmla="*/ 48 w 83"/>
                <a:gd name="T37" fmla="*/ 64 h 74"/>
                <a:gd name="T38" fmla="*/ 46 w 83"/>
                <a:gd name="T39" fmla="*/ 61 h 74"/>
                <a:gd name="T40" fmla="*/ 44 w 83"/>
                <a:gd name="T41" fmla="*/ 57 h 74"/>
                <a:gd name="T42" fmla="*/ 46 w 83"/>
                <a:gd name="T43" fmla="*/ 52 h 74"/>
                <a:gd name="T44" fmla="*/ 49 w 83"/>
                <a:gd name="T45" fmla="*/ 52 h 74"/>
                <a:gd name="T46" fmla="*/ 52 w 83"/>
                <a:gd name="T47" fmla="*/ 52 h 74"/>
                <a:gd name="T48" fmla="*/ 57 w 83"/>
                <a:gd name="T49" fmla="*/ 46 h 74"/>
                <a:gd name="T50" fmla="*/ 60 w 83"/>
                <a:gd name="T51" fmla="*/ 44 h 74"/>
                <a:gd name="T52" fmla="*/ 62 w 83"/>
                <a:gd name="T53" fmla="*/ 41 h 74"/>
                <a:gd name="T54" fmla="*/ 65 w 83"/>
                <a:gd name="T55" fmla="*/ 39 h 74"/>
                <a:gd name="T56" fmla="*/ 66 w 83"/>
                <a:gd name="T57" fmla="*/ 37 h 74"/>
                <a:gd name="T58" fmla="*/ 69 w 83"/>
                <a:gd name="T59" fmla="*/ 33 h 74"/>
                <a:gd name="T60" fmla="*/ 71 w 83"/>
                <a:gd name="T61" fmla="*/ 27 h 74"/>
                <a:gd name="T62" fmla="*/ 66 w 83"/>
                <a:gd name="T63" fmla="*/ 23 h 74"/>
                <a:gd name="T64" fmla="*/ 65 w 83"/>
                <a:gd name="T65" fmla="*/ 16 h 74"/>
                <a:gd name="T66" fmla="*/ 70 w 83"/>
                <a:gd name="T67" fmla="*/ 14 h 74"/>
                <a:gd name="T68" fmla="*/ 74 w 83"/>
                <a:gd name="T69" fmla="*/ 15 h 74"/>
                <a:gd name="T70" fmla="*/ 77 w 83"/>
                <a:gd name="T71" fmla="*/ 13 h 74"/>
                <a:gd name="T72" fmla="*/ 83 w 83"/>
                <a:gd name="T73" fmla="*/ 10 h 74"/>
                <a:gd name="T74" fmla="*/ 76 w 83"/>
                <a:gd name="T75" fmla="*/ 6 h 74"/>
                <a:gd name="T76" fmla="*/ 74 w 83"/>
                <a:gd name="T77" fmla="*/ 2 h 74"/>
                <a:gd name="T78" fmla="*/ 71 w 83"/>
                <a:gd name="T79" fmla="*/ 0 h 74"/>
                <a:gd name="T80" fmla="*/ 65 w 83"/>
                <a:gd name="T81" fmla="*/ 1 h 74"/>
                <a:gd name="T82" fmla="*/ 56 w 83"/>
                <a:gd name="T83" fmla="*/ 4 h 74"/>
                <a:gd name="T84" fmla="*/ 53 w 83"/>
                <a:gd name="T85" fmla="*/ 8 h 74"/>
                <a:gd name="T86" fmla="*/ 51 w 83"/>
                <a:gd name="T87" fmla="*/ 13 h 74"/>
                <a:gd name="T88" fmla="*/ 48 w 83"/>
                <a:gd name="T89" fmla="*/ 18 h 74"/>
                <a:gd name="T90" fmla="*/ 47 w 83"/>
                <a:gd name="T91" fmla="*/ 21 h 74"/>
                <a:gd name="T92" fmla="*/ 43 w 83"/>
                <a:gd name="T93" fmla="*/ 24 h 74"/>
                <a:gd name="T94" fmla="*/ 41 w 83"/>
                <a:gd name="T95" fmla="*/ 30 h 74"/>
                <a:gd name="T96" fmla="*/ 38 w 83"/>
                <a:gd name="T97" fmla="*/ 30 h 74"/>
                <a:gd name="T98" fmla="*/ 34 w 83"/>
                <a:gd name="T99" fmla="*/ 32 h 74"/>
                <a:gd name="T100" fmla="*/ 30 w 83"/>
                <a:gd name="T101" fmla="*/ 33 h 74"/>
                <a:gd name="T102" fmla="*/ 27 w 83"/>
                <a:gd name="T103" fmla="*/ 37 h 74"/>
                <a:gd name="T104" fmla="*/ 22 w 83"/>
                <a:gd name="T105" fmla="*/ 42 h 74"/>
                <a:gd name="T106" fmla="*/ 13 w 83"/>
                <a:gd name="T107" fmla="*/ 43 h 74"/>
                <a:gd name="T108" fmla="*/ 0 w 83"/>
                <a:gd name="T109" fmla="*/ 40 h 74"/>
                <a:gd name="T110" fmla="*/ 3 w 83"/>
                <a:gd name="T111" fmla="*/ 46 h 74"/>
                <a:gd name="T112" fmla="*/ 8 w 83"/>
                <a:gd name="T113" fmla="*/ 5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3" h="74">
                  <a:moveTo>
                    <a:pt x="8" y="51"/>
                  </a:moveTo>
                  <a:cubicBezTo>
                    <a:pt x="8" y="52"/>
                    <a:pt x="8" y="53"/>
                    <a:pt x="9" y="54"/>
                  </a:cubicBezTo>
                  <a:cubicBezTo>
                    <a:pt x="10" y="55"/>
                    <a:pt x="11" y="56"/>
                    <a:pt x="11" y="57"/>
                  </a:cubicBezTo>
                  <a:cubicBezTo>
                    <a:pt x="11" y="58"/>
                    <a:pt x="6" y="60"/>
                    <a:pt x="5" y="61"/>
                  </a:cubicBezTo>
                  <a:cubicBezTo>
                    <a:pt x="4" y="61"/>
                    <a:pt x="3" y="62"/>
                    <a:pt x="3" y="64"/>
                  </a:cubicBezTo>
                  <a:cubicBezTo>
                    <a:pt x="3" y="66"/>
                    <a:pt x="3" y="66"/>
                    <a:pt x="6" y="66"/>
                  </a:cubicBezTo>
                  <a:cubicBezTo>
                    <a:pt x="8" y="65"/>
                    <a:pt x="11" y="65"/>
                    <a:pt x="13" y="64"/>
                  </a:cubicBezTo>
                  <a:cubicBezTo>
                    <a:pt x="15" y="64"/>
                    <a:pt x="17" y="64"/>
                    <a:pt x="19" y="65"/>
                  </a:cubicBezTo>
                  <a:cubicBezTo>
                    <a:pt x="20" y="65"/>
                    <a:pt x="22" y="65"/>
                    <a:pt x="23" y="65"/>
                  </a:cubicBezTo>
                  <a:cubicBezTo>
                    <a:pt x="25" y="65"/>
                    <a:pt x="26" y="64"/>
                    <a:pt x="28" y="64"/>
                  </a:cubicBezTo>
                  <a:cubicBezTo>
                    <a:pt x="29" y="64"/>
                    <a:pt x="29" y="66"/>
                    <a:pt x="29" y="67"/>
                  </a:cubicBezTo>
                  <a:cubicBezTo>
                    <a:pt x="30" y="68"/>
                    <a:pt x="31" y="68"/>
                    <a:pt x="32" y="69"/>
                  </a:cubicBezTo>
                  <a:cubicBezTo>
                    <a:pt x="32" y="70"/>
                    <a:pt x="33" y="72"/>
                    <a:pt x="33" y="73"/>
                  </a:cubicBezTo>
                  <a:cubicBezTo>
                    <a:pt x="35" y="74"/>
                    <a:pt x="34" y="72"/>
                    <a:pt x="34" y="71"/>
                  </a:cubicBezTo>
                  <a:cubicBezTo>
                    <a:pt x="35" y="71"/>
                    <a:pt x="36" y="73"/>
                    <a:pt x="36" y="73"/>
                  </a:cubicBezTo>
                  <a:cubicBezTo>
                    <a:pt x="38" y="72"/>
                    <a:pt x="40" y="70"/>
                    <a:pt x="43" y="71"/>
                  </a:cubicBezTo>
                  <a:cubicBezTo>
                    <a:pt x="44" y="71"/>
                    <a:pt x="45" y="71"/>
                    <a:pt x="46" y="70"/>
                  </a:cubicBezTo>
                  <a:cubicBezTo>
                    <a:pt x="47" y="70"/>
                    <a:pt x="49" y="70"/>
                    <a:pt x="50" y="70"/>
                  </a:cubicBezTo>
                  <a:cubicBezTo>
                    <a:pt x="51" y="69"/>
                    <a:pt x="49" y="64"/>
                    <a:pt x="48" y="64"/>
                  </a:cubicBezTo>
                  <a:cubicBezTo>
                    <a:pt x="47" y="63"/>
                    <a:pt x="46" y="63"/>
                    <a:pt x="46" y="61"/>
                  </a:cubicBezTo>
                  <a:cubicBezTo>
                    <a:pt x="46" y="59"/>
                    <a:pt x="45" y="58"/>
                    <a:pt x="44" y="57"/>
                  </a:cubicBezTo>
                  <a:cubicBezTo>
                    <a:pt x="41" y="56"/>
                    <a:pt x="45" y="54"/>
                    <a:pt x="46" y="52"/>
                  </a:cubicBezTo>
                  <a:cubicBezTo>
                    <a:pt x="47" y="52"/>
                    <a:pt x="47" y="51"/>
                    <a:pt x="49" y="52"/>
                  </a:cubicBezTo>
                  <a:cubicBezTo>
                    <a:pt x="51" y="54"/>
                    <a:pt x="50" y="52"/>
                    <a:pt x="52" y="52"/>
                  </a:cubicBezTo>
                  <a:cubicBezTo>
                    <a:pt x="56" y="51"/>
                    <a:pt x="55" y="48"/>
                    <a:pt x="57" y="46"/>
                  </a:cubicBezTo>
                  <a:cubicBezTo>
                    <a:pt x="58" y="45"/>
                    <a:pt x="60" y="45"/>
                    <a:pt x="60" y="44"/>
                  </a:cubicBezTo>
                  <a:cubicBezTo>
                    <a:pt x="61" y="43"/>
                    <a:pt x="62" y="42"/>
                    <a:pt x="62" y="41"/>
                  </a:cubicBezTo>
                  <a:cubicBezTo>
                    <a:pt x="62" y="40"/>
                    <a:pt x="64" y="39"/>
                    <a:pt x="65" y="39"/>
                  </a:cubicBezTo>
                  <a:cubicBezTo>
                    <a:pt x="66" y="39"/>
                    <a:pt x="66" y="37"/>
                    <a:pt x="66" y="37"/>
                  </a:cubicBezTo>
                  <a:cubicBezTo>
                    <a:pt x="66" y="34"/>
                    <a:pt x="70" y="36"/>
                    <a:pt x="69" y="33"/>
                  </a:cubicBezTo>
                  <a:cubicBezTo>
                    <a:pt x="69" y="30"/>
                    <a:pt x="68" y="29"/>
                    <a:pt x="71" y="27"/>
                  </a:cubicBezTo>
                  <a:cubicBezTo>
                    <a:pt x="72" y="27"/>
                    <a:pt x="67" y="24"/>
                    <a:pt x="66" y="23"/>
                  </a:cubicBezTo>
                  <a:cubicBezTo>
                    <a:pt x="65" y="21"/>
                    <a:pt x="66" y="18"/>
                    <a:pt x="65" y="16"/>
                  </a:cubicBezTo>
                  <a:cubicBezTo>
                    <a:pt x="65" y="13"/>
                    <a:pt x="68" y="13"/>
                    <a:pt x="70" y="14"/>
                  </a:cubicBezTo>
                  <a:cubicBezTo>
                    <a:pt x="71" y="14"/>
                    <a:pt x="73" y="15"/>
                    <a:pt x="74" y="15"/>
                  </a:cubicBezTo>
                  <a:cubicBezTo>
                    <a:pt x="76" y="15"/>
                    <a:pt x="76" y="14"/>
                    <a:pt x="77" y="13"/>
                  </a:cubicBezTo>
                  <a:cubicBezTo>
                    <a:pt x="80" y="13"/>
                    <a:pt x="81" y="13"/>
                    <a:pt x="83" y="10"/>
                  </a:cubicBezTo>
                  <a:cubicBezTo>
                    <a:pt x="80" y="9"/>
                    <a:pt x="77" y="8"/>
                    <a:pt x="76" y="6"/>
                  </a:cubicBezTo>
                  <a:cubicBezTo>
                    <a:pt x="75" y="5"/>
                    <a:pt x="75" y="3"/>
                    <a:pt x="74" y="2"/>
                  </a:cubicBezTo>
                  <a:cubicBezTo>
                    <a:pt x="73" y="1"/>
                    <a:pt x="72" y="1"/>
                    <a:pt x="71" y="0"/>
                  </a:cubicBezTo>
                  <a:cubicBezTo>
                    <a:pt x="69" y="0"/>
                    <a:pt x="66" y="1"/>
                    <a:pt x="65" y="1"/>
                  </a:cubicBezTo>
                  <a:cubicBezTo>
                    <a:pt x="61" y="0"/>
                    <a:pt x="59" y="2"/>
                    <a:pt x="56" y="4"/>
                  </a:cubicBezTo>
                  <a:cubicBezTo>
                    <a:pt x="53" y="5"/>
                    <a:pt x="51" y="5"/>
                    <a:pt x="53" y="8"/>
                  </a:cubicBezTo>
                  <a:cubicBezTo>
                    <a:pt x="55" y="10"/>
                    <a:pt x="53" y="12"/>
                    <a:pt x="51" y="13"/>
                  </a:cubicBezTo>
                  <a:cubicBezTo>
                    <a:pt x="49" y="15"/>
                    <a:pt x="52" y="19"/>
                    <a:pt x="48" y="18"/>
                  </a:cubicBezTo>
                  <a:cubicBezTo>
                    <a:pt x="43" y="18"/>
                    <a:pt x="47" y="19"/>
                    <a:pt x="47" y="21"/>
                  </a:cubicBezTo>
                  <a:cubicBezTo>
                    <a:pt x="48" y="22"/>
                    <a:pt x="44" y="23"/>
                    <a:pt x="43" y="24"/>
                  </a:cubicBezTo>
                  <a:cubicBezTo>
                    <a:pt x="42" y="26"/>
                    <a:pt x="42" y="30"/>
                    <a:pt x="41" y="30"/>
                  </a:cubicBezTo>
                  <a:cubicBezTo>
                    <a:pt x="40" y="31"/>
                    <a:pt x="39" y="30"/>
                    <a:pt x="38" y="30"/>
                  </a:cubicBezTo>
                  <a:cubicBezTo>
                    <a:pt x="36" y="30"/>
                    <a:pt x="35" y="31"/>
                    <a:pt x="34" y="32"/>
                  </a:cubicBezTo>
                  <a:cubicBezTo>
                    <a:pt x="32" y="33"/>
                    <a:pt x="31" y="32"/>
                    <a:pt x="30" y="33"/>
                  </a:cubicBezTo>
                  <a:cubicBezTo>
                    <a:pt x="28" y="34"/>
                    <a:pt x="28" y="35"/>
                    <a:pt x="27" y="37"/>
                  </a:cubicBezTo>
                  <a:cubicBezTo>
                    <a:pt x="27" y="40"/>
                    <a:pt x="25" y="41"/>
                    <a:pt x="22" y="42"/>
                  </a:cubicBezTo>
                  <a:cubicBezTo>
                    <a:pt x="19" y="43"/>
                    <a:pt x="16" y="43"/>
                    <a:pt x="13" y="43"/>
                  </a:cubicBezTo>
                  <a:cubicBezTo>
                    <a:pt x="8" y="43"/>
                    <a:pt x="4" y="42"/>
                    <a:pt x="0" y="40"/>
                  </a:cubicBezTo>
                  <a:cubicBezTo>
                    <a:pt x="1" y="42"/>
                    <a:pt x="2" y="44"/>
                    <a:pt x="3" y="46"/>
                  </a:cubicBezTo>
                  <a:cubicBezTo>
                    <a:pt x="4" y="47"/>
                    <a:pt x="8" y="48"/>
                    <a:pt x="8" y="5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0" name="Freeform 698">
              <a:extLst>
                <a:ext uri="{FF2B5EF4-FFF2-40B4-BE49-F238E27FC236}">
                  <a16:creationId xmlns:a16="http://schemas.microsoft.com/office/drawing/2014/main" id="{66050853-AA12-669E-1F43-D06BC2A5A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8635" y="6187844"/>
              <a:ext cx="877873" cy="658731"/>
            </a:xfrm>
            <a:custGeom>
              <a:avLst/>
              <a:gdLst>
                <a:gd name="T0" fmla="*/ 72 w 75"/>
                <a:gd name="T1" fmla="*/ 7 h 53"/>
                <a:gd name="T2" fmla="*/ 69 w 75"/>
                <a:gd name="T3" fmla="*/ 8 h 53"/>
                <a:gd name="T4" fmla="*/ 67 w 75"/>
                <a:gd name="T5" fmla="*/ 7 h 53"/>
                <a:gd name="T6" fmla="*/ 62 w 75"/>
                <a:gd name="T7" fmla="*/ 10 h 53"/>
                <a:gd name="T8" fmla="*/ 57 w 75"/>
                <a:gd name="T9" fmla="*/ 11 h 53"/>
                <a:gd name="T10" fmla="*/ 57 w 75"/>
                <a:gd name="T11" fmla="*/ 4 h 53"/>
                <a:gd name="T12" fmla="*/ 54 w 75"/>
                <a:gd name="T13" fmla="*/ 1 h 53"/>
                <a:gd name="T14" fmla="*/ 50 w 75"/>
                <a:gd name="T15" fmla="*/ 6 h 53"/>
                <a:gd name="T16" fmla="*/ 47 w 75"/>
                <a:gd name="T17" fmla="*/ 8 h 53"/>
                <a:gd name="T18" fmla="*/ 44 w 75"/>
                <a:gd name="T19" fmla="*/ 8 h 53"/>
                <a:gd name="T20" fmla="*/ 39 w 75"/>
                <a:gd name="T21" fmla="*/ 10 h 53"/>
                <a:gd name="T22" fmla="*/ 34 w 75"/>
                <a:gd name="T23" fmla="*/ 7 h 53"/>
                <a:gd name="T24" fmla="*/ 28 w 75"/>
                <a:gd name="T25" fmla="*/ 6 h 53"/>
                <a:gd name="T26" fmla="*/ 27 w 75"/>
                <a:gd name="T27" fmla="*/ 8 h 53"/>
                <a:gd name="T28" fmla="*/ 24 w 75"/>
                <a:gd name="T29" fmla="*/ 9 h 53"/>
                <a:gd name="T30" fmla="*/ 21 w 75"/>
                <a:gd name="T31" fmla="*/ 14 h 53"/>
                <a:gd name="T32" fmla="*/ 15 w 75"/>
                <a:gd name="T33" fmla="*/ 17 h 53"/>
                <a:gd name="T34" fmla="*/ 11 w 75"/>
                <a:gd name="T35" fmla="*/ 19 h 53"/>
                <a:gd name="T36" fmla="*/ 5 w 75"/>
                <a:gd name="T37" fmla="*/ 16 h 53"/>
                <a:gd name="T38" fmla="*/ 4 w 75"/>
                <a:gd name="T39" fmla="*/ 23 h 53"/>
                <a:gd name="T40" fmla="*/ 3 w 75"/>
                <a:gd name="T41" fmla="*/ 29 h 53"/>
                <a:gd name="T42" fmla="*/ 2 w 75"/>
                <a:gd name="T43" fmla="*/ 33 h 53"/>
                <a:gd name="T44" fmla="*/ 3 w 75"/>
                <a:gd name="T45" fmla="*/ 37 h 53"/>
                <a:gd name="T46" fmla="*/ 4 w 75"/>
                <a:gd name="T47" fmla="*/ 40 h 53"/>
                <a:gd name="T48" fmla="*/ 8 w 75"/>
                <a:gd name="T49" fmla="*/ 43 h 53"/>
                <a:gd name="T50" fmla="*/ 4 w 75"/>
                <a:gd name="T51" fmla="*/ 49 h 53"/>
                <a:gd name="T52" fmla="*/ 29 w 75"/>
                <a:gd name="T53" fmla="*/ 50 h 53"/>
                <a:gd name="T54" fmla="*/ 32 w 75"/>
                <a:gd name="T55" fmla="*/ 43 h 53"/>
                <a:gd name="T56" fmla="*/ 39 w 75"/>
                <a:gd name="T57" fmla="*/ 40 h 53"/>
                <a:gd name="T58" fmla="*/ 43 w 75"/>
                <a:gd name="T59" fmla="*/ 39 h 53"/>
                <a:gd name="T60" fmla="*/ 45 w 75"/>
                <a:gd name="T61" fmla="*/ 39 h 53"/>
                <a:gd name="T62" fmla="*/ 47 w 75"/>
                <a:gd name="T63" fmla="*/ 33 h 53"/>
                <a:gd name="T64" fmla="*/ 51 w 75"/>
                <a:gd name="T65" fmla="*/ 30 h 53"/>
                <a:gd name="T66" fmla="*/ 51 w 75"/>
                <a:gd name="T67" fmla="*/ 27 h 53"/>
                <a:gd name="T68" fmla="*/ 55 w 75"/>
                <a:gd name="T69" fmla="*/ 26 h 53"/>
                <a:gd name="T70" fmla="*/ 55 w 75"/>
                <a:gd name="T71" fmla="*/ 23 h 53"/>
                <a:gd name="T72" fmla="*/ 58 w 75"/>
                <a:gd name="T73" fmla="*/ 19 h 53"/>
                <a:gd name="T74" fmla="*/ 56 w 75"/>
                <a:gd name="T75" fmla="*/ 14 h 53"/>
                <a:gd name="T76" fmla="*/ 63 w 75"/>
                <a:gd name="T77" fmla="*/ 11 h 53"/>
                <a:gd name="T78" fmla="*/ 70 w 75"/>
                <a:gd name="T79" fmla="*/ 10 h 53"/>
                <a:gd name="T80" fmla="*/ 74 w 75"/>
                <a:gd name="T81" fmla="*/ 9 h 53"/>
                <a:gd name="T82" fmla="*/ 75 w 75"/>
                <a:gd name="T83" fmla="*/ 7 h 53"/>
                <a:gd name="T84" fmla="*/ 72 w 75"/>
                <a:gd name="T85" fmla="*/ 7 h 53"/>
                <a:gd name="T86" fmla="*/ 72 w 75"/>
                <a:gd name="T87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5" h="53">
                  <a:moveTo>
                    <a:pt x="72" y="7"/>
                  </a:moveTo>
                  <a:cubicBezTo>
                    <a:pt x="71" y="7"/>
                    <a:pt x="70" y="9"/>
                    <a:pt x="69" y="8"/>
                  </a:cubicBezTo>
                  <a:cubicBezTo>
                    <a:pt x="68" y="8"/>
                    <a:pt x="68" y="6"/>
                    <a:pt x="67" y="7"/>
                  </a:cubicBezTo>
                  <a:cubicBezTo>
                    <a:pt x="65" y="7"/>
                    <a:pt x="63" y="9"/>
                    <a:pt x="62" y="10"/>
                  </a:cubicBezTo>
                  <a:cubicBezTo>
                    <a:pt x="61" y="10"/>
                    <a:pt x="59" y="12"/>
                    <a:pt x="57" y="11"/>
                  </a:cubicBezTo>
                  <a:cubicBezTo>
                    <a:pt x="56" y="10"/>
                    <a:pt x="59" y="6"/>
                    <a:pt x="57" y="4"/>
                  </a:cubicBezTo>
                  <a:cubicBezTo>
                    <a:pt x="57" y="4"/>
                    <a:pt x="55" y="0"/>
                    <a:pt x="54" y="1"/>
                  </a:cubicBezTo>
                  <a:cubicBezTo>
                    <a:pt x="53" y="3"/>
                    <a:pt x="52" y="5"/>
                    <a:pt x="50" y="6"/>
                  </a:cubicBezTo>
                  <a:cubicBezTo>
                    <a:pt x="48" y="7"/>
                    <a:pt x="47" y="6"/>
                    <a:pt x="47" y="8"/>
                  </a:cubicBezTo>
                  <a:cubicBezTo>
                    <a:pt x="46" y="11"/>
                    <a:pt x="45" y="7"/>
                    <a:pt x="44" y="8"/>
                  </a:cubicBezTo>
                  <a:cubicBezTo>
                    <a:pt x="42" y="9"/>
                    <a:pt x="41" y="10"/>
                    <a:pt x="39" y="10"/>
                  </a:cubicBezTo>
                  <a:cubicBezTo>
                    <a:pt x="37" y="9"/>
                    <a:pt x="35" y="8"/>
                    <a:pt x="34" y="7"/>
                  </a:cubicBezTo>
                  <a:cubicBezTo>
                    <a:pt x="33" y="7"/>
                    <a:pt x="28" y="6"/>
                    <a:pt x="28" y="6"/>
                  </a:cubicBezTo>
                  <a:cubicBezTo>
                    <a:pt x="27" y="7"/>
                    <a:pt x="28" y="8"/>
                    <a:pt x="27" y="8"/>
                  </a:cubicBezTo>
                  <a:cubicBezTo>
                    <a:pt x="26" y="8"/>
                    <a:pt x="24" y="8"/>
                    <a:pt x="24" y="9"/>
                  </a:cubicBezTo>
                  <a:cubicBezTo>
                    <a:pt x="23" y="11"/>
                    <a:pt x="23" y="13"/>
                    <a:pt x="21" y="14"/>
                  </a:cubicBezTo>
                  <a:cubicBezTo>
                    <a:pt x="18" y="16"/>
                    <a:pt x="17" y="15"/>
                    <a:pt x="15" y="17"/>
                  </a:cubicBezTo>
                  <a:cubicBezTo>
                    <a:pt x="14" y="19"/>
                    <a:pt x="12" y="19"/>
                    <a:pt x="11" y="19"/>
                  </a:cubicBezTo>
                  <a:cubicBezTo>
                    <a:pt x="10" y="18"/>
                    <a:pt x="5" y="17"/>
                    <a:pt x="5" y="16"/>
                  </a:cubicBezTo>
                  <a:cubicBezTo>
                    <a:pt x="5" y="19"/>
                    <a:pt x="5" y="21"/>
                    <a:pt x="4" y="23"/>
                  </a:cubicBezTo>
                  <a:cubicBezTo>
                    <a:pt x="2" y="25"/>
                    <a:pt x="0" y="27"/>
                    <a:pt x="3" y="29"/>
                  </a:cubicBezTo>
                  <a:cubicBezTo>
                    <a:pt x="4" y="30"/>
                    <a:pt x="2" y="31"/>
                    <a:pt x="2" y="33"/>
                  </a:cubicBezTo>
                  <a:cubicBezTo>
                    <a:pt x="2" y="34"/>
                    <a:pt x="2" y="36"/>
                    <a:pt x="3" y="37"/>
                  </a:cubicBezTo>
                  <a:cubicBezTo>
                    <a:pt x="3" y="39"/>
                    <a:pt x="2" y="40"/>
                    <a:pt x="4" y="40"/>
                  </a:cubicBezTo>
                  <a:cubicBezTo>
                    <a:pt x="7" y="41"/>
                    <a:pt x="8" y="40"/>
                    <a:pt x="8" y="43"/>
                  </a:cubicBezTo>
                  <a:cubicBezTo>
                    <a:pt x="8" y="45"/>
                    <a:pt x="5" y="48"/>
                    <a:pt x="4" y="49"/>
                  </a:cubicBezTo>
                  <a:cubicBezTo>
                    <a:pt x="12" y="53"/>
                    <a:pt x="21" y="52"/>
                    <a:pt x="29" y="50"/>
                  </a:cubicBezTo>
                  <a:cubicBezTo>
                    <a:pt x="32" y="49"/>
                    <a:pt x="31" y="45"/>
                    <a:pt x="32" y="43"/>
                  </a:cubicBezTo>
                  <a:cubicBezTo>
                    <a:pt x="33" y="41"/>
                    <a:pt x="37" y="42"/>
                    <a:pt x="39" y="40"/>
                  </a:cubicBezTo>
                  <a:cubicBezTo>
                    <a:pt x="40" y="40"/>
                    <a:pt x="41" y="39"/>
                    <a:pt x="43" y="39"/>
                  </a:cubicBezTo>
                  <a:cubicBezTo>
                    <a:pt x="43" y="39"/>
                    <a:pt x="45" y="40"/>
                    <a:pt x="45" y="39"/>
                  </a:cubicBezTo>
                  <a:cubicBezTo>
                    <a:pt x="46" y="37"/>
                    <a:pt x="46" y="35"/>
                    <a:pt x="47" y="33"/>
                  </a:cubicBezTo>
                  <a:cubicBezTo>
                    <a:pt x="48" y="32"/>
                    <a:pt x="52" y="31"/>
                    <a:pt x="51" y="30"/>
                  </a:cubicBezTo>
                  <a:cubicBezTo>
                    <a:pt x="51" y="29"/>
                    <a:pt x="47" y="27"/>
                    <a:pt x="51" y="27"/>
                  </a:cubicBezTo>
                  <a:cubicBezTo>
                    <a:pt x="52" y="27"/>
                    <a:pt x="54" y="28"/>
                    <a:pt x="55" y="26"/>
                  </a:cubicBezTo>
                  <a:cubicBezTo>
                    <a:pt x="55" y="25"/>
                    <a:pt x="54" y="24"/>
                    <a:pt x="55" y="23"/>
                  </a:cubicBezTo>
                  <a:cubicBezTo>
                    <a:pt x="55" y="21"/>
                    <a:pt x="58" y="21"/>
                    <a:pt x="58" y="19"/>
                  </a:cubicBezTo>
                  <a:cubicBezTo>
                    <a:pt x="58" y="17"/>
                    <a:pt x="55" y="16"/>
                    <a:pt x="56" y="14"/>
                  </a:cubicBezTo>
                  <a:cubicBezTo>
                    <a:pt x="58" y="13"/>
                    <a:pt x="61" y="12"/>
                    <a:pt x="63" y="11"/>
                  </a:cubicBezTo>
                  <a:cubicBezTo>
                    <a:pt x="65" y="9"/>
                    <a:pt x="68" y="10"/>
                    <a:pt x="70" y="10"/>
                  </a:cubicBezTo>
                  <a:cubicBezTo>
                    <a:pt x="71" y="10"/>
                    <a:pt x="73" y="10"/>
                    <a:pt x="74" y="9"/>
                  </a:cubicBezTo>
                  <a:cubicBezTo>
                    <a:pt x="74" y="9"/>
                    <a:pt x="75" y="8"/>
                    <a:pt x="75" y="7"/>
                  </a:cubicBezTo>
                  <a:cubicBezTo>
                    <a:pt x="74" y="7"/>
                    <a:pt x="73" y="7"/>
                    <a:pt x="72" y="7"/>
                  </a:cubicBezTo>
                  <a:cubicBezTo>
                    <a:pt x="71" y="8"/>
                    <a:pt x="73" y="7"/>
                    <a:pt x="72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1" name="Freeform 699">
              <a:extLst>
                <a:ext uri="{FF2B5EF4-FFF2-40B4-BE49-F238E27FC236}">
                  <a16:creationId xmlns:a16="http://schemas.microsoft.com/office/drawing/2014/main" id="{7561AB10-E8E3-4812-A566-0556E33DB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38829" y="5655791"/>
              <a:ext cx="31922" cy="50672"/>
            </a:xfrm>
            <a:custGeom>
              <a:avLst/>
              <a:gdLst>
                <a:gd name="T0" fmla="*/ 3 w 3"/>
                <a:gd name="T1" fmla="*/ 2 h 4"/>
                <a:gd name="T2" fmla="*/ 1 w 3"/>
                <a:gd name="T3" fmla="*/ 1 h 4"/>
                <a:gd name="T4" fmla="*/ 3 w 3"/>
                <a:gd name="T5" fmla="*/ 4 h 4"/>
                <a:gd name="T6" fmla="*/ 3 w 3"/>
                <a:gd name="T7" fmla="*/ 2 h 4"/>
                <a:gd name="T8" fmla="*/ 3 w 3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3" y="2"/>
                  </a:moveTo>
                  <a:cubicBezTo>
                    <a:pt x="2" y="2"/>
                    <a:pt x="1" y="0"/>
                    <a:pt x="1" y="1"/>
                  </a:cubicBezTo>
                  <a:cubicBezTo>
                    <a:pt x="0" y="2"/>
                    <a:pt x="2" y="3"/>
                    <a:pt x="3" y="4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2" y="1"/>
                    <a:pt x="3" y="2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2" name="Freeform 700">
              <a:extLst>
                <a:ext uri="{FF2B5EF4-FFF2-40B4-BE49-F238E27FC236}">
                  <a16:creationId xmlns:a16="http://schemas.microsoft.com/office/drawing/2014/main" id="{B58268D0-AF8E-1191-CA7C-188FA9EF40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00616" y="4874605"/>
              <a:ext cx="2374247" cy="1203455"/>
            </a:xfrm>
            <a:custGeom>
              <a:avLst/>
              <a:gdLst>
                <a:gd name="T0" fmla="*/ 194 w 203"/>
                <a:gd name="T1" fmla="*/ 37 h 97"/>
                <a:gd name="T2" fmla="*/ 177 w 203"/>
                <a:gd name="T3" fmla="*/ 31 h 97"/>
                <a:gd name="T4" fmla="*/ 163 w 203"/>
                <a:gd name="T5" fmla="*/ 19 h 97"/>
                <a:gd name="T6" fmla="*/ 154 w 203"/>
                <a:gd name="T7" fmla="*/ 7 h 97"/>
                <a:gd name="T8" fmla="*/ 137 w 203"/>
                <a:gd name="T9" fmla="*/ 10 h 97"/>
                <a:gd name="T10" fmla="*/ 129 w 203"/>
                <a:gd name="T11" fmla="*/ 8 h 97"/>
                <a:gd name="T12" fmla="*/ 112 w 203"/>
                <a:gd name="T13" fmla="*/ 2 h 97"/>
                <a:gd name="T14" fmla="*/ 76 w 203"/>
                <a:gd name="T15" fmla="*/ 10 h 97"/>
                <a:gd name="T16" fmla="*/ 75 w 203"/>
                <a:gd name="T17" fmla="*/ 20 h 97"/>
                <a:gd name="T18" fmla="*/ 74 w 203"/>
                <a:gd name="T19" fmla="*/ 31 h 97"/>
                <a:gd name="T20" fmla="*/ 60 w 203"/>
                <a:gd name="T21" fmla="*/ 29 h 97"/>
                <a:gd name="T22" fmla="*/ 48 w 203"/>
                <a:gd name="T23" fmla="*/ 32 h 97"/>
                <a:gd name="T24" fmla="*/ 37 w 203"/>
                <a:gd name="T25" fmla="*/ 27 h 97"/>
                <a:gd name="T26" fmla="*/ 22 w 203"/>
                <a:gd name="T27" fmla="*/ 25 h 97"/>
                <a:gd name="T28" fmla="*/ 13 w 203"/>
                <a:gd name="T29" fmla="*/ 32 h 97"/>
                <a:gd name="T30" fmla="*/ 3 w 203"/>
                <a:gd name="T31" fmla="*/ 38 h 97"/>
                <a:gd name="T32" fmla="*/ 4 w 203"/>
                <a:gd name="T33" fmla="*/ 47 h 97"/>
                <a:gd name="T34" fmla="*/ 14 w 203"/>
                <a:gd name="T35" fmla="*/ 57 h 97"/>
                <a:gd name="T36" fmla="*/ 17 w 203"/>
                <a:gd name="T37" fmla="*/ 57 h 97"/>
                <a:gd name="T38" fmla="*/ 36 w 203"/>
                <a:gd name="T39" fmla="*/ 63 h 97"/>
                <a:gd name="T40" fmla="*/ 33 w 203"/>
                <a:gd name="T41" fmla="*/ 66 h 97"/>
                <a:gd name="T42" fmla="*/ 22 w 203"/>
                <a:gd name="T43" fmla="*/ 72 h 97"/>
                <a:gd name="T44" fmla="*/ 31 w 203"/>
                <a:gd name="T45" fmla="*/ 82 h 97"/>
                <a:gd name="T46" fmla="*/ 48 w 203"/>
                <a:gd name="T47" fmla="*/ 90 h 97"/>
                <a:gd name="T48" fmla="*/ 50 w 203"/>
                <a:gd name="T49" fmla="*/ 68 h 97"/>
                <a:gd name="T50" fmla="*/ 64 w 203"/>
                <a:gd name="T51" fmla="*/ 62 h 97"/>
                <a:gd name="T52" fmla="*/ 72 w 203"/>
                <a:gd name="T53" fmla="*/ 66 h 97"/>
                <a:gd name="T54" fmla="*/ 84 w 203"/>
                <a:gd name="T55" fmla="*/ 76 h 97"/>
                <a:gd name="T56" fmla="*/ 100 w 203"/>
                <a:gd name="T57" fmla="*/ 81 h 97"/>
                <a:gd name="T58" fmla="*/ 107 w 203"/>
                <a:gd name="T59" fmla="*/ 91 h 97"/>
                <a:gd name="T60" fmla="*/ 123 w 203"/>
                <a:gd name="T61" fmla="*/ 85 h 97"/>
                <a:gd name="T62" fmla="*/ 137 w 203"/>
                <a:gd name="T63" fmla="*/ 83 h 97"/>
                <a:gd name="T64" fmla="*/ 153 w 203"/>
                <a:gd name="T65" fmla="*/ 81 h 97"/>
                <a:gd name="T66" fmla="*/ 172 w 203"/>
                <a:gd name="T67" fmla="*/ 76 h 97"/>
                <a:gd name="T68" fmla="*/ 175 w 203"/>
                <a:gd name="T69" fmla="*/ 66 h 97"/>
                <a:gd name="T70" fmla="*/ 182 w 203"/>
                <a:gd name="T71" fmla="*/ 60 h 97"/>
                <a:gd name="T72" fmla="*/ 193 w 203"/>
                <a:gd name="T73" fmla="*/ 56 h 97"/>
                <a:gd name="T74" fmla="*/ 202 w 203"/>
                <a:gd name="T75" fmla="*/ 44 h 97"/>
                <a:gd name="T76" fmla="*/ 201 w 203"/>
                <a:gd name="T77" fmla="*/ 39 h 97"/>
                <a:gd name="T78" fmla="*/ 140 w 203"/>
                <a:gd name="T79" fmla="*/ 65 h 97"/>
                <a:gd name="T80" fmla="*/ 141 w 203"/>
                <a:gd name="T81" fmla="*/ 59 h 97"/>
                <a:gd name="T82" fmla="*/ 148 w 203"/>
                <a:gd name="T83" fmla="*/ 58 h 97"/>
                <a:gd name="T84" fmla="*/ 156 w 203"/>
                <a:gd name="T85" fmla="*/ 58 h 97"/>
                <a:gd name="T86" fmla="*/ 165 w 203"/>
                <a:gd name="T87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3" h="97">
                  <a:moveTo>
                    <a:pt x="201" y="39"/>
                  </a:moveTo>
                  <a:cubicBezTo>
                    <a:pt x="201" y="38"/>
                    <a:pt x="197" y="39"/>
                    <a:pt x="197" y="39"/>
                  </a:cubicBezTo>
                  <a:cubicBezTo>
                    <a:pt x="195" y="39"/>
                    <a:pt x="194" y="38"/>
                    <a:pt x="194" y="37"/>
                  </a:cubicBezTo>
                  <a:cubicBezTo>
                    <a:pt x="193" y="35"/>
                    <a:pt x="191" y="35"/>
                    <a:pt x="191" y="34"/>
                  </a:cubicBezTo>
                  <a:cubicBezTo>
                    <a:pt x="190" y="33"/>
                    <a:pt x="189" y="30"/>
                    <a:pt x="186" y="30"/>
                  </a:cubicBezTo>
                  <a:cubicBezTo>
                    <a:pt x="183" y="30"/>
                    <a:pt x="180" y="33"/>
                    <a:pt x="177" y="31"/>
                  </a:cubicBezTo>
                  <a:cubicBezTo>
                    <a:pt x="176" y="30"/>
                    <a:pt x="175" y="29"/>
                    <a:pt x="174" y="28"/>
                  </a:cubicBezTo>
                  <a:cubicBezTo>
                    <a:pt x="173" y="28"/>
                    <a:pt x="171" y="31"/>
                    <a:pt x="170" y="31"/>
                  </a:cubicBezTo>
                  <a:cubicBezTo>
                    <a:pt x="169" y="32"/>
                    <a:pt x="163" y="21"/>
                    <a:pt x="163" y="19"/>
                  </a:cubicBezTo>
                  <a:cubicBezTo>
                    <a:pt x="161" y="17"/>
                    <a:pt x="160" y="14"/>
                    <a:pt x="157" y="13"/>
                  </a:cubicBezTo>
                  <a:cubicBezTo>
                    <a:pt x="156" y="12"/>
                    <a:pt x="155" y="11"/>
                    <a:pt x="154" y="11"/>
                  </a:cubicBezTo>
                  <a:cubicBezTo>
                    <a:pt x="152" y="10"/>
                    <a:pt x="154" y="8"/>
                    <a:pt x="154" y="7"/>
                  </a:cubicBezTo>
                  <a:cubicBezTo>
                    <a:pt x="154" y="6"/>
                    <a:pt x="147" y="10"/>
                    <a:pt x="146" y="11"/>
                  </a:cubicBezTo>
                  <a:cubicBezTo>
                    <a:pt x="145" y="11"/>
                    <a:pt x="137" y="14"/>
                    <a:pt x="137" y="13"/>
                  </a:cubicBezTo>
                  <a:cubicBezTo>
                    <a:pt x="137" y="11"/>
                    <a:pt x="139" y="10"/>
                    <a:pt x="137" y="10"/>
                  </a:cubicBezTo>
                  <a:cubicBezTo>
                    <a:pt x="136" y="9"/>
                    <a:pt x="135" y="8"/>
                    <a:pt x="134" y="9"/>
                  </a:cubicBezTo>
                  <a:cubicBezTo>
                    <a:pt x="134" y="9"/>
                    <a:pt x="134" y="10"/>
                    <a:pt x="133" y="9"/>
                  </a:cubicBezTo>
                  <a:cubicBezTo>
                    <a:pt x="131" y="8"/>
                    <a:pt x="132" y="7"/>
                    <a:pt x="129" y="8"/>
                  </a:cubicBezTo>
                  <a:cubicBezTo>
                    <a:pt x="126" y="10"/>
                    <a:pt x="126" y="7"/>
                    <a:pt x="126" y="5"/>
                  </a:cubicBezTo>
                  <a:cubicBezTo>
                    <a:pt x="127" y="1"/>
                    <a:pt x="121" y="0"/>
                    <a:pt x="118" y="0"/>
                  </a:cubicBezTo>
                  <a:cubicBezTo>
                    <a:pt x="116" y="0"/>
                    <a:pt x="114" y="1"/>
                    <a:pt x="112" y="2"/>
                  </a:cubicBezTo>
                  <a:cubicBezTo>
                    <a:pt x="110" y="3"/>
                    <a:pt x="108" y="4"/>
                    <a:pt x="105" y="4"/>
                  </a:cubicBezTo>
                  <a:cubicBezTo>
                    <a:pt x="97" y="6"/>
                    <a:pt x="89" y="9"/>
                    <a:pt x="81" y="9"/>
                  </a:cubicBezTo>
                  <a:cubicBezTo>
                    <a:pt x="79" y="9"/>
                    <a:pt x="77" y="9"/>
                    <a:pt x="76" y="10"/>
                  </a:cubicBezTo>
                  <a:cubicBezTo>
                    <a:pt x="75" y="11"/>
                    <a:pt x="77" y="14"/>
                    <a:pt x="79" y="14"/>
                  </a:cubicBezTo>
                  <a:cubicBezTo>
                    <a:pt x="83" y="17"/>
                    <a:pt x="76" y="16"/>
                    <a:pt x="74" y="17"/>
                  </a:cubicBezTo>
                  <a:cubicBezTo>
                    <a:pt x="72" y="18"/>
                    <a:pt x="75" y="19"/>
                    <a:pt x="75" y="20"/>
                  </a:cubicBezTo>
                  <a:cubicBezTo>
                    <a:pt x="75" y="22"/>
                    <a:pt x="71" y="22"/>
                    <a:pt x="71" y="23"/>
                  </a:cubicBezTo>
                  <a:cubicBezTo>
                    <a:pt x="71" y="26"/>
                    <a:pt x="79" y="25"/>
                    <a:pt x="78" y="29"/>
                  </a:cubicBezTo>
                  <a:cubicBezTo>
                    <a:pt x="77" y="30"/>
                    <a:pt x="76" y="31"/>
                    <a:pt x="74" y="31"/>
                  </a:cubicBezTo>
                  <a:cubicBezTo>
                    <a:pt x="73" y="31"/>
                    <a:pt x="70" y="31"/>
                    <a:pt x="69" y="31"/>
                  </a:cubicBezTo>
                  <a:cubicBezTo>
                    <a:pt x="67" y="32"/>
                    <a:pt x="68" y="33"/>
                    <a:pt x="66" y="32"/>
                  </a:cubicBezTo>
                  <a:cubicBezTo>
                    <a:pt x="64" y="31"/>
                    <a:pt x="62" y="29"/>
                    <a:pt x="60" y="29"/>
                  </a:cubicBezTo>
                  <a:cubicBezTo>
                    <a:pt x="59" y="28"/>
                    <a:pt x="57" y="30"/>
                    <a:pt x="56" y="30"/>
                  </a:cubicBezTo>
                  <a:cubicBezTo>
                    <a:pt x="54" y="29"/>
                    <a:pt x="53" y="29"/>
                    <a:pt x="51" y="30"/>
                  </a:cubicBezTo>
                  <a:cubicBezTo>
                    <a:pt x="50" y="31"/>
                    <a:pt x="49" y="33"/>
                    <a:pt x="48" y="32"/>
                  </a:cubicBezTo>
                  <a:cubicBezTo>
                    <a:pt x="47" y="32"/>
                    <a:pt x="44" y="29"/>
                    <a:pt x="43" y="30"/>
                  </a:cubicBezTo>
                  <a:cubicBezTo>
                    <a:pt x="42" y="30"/>
                    <a:pt x="42" y="33"/>
                    <a:pt x="41" y="31"/>
                  </a:cubicBezTo>
                  <a:cubicBezTo>
                    <a:pt x="40" y="29"/>
                    <a:pt x="39" y="28"/>
                    <a:pt x="37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29" y="24"/>
                    <a:pt x="29" y="26"/>
                    <a:pt x="27" y="26"/>
                  </a:cubicBezTo>
                  <a:cubicBezTo>
                    <a:pt x="25" y="27"/>
                    <a:pt x="24" y="24"/>
                    <a:pt x="22" y="25"/>
                  </a:cubicBezTo>
                  <a:cubicBezTo>
                    <a:pt x="21" y="26"/>
                    <a:pt x="21" y="27"/>
                    <a:pt x="20" y="27"/>
                  </a:cubicBezTo>
                  <a:cubicBezTo>
                    <a:pt x="19" y="28"/>
                    <a:pt x="17" y="28"/>
                    <a:pt x="16" y="28"/>
                  </a:cubicBezTo>
                  <a:cubicBezTo>
                    <a:pt x="15" y="29"/>
                    <a:pt x="13" y="31"/>
                    <a:pt x="13" y="32"/>
                  </a:cubicBezTo>
                  <a:cubicBezTo>
                    <a:pt x="12" y="33"/>
                    <a:pt x="14" y="36"/>
                    <a:pt x="12" y="36"/>
                  </a:cubicBezTo>
                  <a:cubicBezTo>
                    <a:pt x="10" y="37"/>
                    <a:pt x="7" y="31"/>
                    <a:pt x="6" y="34"/>
                  </a:cubicBezTo>
                  <a:cubicBezTo>
                    <a:pt x="5" y="36"/>
                    <a:pt x="4" y="36"/>
                    <a:pt x="3" y="38"/>
                  </a:cubicBezTo>
                  <a:cubicBezTo>
                    <a:pt x="2" y="40"/>
                    <a:pt x="6" y="40"/>
                    <a:pt x="4" y="42"/>
                  </a:cubicBezTo>
                  <a:cubicBezTo>
                    <a:pt x="3" y="43"/>
                    <a:pt x="0" y="45"/>
                    <a:pt x="2" y="46"/>
                  </a:cubicBezTo>
                  <a:cubicBezTo>
                    <a:pt x="3" y="46"/>
                    <a:pt x="4" y="47"/>
                    <a:pt x="4" y="47"/>
                  </a:cubicBezTo>
                  <a:cubicBezTo>
                    <a:pt x="5" y="48"/>
                    <a:pt x="4" y="49"/>
                    <a:pt x="5" y="50"/>
                  </a:cubicBezTo>
                  <a:cubicBezTo>
                    <a:pt x="7" y="51"/>
                    <a:pt x="9" y="49"/>
                    <a:pt x="11" y="51"/>
                  </a:cubicBezTo>
                  <a:cubicBezTo>
                    <a:pt x="12" y="52"/>
                    <a:pt x="14" y="55"/>
                    <a:pt x="14" y="57"/>
                  </a:cubicBezTo>
                  <a:cubicBezTo>
                    <a:pt x="13" y="57"/>
                    <a:pt x="10" y="56"/>
                    <a:pt x="13" y="58"/>
                  </a:cubicBezTo>
                  <a:cubicBezTo>
                    <a:pt x="14" y="59"/>
                    <a:pt x="14" y="60"/>
                    <a:pt x="16" y="58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22" y="57"/>
                    <a:pt x="24" y="54"/>
                    <a:pt x="29" y="56"/>
                  </a:cubicBezTo>
                  <a:cubicBezTo>
                    <a:pt x="31" y="57"/>
                    <a:pt x="33" y="54"/>
                    <a:pt x="34" y="56"/>
                  </a:cubicBezTo>
                  <a:cubicBezTo>
                    <a:pt x="35" y="57"/>
                    <a:pt x="37" y="61"/>
                    <a:pt x="36" y="63"/>
                  </a:cubicBezTo>
                  <a:cubicBezTo>
                    <a:pt x="35" y="63"/>
                    <a:pt x="33" y="64"/>
                    <a:pt x="35" y="64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4" y="66"/>
                    <a:pt x="33" y="66"/>
                    <a:pt x="33" y="66"/>
                  </a:cubicBezTo>
                  <a:cubicBezTo>
                    <a:pt x="30" y="66"/>
                    <a:pt x="22" y="64"/>
                    <a:pt x="24" y="69"/>
                  </a:cubicBezTo>
                  <a:cubicBezTo>
                    <a:pt x="25" y="71"/>
                    <a:pt x="24" y="71"/>
                    <a:pt x="22" y="70"/>
                  </a:cubicBezTo>
                  <a:cubicBezTo>
                    <a:pt x="20" y="69"/>
                    <a:pt x="21" y="71"/>
                    <a:pt x="22" y="72"/>
                  </a:cubicBezTo>
                  <a:cubicBezTo>
                    <a:pt x="24" y="72"/>
                    <a:pt x="24" y="75"/>
                    <a:pt x="25" y="76"/>
                  </a:cubicBezTo>
                  <a:cubicBezTo>
                    <a:pt x="27" y="77"/>
                    <a:pt x="24" y="79"/>
                    <a:pt x="27" y="79"/>
                  </a:cubicBezTo>
                  <a:cubicBezTo>
                    <a:pt x="28" y="79"/>
                    <a:pt x="30" y="81"/>
                    <a:pt x="31" y="82"/>
                  </a:cubicBezTo>
                  <a:cubicBezTo>
                    <a:pt x="34" y="82"/>
                    <a:pt x="31" y="85"/>
                    <a:pt x="31" y="87"/>
                  </a:cubicBezTo>
                  <a:cubicBezTo>
                    <a:pt x="34" y="85"/>
                    <a:pt x="38" y="82"/>
                    <a:pt x="42" y="85"/>
                  </a:cubicBezTo>
                  <a:cubicBezTo>
                    <a:pt x="44" y="87"/>
                    <a:pt x="45" y="90"/>
                    <a:pt x="48" y="90"/>
                  </a:cubicBezTo>
                  <a:cubicBezTo>
                    <a:pt x="50" y="90"/>
                    <a:pt x="49" y="88"/>
                    <a:pt x="49" y="87"/>
                  </a:cubicBezTo>
                  <a:cubicBezTo>
                    <a:pt x="49" y="84"/>
                    <a:pt x="49" y="81"/>
                    <a:pt x="49" y="78"/>
                  </a:cubicBezTo>
                  <a:cubicBezTo>
                    <a:pt x="49" y="76"/>
                    <a:pt x="48" y="68"/>
                    <a:pt x="50" y="68"/>
                  </a:cubicBezTo>
                  <a:cubicBezTo>
                    <a:pt x="52" y="67"/>
                    <a:pt x="55" y="66"/>
                    <a:pt x="57" y="65"/>
                  </a:cubicBezTo>
                  <a:cubicBezTo>
                    <a:pt x="59" y="65"/>
                    <a:pt x="61" y="64"/>
                    <a:pt x="62" y="64"/>
                  </a:cubicBezTo>
                  <a:cubicBezTo>
                    <a:pt x="63" y="63"/>
                    <a:pt x="62" y="61"/>
                    <a:pt x="64" y="62"/>
                  </a:cubicBezTo>
                  <a:cubicBezTo>
                    <a:pt x="65" y="62"/>
                    <a:pt x="68" y="64"/>
                    <a:pt x="68" y="62"/>
                  </a:cubicBezTo>
                  <a:cubicBezTo>
                    <a:pt x="68" y="61"/>
                    <a:pt x="70" y="60"/>
                    <a:pt x="71" y="62"/>
                  </a:cubicBezTo>
                  <a:cubicBezTo>
                    <a:pt x="72" y="63"/>
                    <a:pt x="71" y="64"/>
                    <a:pt x="72" y="66"/>
                  </a:cubicBezTo>
                  <a:cubicBezTo>
                    <a:pt x="72" y="67"/>
                    <a:pt x="73" y="69"/>
                    <a:pt x="72" y="70"/>
                  </a:cubicBezTo>
                  <a:cubicBezTo>
                    <a:pt x="73" y="71"/>
                    <a:pt x="74" y="71"/>
                    <a:pt x="75" y="72"/>
                  </a:cubicBezTo>
                  <a:cubicBezTo>
                    <a:pt x="78" y="75"/>
                    <a:pt x="80" y="77"/>
                    <a:pt x="84" y="76"/>
                  </a:cubicBezTo>
                  <a:cubicBezTo>
                    <a:pt x="86" y="76"/>
                    <a:pt x="88" y="77"/>
                    <a:pt x="90" y="77"/>
                  </a:cubicBezTo>
                  <a:cubicBezTo>
                    <a:pt x="92" y="77"/>
                    <a:pt x="93" y="75"/>
                    <a:pt x="95" y="75"/>
                  </a:cubicBezTo>
                  <a:cubicBezTo>
                    <a:pt x="97" y="76"/>
                    <a:pt x="99" y="79"/>
                    <a:pt x="100" y="81"/>
                  </a:cubicBezTo>
                  <a:cubicBezTo>
                    <a:pt x="101" y="82"/>
                    <a:pt x="100" y="83"/>
                    <a:pt x="100" y="85"/>
                  </a:cubicBezTo>
                  <a:cubicBezTo>
                    <a:pt x="100" y="87"/>
                    <a:pt x="103" y="88"/>
                    <a:pt x="103" y="90"/>
                  </a:cubicBezTo>
                  <a:cubicBezTo>
                    <a:pt x="103" y="91"/>
                    <a:pt x="106" y="91"/>
                    <a:pt x="107" y="91"/>
                  </a:cubicBezTo>
                  <a:cubicBezTo>
                    <a:pt x="109" y="91"/>
                    <a:pt x="109" y="91"/>
                    <a:pt x="110" y="93"/>
                  </a:cubicBezTo>
                  <a:cubicBezTo>
                    <a:pt x="112" y="97"/>
                    <a:pt x="114" y="92"/>
                    <a:pt x="116" y="90"/>
                  </a:cubicBezTo>
                  <a:cubicBezTo>
                    <a:pt x="117" y="87"/>
                    <a:pt x="121" y="87"/>
                    <a:pt x="123" y="85"/>
                  </a:cubicBezTo>
                  <a:cubicBezTo>
                    <a:pt x="125" y="85"/>
                    <a:pt x="125" y="85"/>
                    <a:pt x="126" y="84"/>
                  </a:cubicBezTo>
                  <a:cubicBezTo>
                    <a:pt x="127" y="81"/>
                    <a:pt x="128" y="82"/>
                    <a:pt x="130" y="82"/>
                  </a:cubicBezTo>
                  <a:cubicBezTo>
                    <a:pt x="132" y="82"/>
                    <a:pt x="136" y="85"/>
                    <a:pt x="137" y="83"/>
                  </a:cubicBezTo>
                  <a:cubicBezTo>
                    <a:pt x="137" y="81"/>
                    <a:pt x="137" y="80"/>
                    <a:pt x="139" y="79"/>
                  </a:cubicBezTo>
                  <a:cubicBezTo>
                    <a:pt x="141" y="78"/>
                    <a:pt x="143" y="80"/>
                    <a:pt x="145" y="80"/>
                  </a:cubicBezTo>
                  <a:cubicBezTo>
                    <a:pt x="147" y="81"/>
                    <a:pt x="151" y="81"/>
                    <a:pt x="153" y="81"/>
                  </a:cubicBezTo>
                  <a:cubicBezTo>
                    <a:pt x="159" y="81"/>
                    <a:pt x="164" y="83"/>
                    <a:pt x="170" y="84"/>
                  </a:cubicBezTo>
                  <a:cubicBezTo>
                    <a:pt x="169" y="82"/>
                    <a:pt x="171" y="81"/>
                    <a:pt x="173" y="79"/>
                  </a:cubicBezTo>
                  <a:cubicBezTo>
                    <a:pt x="174" y="78"/>
                    <a:pt x="173" y="78"/>
                    <a:pt x="172" y="76"/>
                  </a:cubicBezTo>
                  <a:cubicBezTo>
                    <a:pt x="171" y="75"/>
                    <a:pt x="171" y="73"/>
                    <a:pt x="171" y="71"/>
                  </a:cubicBezTo>
                  <a:cubicBezTo>
                    <a:pt x="170" y="71"/>
                    <a:pt x="170" y="67"/>
                    <a:pt x="169" y="68"/>
                  </a:cubicBezTo>
                  <a:cubicBezTo>
                    <a:pt x="170" y="67"/>
                    <a:pt x="173" y="67"/>
                    <a:pt x="175" y="66"/>
                  </a:cubicBezTo>
                  <a:cubicBezTo>
                    <a:pt x="178" y="66"/>
                    <a:pt x="180" y="68"/>
                    <a:pt x="182" y="66"/>
                  </a:cubicBezTo>
                  <a:cubicBezTo>
                    <a:pt x="183" y="66"/>
                    <a:pt x="181" y="65"/>
                    <a:pt x="181" y="64"/>
                  </a:cubicBezTo>
                  <a:cubicBezTo>
                    <a:pt x="180" y="63"/>
                    <a:pt x="181" y="61"/>
                    <a:pt x="182" y="60"/>
                  </a:cubicBezTo>
                  <a:cubicBezTo>
                    <a:pt x="183" y="59"/>
                    <a:pt x="184" y="53"/>
                    <a:pt x="185" y="54"/>
                  </a:cubicBezTo>
                  <a:cubicBezTo>
                    <a:pt x="187" y="55"/>
                    <a:pt x="188" y="56"/>
                    <a:pt x="190" y="56"/>
                  </a:cubicBezTo>
                  <a:cubicBezTo>
                    <a:pt x="191" y="55"/>
                    <a:pt x="192" y="57"/>
                    <a:pt x="193" y="56"/>
                  </a:cubicBezTo>
                  <a:cubicBezTo>
                    <a:pt x="194" y="56"/>
                    <a:pt x="196" y="55"/>
                    <a:pt x="197" y="54"/>
                  </a:cubicBezTo>
                  <a:cubicBezTo>
                    <a:pt x="198" y="53"/>
                    <a:pt x="196" y="51"/>
                    <a:pt x="196" y="49"/>
                  </a:cubicBezTo>
                  <a:cubicBezTo>
                    <a:pt x="197" y="46"/>
                    <a:pt x="200" y="47"/>
                    <a:pt x="202" y="44"/>
                  </a:cubicBezTo>
                  <a:cubicBezTo>
                    <a:pt x="202" y="43"/>
                    <a:pt x="202" y="43"/>
                    <a:pt x="203" y="42"/>
                  </a:cubicBezTo>
                  <a:cubicBezTo>
                    <a:pt x="203" y="41"/>
                    <a:pt x="202" y="40"/>
                    <a:pt x="201" y="39"/>
                  </a:cubicBezTo>
                  <a:cubicBezTo>
                    <a:pt x="201" y="38"/>
                    <a:pt x="202" y="39"/>
                    <a:pt x="201" y="39"/>
                  </a:cubicBezTo>
                  <a:close/>
                  <a:moveTo>
                    <a:pt x="148" y="58"/>
                  </a:moveTo>
                  <a:cubicBezTo>
                    <a:pt x="146" y="58"/>
                    <a:pt x="143" y="61"/>
                    <a:pt x="142" y="62"/>
                  </a:cubicBezTo>
                  <a:cubicBezTo>
                    <a:pt x="141" y="62"/>
                    <a:pt x="140" y="64"/>
                    <a:pt x="140" y="65"/>
                  </a:cubicBezTo>
                  <a:cubicBezTo>
                    <a:pt x="140" y="66"/>
                    <a:pt x="141" y="67"/>
                    <a:pt x="141" y="67"/>
                  </a:cubicBezTo>
                  <a:cubicBezTo>
                    <a:pt x="140" y="68"/>
                    <a:pt x="138" y="64"/>
                    <a:pt x="138" y="63"/>
                  </a:cubicBezTo>
                  <a:cubicBezTo>
                    <a:pt x="138" y="61"/>
                    <a:pt x="139" y="60"/>
                    <a:pt x="141" y="59"/>
                  </a:cubicBezTo>
                  <a:cubicBezTo>
                    <a:pt x="143" y="58"/>
                    <a:pt x="145" y="57"/>
                    <a:pt x="147" y="57"/>
                  </a:cubicBezTo>
                  <a:cubicBezTo>
                    <a:pt x="147" y="57"/>
                    <a:pt x="152" y="58"/>
                    <a:pt x="152" y="58"/>
                  </a:cubicBezTo>
                  <a:cubicBezTo>
                    <a:pt x="151" y="59"/>
                    <a:pt x="148" y="58"/>
                    <a:pt x="148" y="58"/>
                  </a:cubicBezTo>
                  <a:cubicBezTo>
                    <a:pt x="146" y="58"/>
                    <a:pt x="149" y="58"/>
                    <a:pt x="148" y="58"/>
                  </a:cubicBezTo>
                  <a:close/>
                  <a:moveTo>
                    <a:pt x="165" y="59"/>
                  </a:moveTo>
                  <a:cubicBezTo>
                    <a:pt x="164" y="61"/>
                    <a:pt x="157" y="60"/>
                    <a:pt x="156" y="58"/>
                  </a:cubicBezTo>
                  <a:cubicBezTo>
                    <a:pt x="156" y="58"/>
                    <a:pt x="160" y="58"/>
                    <a:pt x="160" y="58"/>
                  </a:cubicBezTo>
                  <a:cubicBezTo>
                    <a:pt x="162" y="58"/>
                    <a:pt x="163" y="58"/>
                    <a:pt x="165" y="57"/>
                  </a:cubicBezTo>
                  <a:cubicBezTo>
                    <a:pt x="165" y="57"/>
                    <a:pt x="165" y="59"/>
                    <a:pt x="165" y="59"/>
                  </a:cubicBezTo>
                  <a:cubicBezTo>
                    <a:pt x="164" y="60"/>
                    <a:pt x="165" y="58"/>
                    <a:pt x="165" y="5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3" name="Freeform 701">
              <a:extLst>
                <a:ext uri="{FF2B5EF4-FFF2-40B4-BE49-F238E27FC236}">
                  <a16:creationId xmlns:a16="http://schemas.microsoft.com/office/drawing/2014/main" id="{177A6F6D-CE9D-C703-9262-8A11569D8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5503" y="6373639"/>
              <a:ext cx="1640025" cy="1849515"/>
            </a:xfrm>
            <a:custGeom>
              <a:avLst/>
              <a:gdLst>
                <a:gd name="T0" fmla="*/ 121 w 140"/>
                <a:gd name="T1" fmla="*/ 66 h 149"/>
                <a:gd name="T2" fmla="*/ 129 w 140"/>
                <a:gd name="T3" fmla="*/ 54 h 149"/>
                <a:gd name="T4" fmla="*/ 137 w 140"/>
                <a:gd name="T5" fmla="*/ 46 h 149"/>
                <a:gd name="T6" fmla="*/ 135 w 140"/>
                <a:gd name="T7" fmla="*/ 41 h 149"/>
                <a:gd name="T8" fmla="*/ 127 w 140"/>
                <a:gd name="T9" fmla="*/ 37 h 149"/>
                <a:gd name="T10" fmla="*/ 119 w 140"/>
                <a:gd name="T11" fmla="*/ 43 h 149"/>
                <a:gd name="T12" fmla="*/ 106 w 140"/>
                <a:gd name="T13" fmla="*/ 51 h 149"/>
                <a:gd name="T14" fmla="*/ 100 w 140"/>
                <a:gd name="T15" fmla="*/ 45 h 149"/>
                <a:gd name="T16" fmla="*/ 92 w 140"/>
                <a:gd name="T17" fmla="*/ 52 h 149"/>
                <a:gd name="T18" fmla="*/ 77 w 140"/>
                <a:gd name="T19" fmla="*/ 47 h 149"/>
                <a:gd name="T20" fmla="*/ 62 w 140"/>
                <a:gd name="T21" fmla="*/ 41 h 149"/>
                <a:gd name="T22" fmla="*/ 63 w 140"/>
                <a:gd name="T23" fmla="*/ 32 h 149"/>
                <a:gd name="T24" fmla="*/ 52 w 140"/>
                <a:gd name="T25" fmla="*/ 22 h 149"/>
                <a:gd name="T26" fmla="*/ 55 w 140"/>
                <a:gd name="T27" fmla="*/ 12 h 149"/>
                <a:gd name="T28" fmla="*/ 50 w 140"/>
                <a:gd name="T29" fmla="*/ 2 h 149"/>
                <a:gd name="T30" fmla="*/ 40 w 140"/>
                <a:gd name="T31" fmla="*/ 8 h 149"/>
                <a:gd name="T32" fmla="*/ 30 w 140"/>
                <a:gd name="T33" fmla="*/ 12 h 149"/>
                <a:gd name="T34" fmla="*/ 33 w 140"/>
                <a:gd name="T35" fmla="*/ 22 h 149"/>
                <a:gd name="T36" fmla="*/ 29 w 140"/>
                <a:gd name="T37" fmla="*/ 33 h 149"/>
                <a:gd name="T38" fmla="*/ 19 w 140"/>
                <a:gd name="T39" fmla="*/ 44 h 149"/>
                <a:gd name="T40" fmla="*/ 7 w 140"/>
                <a:gd name="T41" fmla="*/ 50 h 149"/>
                <a:gd name="T42" fmla="*/ 14 w 140"/>
                <a:gd name="T43" fmla="*/ 64 h 149"/>
                <a:gd name="T44" fmla="*/ 5 w 140"/>
                <a:gd name="T45" fmla="*/ 64 h 149"/>
                <a:gd name="T46" fmla="*/ 11 w 140"/>
                <a:gd name="T47" fmla="*/ 72 h 149"/>
                <a:gd name="T48" fmla="*/ 11 w 140"/>
                <a:gd name="T49" fmla="*/ 82 h 149"/>
                <a:gd name="T50" fmla="*/ 19 w 140"/>
                <a:gd name="T51" fmla="*/ 78 h 149"/>
                <a:gd name="T52" fmla="*/ 23 w 140"/>
                <a:gd name="T53" fmla="*/ 75 h 149"/>
                <a:gd name="T54" fmla="*/ 22 w 140"/>
                <a:gd name="T55" fmla="*/ 78 h 149"/>
                <a:gd name="T56" fmla="*/ 24 w 140"/>
                <a:gd name="T57" fmla="*/ 82 h 149"/>
                <a:gd name="T58" fmla="*/ 24 w 140"/>
                <a:gd name="T59" fmla="*/ 95 h 149"/>
                <a:gd name="T60" fmla="*/ 26 w 140"/>
                <a:gd name="T61" fmla="*/ 107 h 149"/>
                <a:gd name="T62" fmla="*/ 39 w 140"/>
                <a:gd name="T63" fmla="*/ 134 h 149"/>
                <a:gd name="T64" fmla="*/ 50 w 140"/>
                <a:gd name="T65" fmla="*/ 143 h 149"/>
                <a:gd name="T66" fmla="*/ 57 w 140"/>
                <a:gd name="T67" fmla="*/ 132 h 149"/>
                <a:gd name="T68" fmla="*/ 65 w 140"/>
                <a:gd name="T69" fmla="*/ 107 h 149"/>
                <a:gd name="T70" fmla="*/ 81 w 140"/>
                <a:gd name="T71" fmla="*/ 93 h 149"/>
                <a:gd name="T72" fmla="*/ 91 w 140"/>
                <a:gd name="T73" fmla="*/ 84 h 149"/>
                <a:gd name="T74" fmla="*/ 98 w 140"/>
                <a:gd name="T75" fmla="*/ 74 h 149"/>
                <a:gd name="T76" fmla="*/ 101 w 140"/>
                <a:gd name="T77" fmla="*/ 78 h 149"/>
                <a:gd name="T78" fmla="*/ 100 w 140"/>
                <a:gd name="T79" fmla="*/ 58 h 149"/>
                <a:gd name="T80" fmla="*/ 104 w 140"/>
                <a:gd name="T81" fmla="*/ 57 h 149"/>
                <a:gd name="T82" fmla="*/ 114 w 140"/>
                <a:gd name="T83" fmla="*/ 60 h 149"/>
                <a:gd name="T84" fmla="*/ 115 w 140"/>
                <a:gd name="T85" fmla="*/ 6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0" h="149">
                  <a:moveTo>
                    <a:pt x="117" y="76"/>
                  </a:moveTo>
                  <a:cubicBezTo>
                    <a:pt x="121" y="77"/>
                    <a:pt x="119" y="73"/>
                    <a:pt x="120" y="71"/>
                  </a:cubicBezTo>
                  <a:cubicBezTo>
                    <a:pt x="120" y="69"/>
                    <a:pt x="121" y="67"/>
                    <a:pt x="121" y="66"/>
                  </a:cubicBezTo>
                  <a:cubicBezTo>
                    <a:pt x="122" y="65"/>
                    <a:pt x="124" y="67"/>
                    <a:pt x="125" y="65"/>
                  </a:cubicBezTo>
                  <a:cubicBezTo>
                    <a:pt x="126" y="63"/>
                    <a:pt x="126" y="61"/>
                    <a:pt x="126" y="59"/>
                  </a:cubicBezTo>
                  <a:cubicBezTo>
                    <a:pt x="127" y="57"/>
                    <a:pt x="129" y="56"/>
                    <a:pt x="129" y="54"/>
                  </a:cubicBezTo>
                  <a:cubicBezTo>
                    <a:pt x="129" y="52"/>
                    <a:pt x="132" y="50"/>
                    <a:pt x="133" y="49"/>
                  </a:cubicBezTo>
                  <a:cubicBezTo>
                    <a:pt x="136" y="46"/>
                    <a:pt x="135" y="49"/>
                    <a:pt x="137" y="50"/>
                  </a:cubicBezTo>
                  <a:cubicBezTo>
                    <a:pt x="137" y="50"/>
                    <a:pt x="137" y="46"/>
                    <a:pt x="137" y="46"/>
                  </a:cubicBezTo>
                  <a:cubicBezTo>
                    <a:pt x="137" y="45"/>
                    <a:pt x="140" y="45"/>
                    <a:pt x="138" y="43"/>
                  </a:cubicBezTo>
                  <a:cubicBezTo>
                    <a:pt x="137" y="43"/>
                    <a:pt x="135" y="43"/>
                    <a:pt x="134" y="43"/>
                  </a:cubicBezTo>
                  <a:cubicBezTo>
                    <a:pt x="134" y="42"/>
                    <a:pt x="135" y="41"/>
                    <a:pt x="135" y="41"/>
                  </a:cubicBezTo>
                  <a:cubicBezTo>
                    <a:pt x="136" y="40"/>
                    <a:pt x="135" y="39"/>
                    <a:pt x="134" y="38"/>
                  </a:cubicBezTo>
                  <a:cubicBezTo>
                    <a:pt x="133" y="37"/>
                    <a:pt x="133" y="37"/>
                    <a:pt x="132" y="38"/>
                  </a:cubicBezTo>
                  <a:cubicBezTo>
                    <a:pt x="130" y="39"/>
                    <a:pt x="129" y="38"/>
                    <a:pt x="127" y="37"/>
                  </a:cubicBezTo>
                  <a:cubicBezTo>
                    <a:pt x="126" y="37"/>
                    <a:pt x="124" y="39"/>
                    <a:pt x="124" y="40"/>
                  </a:cubicBezTo>
                  <a:cubicBezTo>
                    <a:pt x="123" y="41"/>
                    <a:pt x="122" y="40"/>
                    <a:pt x="121" y="41"/>
                  </a:cubicBezTo>
                  <a:cubicBezTo>
                    <a:pt x="120" y="41"/>
                    <a:pt x="119" y="42"/>
                    <a:pt x="119" y="43"/>
                  </a:cubicBezTo>
                  <a:cubicBezTo>
                    <a:pt x="117" y="45"/>
                    <a:pt x="116" y="46"/>
                    <a:pt x="114" y="45"/>
                  </a:cubicBezTo>
                  <a:cubicBezTo>
                    <a:pt x="113" y="46"/>
                    <a:pt x="114" y="48"/>
                    <a:pt x="115" y="49"/>
                  </a:cubicBezTo>
                  <a:cubicBezTo>
                    <a:pt x="117" y="53"/>
                    <a:pt x="108" y="50"/>
                    <a:pt x="106" y="51"/>
                  </a:cubicBezTo>
                  <a:cubicBezTo>
                    <a:pt x="105" y="52"/>
                    <a:pt x="102" y="51"/>
                    <a:pt x="101" y="50"/>
                  </a:cubicBezTo>
                  <a:cubicBezTo>
                    <a:pt x="100" y="49"/>
                    <a:pt x="101" y="47"/>
                    <a:pt x="101" y="47"/>
                  </a:cubicBezTo>
                  <a:cubicBezTo>
                    <a:pt x="101" y="47"/>
                    <a:pt x="101" y="44"/>
                    <a:pt x="100" y="45"/>
                  </a:cubicBezTo>
                  <a:cubicBezTo>
                    <a:pt x="98" y="45"/>
                    <a:pt x="96" y="45"/>
                    <a:pt x="96" y="48"/>
                  </a:cubicBezTo>
                  <a:cubicBezTo>
                    <a:pt x="97" y="49"/>
                    <a:pt x="98" y="52"/>
                    <a:pt x="97" y="52"/>
                  </a:cubicBezTo>
                  <a:cubicBezTo>
                    <a:pt x="95" y="52"/>
                    <a:pt x="94" y="54"/>
                    <a:pt x="92" y="52"/>
                  </a:cubicBezTo>
                  <a:cubicBezTo>
                    <a:pt x="91" y="50"/>
                    <a:pt x="90" y="53"/>
                    <a:pt x="89" y="52"/>
                  </a:cubicBezTo>
                  <a:cubicBezTo>
                    <a:pt x="86" y="51"/>
                    <a:pt x="85" y="51"/>
                    <a:pt x="82" y="50"/>
                  </a:cubicBezTo>
                  <a:cubicBezTo>
                    <a:pt x="80" y="49"/>
                    <a:pt x="79" y="47"/>
                    <a:pt x="77" y="47"/>
                  </a:cubicBezTo>
                  <a:cubicBezTo>
                    <a:pt x="74" y="48"/>
                    <a:pt x="74" y="47"/>
                    <a:pt x="72" y="46"/>
                  </a:cubicBezTo>
                  <a:cubicBezTo>
                    <a:pt x="70" y="45"/>
                    <a:pt x="68" y="46"/>
                    <a:pt x="67" y="45"/>
                  </a:cubicBezTo>
                  <a:cubicBezTo>
                    <a:pt x="65" y="43"/>
                    <a:pt x="63" y="42"/>
                    <a:pt x="62" y="41"/>
                  </a:cubicBezTo>
                  <a:cubicBezTo>
                    <a:pt x="60" y="40"/>
                    <a:pt x="59" y="40"/>
                    <a:pt x="60" y="38"/>
                  </a:cubicBezTo>
                  <a:cubicBezTo>
                    <a:pt x="61" y="37"/>
                    <a:pt x="60" y="35"/>
                    <a:pt x="62" y="34"/>
                  </a:cubicBezTo>
                  <a:cubicBezTo>
                    <a:pt x="64" y="33"/>
                    <a:pt x="65" y="34"/>
                    <a:pt x="63" y="32"/>
                  </a:cubicBezTo>
                  <a:cubicBezTo>
                    <a:pt x="61" y="31"/>
                    <a:pt x="59" y="29"/>
                    <a:pt x="57" y="28"/>
                  </a:cubicBezTo>
                  <a:cubicBezTo>
                    <a:pt x="56" y="28"/>
                    <a:pt x="55" y="26"/>
                    <a:pt x="53" y="26"/>
                  </a:cubicBezTo>
                  <a:cubicBezTo>
                    <a:pt x="53" y="26"/>
                    <a:pt x="53" y="23"/>
                    <a:pt x="52" y="22"/>
                  </a:cubicBezTo>
                  <a:cubicBezTo>
                    <a:pt x="47" y="17"/>
                    <a:pt x="57" y="23"/>
                    <a:pt x="57" y="19"/>
                  </a:cubicBezTo>
                  <a:cubicBezTo>
                    <a:pt x="57" y="17"/>
                    <a:pt x="56" y="17"/>
                    <a:pt x="54" y="15"/>
                  </a:cubicBezTo>
                  <a:cubicBezTo>
                    <a:pt x="53" y="14"/>
                    <a:pt x="53" y="13"/>
                    <a:pt x="55" y="12"/>
                  </a:cubicBezTo>
                  <a:cubicBezTo>
                    <a:pt x="57" y="12"/>
                    <a:pt x="56" y="9"/>
                    <a:pt x="58" y="8"/>
                  </a:cubicBezTo>
                  <a:cubicBezTo>
                    <a:pt x="59" y="7"/>
                    <a:pt x="61" y="6"/>
                    <a:pt x="60" y="4"/>
                  </a:cubicBezTo>
                  <a:cubicBezTo>
                    <a:pt x="58" y="1"/>
                    <a:pt x="53" y="0"/>
                    <a:pt x="50" y="2"/>
                  </a:cubicBezTo>
                  <a:cubicBezTo>
                    <a:pt x="49" y="3"/>
                    <a:pt x="49" y="3"/>
                    <a:pt x="47" y="4"/>
                  </a:cubicBezTo>
                  <a:cubicBezTo>
                    <a:pt x="46" y="4"/>
                    <a:pt x="46" y="6"/>
                    <a:pt x="45" y="7"/>
                  </a:cubicBezTo>
                  <a:cubicBezTo>
                    <a:pt x="43" y="8"/>
                    <a:pt x="41" y="7"/>
                    <a:pt x="40" y="8"/>
                  </a:cubicBezTo>
                  <a:cubicBezTo>
                    <a:pt x="39" y="9"/>
                    <a:pt x="37" y="9"/>
                    <a:pt x="35" y="8"/>
                  </a:cubicBezTo>
                  <a:cubicBezTo>
                    <a:pt x="33" y="8"/>
                    <a:pt x="32" y="7"/>
                    <a:pt x="30" y="8"/>
                  </a:cubicBezTo>
                  <a:cubicBezTo>
                    <a:pt x="28" y="8"/>
                    <a:pt x="29" y="11"/>
                    <a:pt x="30" y="12"/>
                  </a:cubicBezTo>
                  <a:cubicBezTo>
                    <a:pt x="30" y="14"/>
                    <a:pt x="30" y="16"/>
                    <a:pt x="30" y="17"/>
                  </a:cubicBezTo>
                  <a:cubicBezTo>
                    <a:pt x="31" y="19"/>
                    <a:pt x="33" y="19"/>
                    <a:pt x="35" y="20"/>
                  </a:cubicBezTo>
                  <a:cubicBezTo>
                    <a:pt x="36" y="22"/>
                    <a:pt x="34" y="22"/>
                    <a:pt x="33" y="22"/>
                  </a:cubicBezTo>
                  <a:cubicBezTo>
                    <a:pt x="32" y="24"/>
                    <a:pt x="33" y="26"/>
                    <a:pt x="33" y="28"/>
                  </a:cubicBezTo>
                  <a:cubicBezTo>
                    <a:pt x="33" y="29"/>
                    <a:pt x="31" y="29"/>
                    <a:pt x="31" y="29"/>
                  </a:cubicBezTo>
                  <a:cubicBezTo>
                    <a:pt x="29" y="30"/>
                    <a:pt x="31" y="33"/>
                    <a:pt x="29" y="33"/>
                  </a:cubicBezTo>
                  <a:cubicBezTo>
                    <a:pt x="27" y="34"/>
                    <a:pt x="26" y="35"/>
                    <a:pt x="26" y="36"/>
                  </a:cubicBezTo>
                  <a:cubicBezTo>
                    <a:pt x="25" y="38"/>
                    <a:pt x="24" y="38"/>
                    <a:pt x="22" y="39"/>
                  </a:cubicBezTo>
                  <a:cubicBezTo>
                    <a:pt x="20" y="40"/>
                    <a:pt x="20" y="43"/>
                    <a:pt x="19" y="44"/>
                  </a:cubicBezTo>
                  <a:cubicBezTo>
                    <a:pt x="18" y="46"/>
                    <a:pt x="16" y="45"/>
                    <a:pt x="15" y="47"/>
                  </a:cubicBezTo>
                  <a:cubicBezTo>
                    <a:pt x="13" y="48"/>
                    <a:pt x="12" y="44"/>
                    <a:pt x="11" y="46"/>
                  </a:cubicBezTo>
                  <a:cubicBezTo>
                    <a:pt x="10" y="47"/>
                    <a:pt x="6" y="49"/>
                    <a:pt x="7" y="50"/>
                  </a:cubicBezTo>
                  <a:cubicBezTo>
                    <a:pt x="7" y="52"/>
                    <a:pt x="10" y="52"/>
                    <a:pt x="10" y="54"/>
                  </a:cubicBezTo>
                  <a:cubicBezTo>
                    <a:pt x="9" y="57"/>
                    <a:pt x="11" y="57"/>
                    <a:pt x="13" y="58"/>
                  </a:cubicBezTo>
                  <a:cubicBezTo>
                    <a:pt x="13" y="60"/>
                    <a:pt x="14" y="62"/>
                    <a:pt x="14" y="64"/>
                  </a:cubicBezTo>
                  <a:cubicBezTo>
                    <a:pt x="14" y="64"/>
                    <a:pt x="11" y="64"/>
                    <a:pt x="10" y="64"/>
                  </a:cubicBezTo>
                  <a:cubicBezTo>
                    <a:pt x="9" y="64"/>
                    <a:pt x="8" y="65"/>
                    <a:pt x="7" y="65"/>
                  </a:cubicBezTo>
                  <a:cubicBezTo>
                    <a:pt x="7" y="65"/>
                    <a:pt x="6" y="64"/>
                    <a:pt x="5" y="64"/>
                  </a:cubicBezTo>
                  <a:cubicBezTo>
                    <a:pt x="4" y="64"/>
                    <a:pt x="0" y="66"/>
                    <a:pt x="0" y="67"/>
                  </a:cubicBezTo>
                  <a:cubicBezTo>
                    <a:pt x="2" y="69"/>
                    <a:pt x="3" y="70"/>
                    <a:pt x="5" y="72"/>
                  </a:cubicBezTo>
                  <a:cubicBezTo>
                    <a:pt x="5" y="72"/>
                    <a:pt x="11" y="72"/>
                    <a:pt x="11" y="72"/>
                  </a:cubicBezTo>
                  <a:cubicBezTo>
                    <a:pt x="11" y="73"/>
                    <a:pt x="9" y="74"/>
                    <a:pt x="8" y="74"/>
                  </a:cubicBezTo>
                  <a:cubicBezTo>
                    <a:pt x="7" y="75"/>
                    <a:pt x="4" y="73"/>
                    <a:pt x="4" y="75"/>
                  </a:cubicBezTo>
                  <a:cubicBezTo>
                    <a:pt x="4" y="77"/>
                    <a:pt x="9" y="80"/>
                    <a:pt x="11" y="82"/>
                  </a:cubicBezTo>
                  <a:cubicBezTo>
                    <a:pt x="12" y="83"/>
                    <a:pt x="13" y="83"/>
                    <a:pt x="15" y="83"/>
                  </a:cubicBezTo>
                  <a:cubicBezTo>
                    <a:pt x="17" y="82"/>
                    <a:pt x="20" y="81"/>
                    <a:pt x="21" y="79"/>
                  </a:cubicBezTo>
                  <a:cubicBezTo>
                    <a:pt x="21" y="79"/>
                    <a:pt x="20" y="78"/>
                    <a:pt x="19" y="78"/>
                  </a:cubicBezTo>
                  <a:cubicBezTo>
                    <a:pt x="19" y="77"/>
                    <a:pt x="20" y="77"/>
                    <a:pt x="20" y="77"/>
                  </a:cubicBezTo>
                  <a:cubicBezTo>
                    <a:pt x="21" y="76"/>
                    <a:pt x="20" y="75"/>
                    <a:pt x="21" y="75"/>
                  </a:cubicBezTo>
                  <a:cubicBezTo>
                    <a:pt x="21" y="75"/>
                    <a:pt x="23" y="75"/>
                    <a:pt x="23" y="75"/>
                  </a:cubicBezTo>
                  <a:cubicBezTo>
                    <a:pt x="23" y="76"/>
                    <a:pt x="21" y="76"/>
                    <a:pt x="22" y="77"/>
                  </a:cubicBezTo>
                  <a:cubicBezTo>
                    <a:pt x="22" y="77"/>
                    <a:pt x="23" y="77"/>
                    <a:pt x="23" y="77"/>
                  </a:cubicBezTo>
                  <a:cubicBezTo>
                    <a:pt x="23" y="78"/>
                    <a:pt x="22" y="78"/>
                    <a:pt x="22" y="78"/>
                  </a:cubicBezTo>
                  <a:cubicBezTo>
                    <a:pt x="21" y="78"/>
                    <a:pt x="23" y="78"/>
                    <a:pt x="23" y="78"/>
                  </a:cubicBezTo>
                  <a:cubicBezTo>
                    <a:pt x="23" y="79"/>
                    <a:pt x="22" y="79"/>
                    <a:pt x="22" y="80"/>
                  </a:cubicBezTo>
                  <a:cubicBezTo>
                    <a:pt x="21" y="80"/>
                    <a:pt x="23" y="81"/>
                    <a:pt x="24" y="82"/>
                  </a:cubicBezTo>
                  <a:cubicBezTo>
                    <a:pt x="25" y="83"/>
                    <a:pt x="23" y="85"/>
                    <a:pt x="22" y="87"/>
                  </a:cubicBezTo>
                  <a:cubicBezTo>
                    <a:pt x="22" y="88"/>
                    <a:pt x="23" y="89"/>
                    <a:pt x="24" y="90"/>
                  </a:cubicBezTo>
                  <a:cubicBezTo>
                    <a:pt x="24" y="92"/>
                    <a:pt x="24" y="93"/>
                    <a:pt x="24" y="95"/>
                  </a:cubicBezTo>
                  <a:cubicBezTo>
                    <a:pt x="24" y="97"/>
                    <a:pt x="23" y="100"/>
                    <a:pt x="23" y="101"/>
                  </a:cubicBezTo>
                  <a:cubicBezTo>
                    <a:pt x="23" y="101"/>
                    <a:pt x="24" y="99"/>
                    <a:pt x="24" y="99"/>
                  </a:cubicBezTo>
                  <a:cubicBezTo>
                    <a:pt x="25" y="100"/>
                    <a:pt x="26" y="106"/>
                    <a:pt x="26" y="107"/>
                  </a:cubicBezTo>
                  <a:cubicBezTo>
                    <a:pt x="27" y="109"/>
                    <a:pt x="29" y="112"/>
                    <a:pt x="30" y="115"/>
                  </a:cubicBezTo>
                  <a:cubicBezTo>
                    <a:pt x="31" y="118"/>
                    <a:pt x="31" y="121"/>
                    <a:pt x="32" y="124"/>
                  </a:cubicBezTo>
                  <a:cubicBezTo>
                    <a:pt x="34" y="128"/>
                    <a:pt x="37" y="131"/>
                    <a:pt x="39" y="134"/>
                  </a:cubicBezTo>
                  <a:cubicBezTo>
                    <a:pt x="40" y="137"/>
                    <a:pt x="40" y="140"/>
                    <a:pt x="41" y="143"/>
                  </a:cubicBezTo>
                  <a:cubicBezTo>
                    <a:pt x="43" y="146"/>
                    <a:pt x="45" y="149"/>
                    <a:pt x="48" y="146"/>
                  </a:cubicBezTo>
                  <a:cubicBezTo>
                    <a:pt x="50" y="145"/>
                    <a:pt x="50" y="144"/>
                    <a:pt x="50" y="143"/>
                  </a:cubicBezTo>
                  <a:cubicBezTo>
                    <a:pt x="50" y="141"/>
                    <a:pt x="52" y="140"/>
                    <a:pt x="53" y="139"/>
                  </a:cubicBezTo>
                  <a:cubicBezTo>
                    <a:pt x="54" y="138"/>
                    <a:pt x="56" y="138"/>
                    <a:pt x="57" y="137"/>
                  </a:cubicBezTo>
                  <a:cubicBezTo>
                    <a:pt x="58" y="136"/>
                    <a:pt x="57" y="133"/>
                    <a:pt x="57" y="132"/>
                  </a:cubicBezTo>
                  <a:cubicBezTo>
                    <a:pt x="56" y="128"/>
                    <a:pt x="61" y="125"/>
                    <a:pt x="60" y="122"/>
                  </a:cubicBezTo>
                  <a:cubicBezTo>
                    <a:pt x="59" y="119"/>
                    <a:pt x="58" y="116"/>
                    <a:pt x="58" y="113"/>
                  </a:cubicBezTo>
                  <a:cubicBezTo>
                    <a:pt x="58" y="109"/>
                    <a:pt x="62" y="108"/>
                    <a:pt x="65" y="107"/>
                  </a:cubicBezTo>
                  <a:cubicBezTo>
                    <a:pt x="66" y="106"/>
                    <a:pt x="69" y="106"/>
                    <a:pt x="69" y="105"/>
                  </a:cubicBezTo>
                  <a:cubicBezTo>
                    <a:pt x="70" y="103"/>
                    <a:pt x="71" y="102"/>
                    <a:pt x="72" y="101"/>
                  </a:cubicBezTo>
                  <a:cubicBezTo>
                    <a:pt x="75" y="98"/>
                    <a:pt x="78" y="95"/>
                    <a:pt x="81" y="93"/>
                  </a:cubicBezTo>
                  <a:cubicBezTo>
                    <a:pt x="82" y="92"/>
                    <a:pt x="83" y="90"/>
                    <a:pt x="84" y="89"/>
                  </a:cubicBezTo>
                  <a:cubicBezTo>
                    <a:pt x="85" y="88"/>
                    <a:pt x="87" y="88"/>
                    <a:pt x="88" y="87"/>
                  </a:cubicBezTo>
                  <a:cubicBezTo>
                    <a:pt x="89" y="86"/>
                    <a:pt x="90" y="85"/>
                    <a:pt x="91" y="84"/>
                  </a:cubicBezTo>
                  <a:cubicBezTo>
                    <a:pt x="92" y="83"/>
                    <a:pt x="90" y="82"/>
                    <a:pt x="90" y="81"/>
                  </a:cubicBezTo>
                  <a:cubicBezTo>
                    <a:pt x="91" y="79"/>
                    <a:pt x="94" y="79"/>
                    <a:pt x="95" y="78"/>
                  </a:cubicBezTo>
                  <a:cubicBezTo>
                    <a:pt x="96" y="78"/>
                    <a:pt x="98" y="75"/>
                    <a:pt x="98" y="74"/>
                  </a:cubicBezTo>
                  <a:cubicBezTo>
                    <a:pt x="98" y="76"/>
                    <a:pt x="96" y="76"/>
                    <a:pt x="97" y="78"/>
                  </a:cubicBezTo>
                  <a:cubicBezTo>
                    <a:pt x="99" y="79"/>
                    <a:pt x="100" y="76"/>
                    <a:pt x="100" y="76"/>
                  </a:cubicBezTo>
                  <a:cubicBezTo>
                    <a:pt x="101" y="77"/>
                    <a:pt x="100" y="78"/>
                    <a:pt x="101" y="78"/>
                  </a:cubicBezTo>
                  <a:cubicBezTo>
                    <a:pt x="102" y="75"/>
                    <a:pt x="101" y="72"/>
                    <a:pt x="99" y="69"/>
                  </a:cubicBezTo>
                  <a:cubicBezTo>
                    <a:pt x="98" y="67"/>
                    <a:pt x="96" y="65"/>
                    <a:pt x="97" y="62"/>
                  </a:cubicBezTo>
                  <a:cubicBezTo>
                    <a:pt x="98" y="59"/>
                    <a:pt x="103" y="61"/>
                    <a:pt x="100" y="58"/>
                  </a:cubicBezTo>
                  <a:cubicBezTo>
                    <a:pt x="99" y="57"/>
                    <a:pt x="97" y="56"/>
                    <a:pt x="98" y="54"/>
                  </a:cubicBezTo>
                  <a:cubicBezTo>
                    <a:pt x="99" y="53"/>
                    <a:pt x="100" y="54"/>
                    <a:pt x="102" y="55"/>
                  </a:cubicBezTo>
                  <a:cubicBezTo>
                    <a:pt x="103" y="56"/>
                    <a:pt x="104" y="55"/>
                    <a:pt x="104" y="57"/>
                  </a:cubicBezTo>
                  <a:cubicBezTo>
                    <a:pt x="104" y="58"/>
                    <a:pt x="104" y="59"/>
                    <a:pt x="106" y="60"/>
                  </a:cubicBezTo>
                  <a:cubicBezTo>
                    <a:pt x="107" y="60"/>
                    <a:pt x="109" y="60"/>
                    <a:pt x="110" y="60"/>
                  </a:cubicBezTo>
                  <a:cubicBezTo>
                    <a:pt x="111" y="60"/>
                    <a:pt x="113" y="61"/>
                    <a:pt x="114" y="60"/>
                  </a:cubicBezTo>
                  <a:cubicBezTo>
                    <a:pt x="119" y="59"/>
                    <a:pt x="115" y="65"/>
                    <a:pt x="113" y="66"/>
                  </a:cubicBezTo>
                  <a:cubicBezTo>
                    <a:pt x="110" y="66"/>
                    <a:pt x="112" y="70"/>
                    <a:pt x="112" y="71"/>
                  </a:cubicBezTo>
                  <a:cubicBezTo>
                    <a:pt x="113" y="71"/>
                    <a:pt x="115" y="67"/>
                    <a:pt x="115" y="68"/>
                  </a:cubicBezTo>
                  <a:cubicBezTo>
                    <a:pt x="115" y="71"/>
                    <a:pt x="117" y="74"/>
                    <a:pt x="117" y="7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4" name="Freeform 702">
              <a:extLst>
                <a:ext uri="{FF2B5EF4-FFF2-40B4-BE49-F238E27FC236}">
                  <a16:creationId xmlns:a16="http://schemas.microsoft.com/office/drawing/2014/main" id="{9B6EB31C-11C9-A1B5-365E-4DACB20B3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4233" y="6884580"/>
              <a:ext cx="478838" cy="1216122"/>
            </a:xfrm>
            <a:custGeom>
              <a:avLst/>
              <a:gdLst>
                <a:gd name="T0" fmla="*/ 37 w 41"/>
                <a:gd name="T1" fmla="*/ 37 h 98"/>
                <a:gd name="T2" fmla="*/ 34 w 41"/>
                <a:gd name="T3" fmla="*/ 35 h 98"/>
                <a:gd name="T4" fmla="*/ 31 w 41"/>
                <a:gd name="T5" fmla="*/ 29 h 98"/>
                <a:gd name="T6" fmla="*/ 32 w 41"/>
                <a:gd name="T7" fmla="*/ 25 h 98"/>
                <a:gd name="T8" fmla="*/ 25 w 41"/>
                <a:gd name="T9" fmla="*/ 22 h 98"/>
                <a:gd name="T10" fmla="*/ 30 w 41"/>
                <a:gd name="T11" fmla="*/ 10 h 98"/>
                <a:gd name="T12" fmla="*/ 28 w 41"/>
                <a:gd name="T13" fmla="*/ 6 h 98"/>
                <a:gd name="T14" fmla="*/ 23 w 41"/>
                <a:gd name="T15" fmla="*/ 2 h 98"/>
                <a:gd name="T16" fmla="*/ 22 w 41"/>
                <a:gd name="T17" fmla="*/ 9 h 98"/>
                <a:gd name="T18" fmla="*/ 18 w 41"/>
                <a:gd name="T19" fmla="*/ 9 h 98"/>
                <a:gd name="T20" fmla="*/ 13 w 41"/>
                <a:gd name="T21" fmla="*/ 15 h 98"/>
                <a:gd name="T22" fmla="*/ 11 w 41"/>
                <a:gd name="T23" fmla="*/ 21 h 98"/>
                <a:gd name="T24" fmla="*/ 6 w 41"/>
                <a:gd name="T25" fmla="*/ 25 h 98"/>
                <a:gd name="T26" fmla="*/ 2 w 41"/>
                <a:gd name="T27" fmla="*/ 35 h 98"/>
                <a:gd name="T28" fmla="*/ 0 w 41"/>
                <a:gd name="T29" fmla="*/ 40 h 98"/>
                <a:gd name="T30" fmla="*/ 4 w 41"/>
                <a:gd name="T31" fmla="*/ 44 h 98"/>
                <a:gd name="T32" fmla="*/ 7 w 41"/>
                <a:gd name="T33" fmla="*/ 52 h 98"/>
                <a:gd name="T34" fmla="*/ 11 w 41"/>
                <a:gd name="T35" fmla="*/ 58 h 98"/>
                <a:gd name="T36" fmla="*/ 11 w 41"/>
                <a:gd name="T37" fmla="*/ 64 h 98"/>
                <a:gd name="T38" fmla="*/ 12 w 41"/>
                <a:gd name="T39" fmla="*/ 66 h 98"/>
                <a:gd name="T40" fmla="*/ 14 w 41"/>
                <a:gd name="T41" fmla="*/ 66 h 98"/>
                <a:gd name="T42" fmla="*/ 17 w 41"/>
                <a:gd name="T43" fmla="*/ 65 h 98"/>
                <a:gd name="T44" fmla="*/ 22 w 41"/>
                <a:gd name="T45" fmla="*/ 64 h 98"/>
                <a:gd name="T46" fmla="*/ 25 w 41"/>
                <a:gd name="T47" fmla="*/ 72 h 98"/>
                <a:gd name="T48" fmla="*/ 29 w 41"/>
                <a:gd name="T49" fmla="*/ 80 h 98"/>
                <a:gd name="T50" fmla="*/ 30 w 41"/>
                <a:gd name="T51" fmla="*/ 85 h 98"/>
                <a:gd name="T52" fmla="*/ 29 w 41"/>
                <a:gd name="T53" fmla="*/ 88 h 98"/>
                <a:gd name="T54" fmla="*/ 29 w 41"/>
                <a:gd name="T55" fmla="*/ 98 h 98"/>
                <a:gd name="T56" fmla="*/ 34 w 41"/>
                <a:gd name="T57" fmla="*/ 85 h 98"/>
                <a:gd name="T58" fmla="*/ 28 w 41"/>
                <a:gd name="T59" fmla="*/ 71 h 98"/>
                <a:gd name="T60" fmla="*/ 30 w 41"/>
                <a:gd name="T61" fmla="*/ 65 h 98"/>
                <a:gd name="T62" fmla="*/ 26 w 41"/>
                <a:gd name="T63" fmla="*/ 49 h 98"/>
                <a:gd name="T64" fmla="*/ 34 w 41"/>
                <a:gd name="T65" fmla="*/ 44 h 98"/>
                <a:gd name="T66" fmla="*/ 41 w 41"/>
                <a:gd name="T67" fmla="*/ 3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98">
                  <a:moveTo>
                    <a:pt x="39" y="38"/>
                  </a:moveTo>
                  <a:cubicBezTo>
                    <a:pt x="38" y="38"/>
                    <a:pt x="37" y="39"/>
                    <a:pt x="37" y="37"/>
                  </a:cubicBezTo>
                  <a:cubicBezTo>
                    <a:pt x="37" y="37"/>
                    <a:pt x="37" y="36"/>
                    <a:pt x="37" y="36"/>
                  </a:cubicBezTo>
                  <a:cubicBezTo>
                    <a:pt x="37" y="35"/>
                    <a:pt x="34" y="35"/>
                    <a:pt x="34" y="35"/>
                  </a:cubicBezTo>
                  <a:cubicBezTo>
                    <a:pt x="33" y="34"/>
                    <a:pt x="34" y="32"/>
                    <a:pt x="34" y="31"/>
                  </a:cubicBezTo>
                  <a:cubicBezTo>
                    <a:pt x="35" y="29"/>
                    <a:pt x="32" y="30"/>
                    <a:pt x="31" y="29"/>
                  </a:cubicBezTo>
                  <a:cubicBezTo>
                    <a:pt x="31" y="28"/>
                    <a:pt x="30" y="28"/>
                    <a:pt x="30" y="27"/>
                  </a:cubicBezTo>
                  <a:cubicBezTo>
                    <a:pt x="30" y="26"/>
                    <a:pt x="32" y="25"/>
                    <a:pt x="32" y="25"/>
                  </a:cubicBezTo>
                  <a:cubicBezTo>
                    <a:pt x="31" y="23"/>
                    <a:pt x="25" y="26"/>
                    <a:pt x="24" y="25"/>
                  </a:cubicBezTo>
                  <a:cubicBezTo>
                    <a:pt x="24" y="25"/>
                    <a:pt x="25" y="23"/>
                    <a:pt x="25" y="22"/>
                  </a:cubicBezTo>
                  <a:cubicBezTo>
                    <a:pt x="24" y="21"/>
                    <a:pt x="27" y="19"/>
                    <a:pt x="27" y="18"/>
                  </a:cubicBezTo>
                  <a:cubicBezTo>
                    <a:pt x="29" y="15"/>
                    <a:pt x="31" y="13"/>
                    <a:pt x="30" y="10"/>
                  </a:cubicBezTo>
                  <a:cubicBezTo>
                    <a:pt x="30" y="9"/>
                    <a:pt x="31" y="8"/>
                    <a:pt x="31" y="7"/>
                  </a:cubicBezTo>
                  <a:cubicBezTo>
                    <a:pt x="31" y="5"/>
                    <a:pt x="29" y="7"/>
                    <a:pt x="28" y="6"/>
                  </a:cubicBezTo>
                  <a:cubicBezTo>
                    <a:pt x="28" y="4"/>
                    <a:pt x="27" y="3"/>
                    <a:pt x="27" y="2"/>
                  </a:cubicBezTo>
                  <a:cubicBezTo>
                    <a:pt x="25" y="0"/>
                    <a:pt x="25" y="3"/>
                    <a:pt x="23" y="2"/>
                  </a:cubicBezTo>
                  <a:cubicBezTo>
                    <a:pt x="24" y="4"/>
                    <a:pt x="22" y="4"/>
                    <a:pt x="22" y="5"/>
                  </a:cubicBezTo>
                  <a:cubicBezTo>
                    <a:pt x="22" y="5"/>
                    <a:pt x="22" y="9"/>
                    <a:pt x="22" y="9"/>
                  </a:cubicBezTo>
                  <a:cubicBezTo>
                    <a:pt x="21" y="9"/>
                    <a:pt x="21" y="7"/>
                    <a:pt x="21" y="7"/>
                  </a:cubicBezTo>
                  <a:cubicBezTo>
                    <a:pt x="19" y="7"/>
                    <a:pt x="18" y="8"/>
                    <a:pt x="18" y="9"/>
                  </a:cubicBezTo>
                  <a:cubicBezTo>
                    <a:pt x="17" y="10"/>
                    <a:pt x="15" y="10"/>
                    <a:pt x="14" y="11"/>
                  </a:cubicBezTo>
                  <a:cubicBezTo>
                    <a:pt x="13" y="12"/>
                    <a:pt x="14" y="14"/>
                    <a:pt x="13" y="15"/>
                  </a:cubicBezTo>
                  <a:cubicBezTo>
                    <a:pt x="13" y="16"/>
                    <a:pt x="12" y="17"/>
                    <a:pt x="11" y="18"/>
                  </a:cubicBezTo>
                  <a:cubicBezTo>
                    <a:pt x="11" y="19"/>
                    <a:pt x="11" y="20"/>
                    <a:pt x="11" y="21"/>
                  </a:cubicBezTo>
                  <a:cubicBezTo>
                    <a:pt x="11" y="23"/>
                    <a:pt x="10" y="25"/>
                    <a:pt x="9" y="25"/>
                  </a:cubicBezTo>
                  <a:cubicBezTo>
                    <a:pt x="8" y="25"/>
                    <a:pt x="7" y="25"/>
                    <a:pt x="6" y="25"/>
                  </a:cubicBezTo>
                  <a:cubicBezTo>
                    <a:pt x="5" y="27"/>
                    <a:pt x="6" y="35"/>
                    <a:pt x="4" y="35"/>
                  </a:cubicBezTo>
                  <a:cubicBezTo>
                    <a:pt x="4" y="35"/>
                    <a:pt x="2" y="35"/>
                    <a:pt x="2" y="35"/>
                  </a:cubicBezTo>
                  <a:cubicBezTo>
                    <a:pt x="2" y="36"/>
                    <a:pt x="2" y="37"/>
                    <a:pt x="2" y="37"/>
                  </a:cubicBezTo>
                  <a:cubicBezTo>
                    <a:pt x="2" y="38"/>
                    <a:pt x="1" y="39"/>
                    <a:pt x="0" y="40"/>
                  </a:cubicBezTo>
                  <a:cubicBezTo>
                    <a:pt x="0" y="41"/>
                    <a:pt x="4" y="46"/>
                    <a:pt x="5" y="47"/>
                  </a:cubicBezTo>
                  <a:cubicBezTo>
                    <a:pt x="5" y="47"/>
                    <a:pt x="4" y="44"/>
                    <a:pt x="4" y="44"/>
                  </a:cubicBezTo>
                  <a:cubicBezTo>
                    <a:pt x="4" y="44"/>
                    <a:pt x="7" y="48"/>
                    <a:pt x="7" y="48"/>
                  </a:cubicBezTo>
                  <a:cubicBezTo>
                    <a:pt x="8" y="50"/>
                    <a:pt x="6" y="50"/>
                    <a:pt x="7" y="52"/>
                  </a:cubicBezTo>
                  <a:cubicBezTo>
                    <a:pt x="6" y="51"/>
                    <a:pt x="8" y="51"/>
                    <a:pt x="9" y="52"/>
                  </a:cubicBezTo>
                  <a:cubicBezTo>
                    <a:pt x="10" y="54"/>
                    <a:pt x="11" y="56"/>
                    <a:pt x="11" y="58"/>
                  </a:cubicBezTo>
                  <a:cubicBezTo>
                    <a:pt x="11" y="58"/>
                    <a:pt x="10" y="67"/>
                    <a:pt x="10" y="67"/>
                  </a:cubicBezTo>
                  <a:cubicBezTo>
                    <a:pt x="11" y="67"/>
                    <a:pt x="11" y="64"/>
                    <a:pt x="11" y="64"/>
                  </a:cubicBezTo>
                  <a:cubicBezTo>
                    <a:pt x="11" y="64"/>
                    <a:pt x="11" y="67"/>
                    <a:pt x="11" y="67"/>
                  </a:cubicBezTo>
                  <a:cubicBezTo>
                    <a:pt x="11" y="67"/>
                    <a:pt x="12" y="66"/>
                    <a:pt x="12" y="66"/>
                  </a:cubicBezTo>
                  <a:cubicBezTo>
                    <a:pt x="12" y="66"/>
                    <a:pt x="12" y="68"/>
                    <a:pt x="12" y="68"/>
                  </a:cubicBezTo>
                  <a:cubicBezTo>
                    <a:pt x="13" y="68"/>
                    <a:pt x="13" y="66"/>
                    <a:pt x="14" y="66"/>
                  </a:cubicBezTo>
                  <a:cubicBezTo>
                    <a:pt x="14" y="66"/>
                    <a:pt x="14" y="67"/>
                    <a:pt x="14" y="67"/>
                  </a:cubicBezTo>
                  <a:cubicBezTo>
                    <a:pt x="14" y="67"/>
                    <a:pt x="17" y="66"/>
                    <a:pt x="17" y="65"/>
                  </a:cubicBezTo>
                  <a:cubicBezTo>
                    <a:pt x="18" y="65"/>
                    <a:pt x="23" y="62"/>
                    <a:pt x="21" y="61"/>
                  </a:cubicBezTo>
                  <a:cubicBezTo>
                    <a:pt x="22" y="61"/>
                    <a:pt x="21" y="63"/>
                    <a:pt x="22" y="64"/>
                  </a:cubicBezTo>
                  <a:cubicBezTo>
                    <a:pt x="23" y="64"/>
                    <a:pt x="24" y="64"/>
                    <a:pt x="24" y="65"/>
                  </a:cubicBezTo>
                  <a:cubicBezTo>
                    <a:pt x="25" y="67"/>
                    <a:pt x="25" y="70"/>
                    <a:pt x="25" y="72"/>
                  </a:cubicBezTo>
                  <a:cubicBezTo>
                    <a:pt x="26" y="75"/>
                    <a:pt x="26" y="77"/>
                    <a:pt x="28" y="79"/>
                  </a:cubicBezTo>
                  <a:cubicBezTo>
                    <a:pt x="28" y="79"/>
                    <a:pt x="29" y="80"/>
                    <a:pt x="29" y="80"/>
                  </a:cubicBezTo>
                  <a:cubicBezTo>
                    <a:pt x="29" y="82"/>
                    <a:pt x="30" y="82"/>
                    <a:pt x="30" y="82"/>
                  </a:cubicBezTo>
                  <a:cubicBezTo>
                    <a:pt x="31" y="83"/>
                    <a:pt x="29" y="85"/>
                    <a:pt x="30" y="85"/>
                  </a:cubicBezTo>
                  <a:cubicBezTo>
                    <a:pt x="30" y="85"/>
                    <a:pt x="30" y="85"/>
                    <a:pt x="31" y="85"/>
                  </a:cubicBezTo>
                  <a:cubicBezTo>
                    <a:pt x="31" y="86"/>
                    <a:pt x="29" y="87"/>
                    <a:pt x="29" y="88"/>
                  </a:cubicBezTo>
                  <a:cubicBezTo>
                    <a:pt x="29" y="90"/>
                    <a:pt x="30" y="88"/>
                    <a:pt x="31" y="89"/>
                  </a:cubicBezTo>
                  <a:cubicBezTo>
                    <a:pt x="31" y="89"/>
                    <a:pt x="29" y="97"/>
                    <a:pt x="29" y="98"/>
                  </a:cubicBezTo>
                  <a:cubicBezTo>
                    <a:pt x="31" y="96"/>
                    <a:pt x="32" y="92"/>
                    <a:pt x="33" y="90"/>
                  </a:cubicBezTo>
                  <a:cubicBezTo>
                    <a:pt x="34" y="88"/>
                    <a:pt x="35" y="87"/>
                    <a:pt x="34" y="85"/>
                  </a:cubicBezTo>
                  <a:cubicBezTo>
                    <a:pt x="33" y="83"/>
                    <a:pt x="33" y="82"/>
                    <a:pt x="33" y="80"/>
                  </a:cubicBezTo>
                  <a:cubicBezTo>
                    <a:pt x="32" y="78"/>
                    <a:pt x="27" y="74"/>
                    <a:pt x="28" y="71"/>
                  </a:cubicBezTo>
                  <a:cubicBezTo>
                    <a:pt x="28" y="71"/>
                    <a:pt x="30" y="70"/>
                    <a:pt x="30" y="69"/>
                  </a:cubicBezTo>
                  <a:cubicBezTo>
                    <a:pt x="29" y="67"/>
                    <a:pt x="30" y="67"/>
                    <a:pt x="30" y="65"/>
                  </a:cubicBezTo>
                  <a:cubicBezTo>
                    <a:pt x="31" y="62"/>
                    <a:pt x="27" y="60"/>
                    <a:pt x="26" y="58"/>
                  </a:cubicBezTo>
                  <a:cubicBezTo>
                    <a:pt x="23" y="56"/>
                    <a:pt x="25" y="52"/>
                    <a:pt x="26" y="49"/>
                  </a:cubicBezTo>
                  <a:cubicBezTo>
                    <a:pt x="26" y="47"/>
                    <a:pt x="27" y="47"/>
                    <a:pt x="29" y="47"/>
                  </a:cubicBezTo>
                  <a:cubicBezTo>
                    <a:pt x="31" y="47"/>
                    <a:pt x="33" y="45"/>
                    <a:pt x="34" y="44"/>
                  </a:cubicBezTo>
                  <a:cubicBezTo>
                    <a:pt x="36" y="43"/>
                    <a:pt x="37" y="44"/>
                    <a:pt x="39" y="42"/>
                  </a:cubicBezTo>
                  <a:cubicBezTo>
                    <a:pt x="40" y="40"/>
                    <a:pt x="41" y="39"/>
                    <a:pt x="41" y="38"/>
                  </a:cubicBezTo>
                  <a:cubicBezTo>
                    <a:pt x="41" y="38"/>
                    <a:pt x="40" y="38"/>
                    <a:pt x="39" y="3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5" name="Freeform 703">
              <a:extLst>
                <a:ext uri="{FF2B5EF4-FFF2-40B4-BE49-F238E27FC236}">
                  <a16:creationId xmlns:a16="http://schemas.microsoft.com/office/drawing/2014/main" id="{537D5FEC-DB60-9E66-4C35-627D9884B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0775" y="7032370"/>
              <a:ext cx="267356" cy="346257"/>
            </a:xfrm>
            <a:custGeom>
              <a:avLst/>
              <a:gdLst>
                <a:gd name="T0" fmla="*/ 21 w 23"/>
                <a:gd name="T1" fmla="*/ 26 h 28"/>
                <a:gd name="T2" fmla="*/ 20 w 23"/>
                <a:gd name="T3" fmla="*/ 17 h 28"/>
                <a:gd name="T4" fmla="*/ 18 w 23"/>
                <a:gd name="T5" fmla="*/ 16 h 28"/>
                <a:gd name="T6" fmla="*/ 16 w 23"/>
                <a:gd name="T7" fmla="*/ 18 h 28"/>
                <a:gd name="T8" fmla="*/ 17 w 23"/>
                <a:gd name="T9" fmla="*/ 13 h 28"/>
                <a:gd name="T10" fmla="*/ 18 w 23"/>
                <a:gd name="T11" fmla="*/ 7 h 28"/>
                <a:gd name="T12" fmla="*/ 14 w 23"/>
                <a:gd name="T13" fmla="*/ 7 h 28"/>
                <a:gd name="T14" fmla="*/ 10 w 23"/>
                <a:gd name="T15" fmla="*/ 7 h 28"/>
                <a:gd name="T16" fmla="*/ 8 w 23"/>
                <a:gd name="T17" fmla="*/ 4 h 28"/>
                <a:gd name="T18" fmla="*/ 6 w 23"/>
                <a:gd name="T19" fmla="*/ 2 h 28"/>
                <a:gd name="T20" fmla="*/ 2 w 23"/>
                <a:gd name="T21" fmla="*/ 1 h 28"/>
                <a:gd name="T22" fmla="*/ 4 w 23"/>
                <a:gd name="T23" fmla="*/ 5 h 28"/>
                <a:gd name="T24" fmla="*/ 1 w 23"/>
                <a:gd name="T25" fmla="*/ 9 h 28"/>
                <a:gd name="T26" fmla="*/ 3 w 23"/>
                <a:gd name="T27" fmla="*/ 16 h 28"/>
                <a:gd name="T28" fmla="*/ 5 w 23"/>
                <a:gd name="T29" fmla="*/ 25 h 28"/>
                <a:gd name="T30" fmla="*/ 6 w 23"/>
                <a:gd name="T31" fmla="*/ 22 h 28"/>
                <a:gd name="T32" fmla="*/ 7 w 23"/>
                <a:gd name="T33" fmla="*/ 24 h 28"/>
                <a:gd name="T34" fmla="*/ 7 w 23"/>
                <a:gd name="T35" fmla="*/ 23 h 28"/>
                <a:gd name="T36" fmla="*/ 8 w 23"/>
                <a:gd name="T37" fmla="*/ 21 h 28"/>
                <a:gd name="T38" fmla="*/ 13 w 23"/>
                <a:gd name="T39" fmla="*/ 22 h 28"/>
                <a:gd name="T40" fmla="*/ 11 w 23"/>
                <a:gd name="T41" fmla="*/ 16 h 28"/>
                <a:gd name="T42" fmla="*/ 13 w 23"/>
                <a:gd name="T43" fmla="*/ 19 h 28"/>
                <a:gd name="T44" fmla="*/ 17 w 23"/>
                <a:gd name="T45" fmla="*/ 20 h 28"/>
                <a:gd name="T46" fmla="*/ 18 w 23"/>
                <a:gd name="T47" fmla="*/ 22 h 28"/>
                <a:gd name="T48" fmla="*/ 19 w 23"/>
                <a:gd name="T49" fmla="*/ 28 h 28"/>
                <a:gd name="T50" fmla="*/ 21 w 23"/>
                <a:gd name="T51" fmla="*/ 26 h 28"/>
                <a:gd name="T52" fmla="*/ 21 w 23"/>
                <a:gd name="T5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8">
                  <a:moveTo>
                    <a:pt x="21" y="26"/>
                  </a:moveTo>
                  <a:cubicBezTo>
                    <a:pt x="22" y="24"/>
                    <a:pt x="20" y="19"/>
                    <a:pt x="20" y="17"/>
                  </a:cubicBezTo>
                  <a:cubicBezTo>
                    <a:pt x="20" y="17"/>
                    <a:pt x="19" y="13"/>
                    <a:pt x="18" y="16"/>
                  </a:cubicBezTo>
                  <a:cubicBezTo>
                    <a:pt x="18" y="16"/>
                    <a:pt x="17" y="17"/>
                    <a:pt x="16" y="18"/>
                  </a:cubicBezTo>
                  <a:cubicBezTo>
                    <a:pt x="16" y="17"/>
                    <a:pt x="14" y="13"/>
                    <a:pt x="17" y="13"/>
                  </a:cubicBezTo>
                  <a:cubicBezTo>
                    <a:pt x="19" y="12"/>
                    <a:pt x="23" y="6"/>
                    <a:pt x="18" y="7"/>
                  </a:cubicBezTo>
                  <a:cubicBezTo>
                    <a:pt x="17" y="8"/>
                    <a:pt x="15" y="7"/>
                    <a:pt x="14" y="7"/>
                  </a:cubicBezTo>
                  <a:cubicBezTo>
                    <a:pt x="13" y="7"/>
                    <a:pt x="11" y="7"/>
                    <a:pt x="10" y="7"/>
                  </a:cubicBezTo>
                  <a:cubicBezTo>
                    <a:pt x="8" y="6"/>
                    <a:pt x="8" y="5"/>
                    <a:pt x="8" y="4"/>
                  </a:cubicBezTo>
                  <a:cubicBezTo>
                    <a:pt x="8" y="2"/>
                    <a:pt x="7" y="3"/>
                    <a:pt x="6" y="2"/>
                  </a:cubicBezTo>
                  <a:cubicBezTo>
                    <a:pt x="4" y="1"/>
                    <a:pt x="3" y="0"/>
                    <a:pt x="2" y="1"/>
                  </a:cubicBezTo>
                  <a:cubicBezTo>
                    <a:pt x="1" y="3"/>
                    <a:pt x="3" y="4"/>
                    <a:pt x="4" y="5"/>
                  </a:cubicBezTo>
                  <a:cubicBezTo>
                    <a:pt x="7" y="8"/>
                    <a:pt x="2" y="6"/>
                    <a:pt x="1" y="9"/>
                  </a:cubicBezTo>
                  <a:cubicBezTo>
                    <a:pt x="0" y="12"/>
                    <a:pt x="2" y="14"/>
                    <a:pt x="3" y="16"/>
                  </a:cubicBezTo>
                  <a:cubicBezTo>
                    <a:pt x="5" y="19"/>
                    <a:pt x="6" y="22"/>
                    <a:pt x="5" y="25"/>
                  </a:cubicBezTo>
                  <a:cubicBezTo>
                    <a:pt x="6" y="26"/>
                    <a:pt x="6" y="23"/>
                    <a:pt x="6" y="22"/>
                  </a:cubicBezTo>
                  <a:cubicBezTo>
                    <a:pt x="6" y="23"/>
                    <a:pt x="6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8" y="26"/>
                    <a:pt x="8" y="23"/>
                    <a:pt x="8" y="21"/>
                  </a:cubicBezTo>
                  <a:cubicBezTo>
                    <a:pt x="8" y="22"/>
                    <a:pt x="12" y="25"/>
                    <a:pt x="13" y="22"/>
                  </a:cubicBezTo>
                  <a:cubicBezTo>
                    <a:pt x="13" y="21"/>
                    <a:pt x="12" y="16"/>
                    <a:pt x="11" y="16"/>
                  </a:cubicBezTo>
                  <a:cubicBezTo>
                    <a:pt x="12" y="16"/>
                    <a:pt x="13" y="18"/>
                    <a:pt x="13" y="19"/>
                  </a:cubicBezTo>
                  <a:cubicBezTo>
                    <a:pt x="14" y="20"/>
                    <a:pt x="17" y="18"/>
                    <a:pt x="17" y="20"/>
                  </a:cubicBezTo>
                  <a:cubicBezTo>
                    <a:pt x="17" y="21"/>
                    <a:pt x="18" y="20"/>
                    <a:pt x="18" y="22"/>
                  </a:cubicBezTo>
                  <a:cubicBezTo>
                    <a:pt x="18" y="24"/>
                    <a:pt x="18" y="26"/>
                    <a:pt x="19" y="28"/>
                  </a:cubicBezTo>
                  <a:cubicBezTo>
                    <a:pt x="20" y="27"/>
                    <a:pt x="20" y="27"/>
                    <a:pt x="21" y="26"/>
                  </a:cubicBezTo>
                  <a:cubicBezTo>
                    <a:pt x="22" y="25"/>
                    <a:pt x="20" y="27"/>
                    <a:pt x="21" y="2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6" name="Freeform 704">
              <a:extLst>
                <a:ext uri="{FF2B5EF4-FFF2-40B4-BE49-F238E27FC236}">
                  <a16:creationId xmlns:a16="http://schemas.microsoft.com/office/drawing/2014/main" id="{D0E342D2-26AC-6207-0B4E-D972AEE66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3556" y="7416632"/>
              <a:ext cx="490812" cy="954318"/>
            </a:xfrm>
            <a:custGeom>
              <a:avLst/>
              <a:gdLst>
                <a:gd name="T0" fmla="*/ 40 w 42"/>
                <a:gd name="T1" fmla="*/ 30 h 77"/>
                <a:gd name="T2" fmla="*/ 41 w 42"/>
                <a:gd name="T3" fmla="*/ 27 h 77"/>
                <a:gd name="T4" fmla="*/ 39 w 42"/>
                <a:gd name="T5" fmla="*/ 24 h 77"/>
                <a:gd name="T6" fmla="*/ 36 w 42"/>
                <a:gd name="T7" fmla="*/ 20 h 77"/>
                <a:gd name="T8" fmla="*/ 35 w 42"/>
                <a:gd name="T9" fmla="*/ 15 h 77"/>
                <a:gd name="T10" fmla="*/ 30 w 42"/>
                <a:gd name="T11" fmla="*/ 12 h 77"/>
                <a:gd name="T12" fmla="*/ 25 w 42"/>
                <a:gd name="T13" fmla="*/ 14 h 77"/>
                <a:gd name="T14" fmla="*/ 21 w 42"/>
                <a:gd name="T15" fmla="*/ 14 h 77"/>
                <a:gd name="T16" fmla="*/ 17 w 42"/>
                <a:gd name="T17" fmla="*/ 16 h 77"/>
                <a:gd name="T18" fmla="*/ 19 w 42"/>
                <a:gd name="T19" fmla="*/ 12 h 77"/>
                <a:gd name="T20" fmla="*/ 19 w 42"/>
                <a:gd name="T21" fmla="*/ 9 h 77"/>
                <a:gd name="T22" fmla="*/ 18 w 42"/>
                <a:gd name="T23" fmla="*/ 5 h 77"/>
                <a:gd name="T24" fmla="*/ 15 w 42"/>
                <a:gd name="T25" fmla="*/ 4 h 77"/>
                <a:gd name="T26" fmla="*/ 9 w 42"/>
                <a:gd name="T27" fmla="*/ 1 h 77"/>
                <a:gd name="T28" fmla="*/ 4 w 42"/>
                <a:gd name="T29" fmla="*/ 4 h 77"/>
                <a:gd name="T30" fmla="*/ 1 w 42"/>
                <a:gd name="T31" fmla="*/ 8 h 77"/>
                <a:gd name="T32" fmla="*/ 0 w 42"/>
                <a:gd name="T33" fmla="*/ 13 h 77"/>
                <a:gd name="T34" fmla="*/ 3 w 42"/>
                <a:gd name="T35" fmla="*/ 16 h 77"/>
                <a:gd name="T36" fmla="*/ 6 w 42"/>
                <a:gd name="T37" fmla="*/ 20 h 77"/>
                <a:gd name="T38" fmla="*/ 5 w 42"/>
                <a:gd name="T39" fmla="*/ 24 h 77"/>
                <a:gd name="T40" fmla="*/ 5 w 42"/>
                <a:gd name="T41" fmla="*/ 27 h 77"/>
                <a:gd name="T42" fmla="*/ 4 w 42"/>
                <a:gd name="T43" fmla="*/ 28 h 77"/>
                <a:gd name="T44" fmla="*/ 6 w 42"/>
                <a:gd name="T45" fmla="*/ 33 h 77"/>
                <a:gd name="T46" fmla="*/ 9 w 42"/>
                <a:gd name="T47" fmla="*/ 37 h 77"/>
                <a:gd name="T48" fmla="*/ 10 w 42"/>
                <a:gd name="T49" fmla="*/ 42 h 77"/>
                <a:gd name="T50" fmla="*/ 6 w 42"/>
                <a:gd name="T51" fmla="*/ 52 h 77"/>
                <a:gd name="T52" fmla="*/ 5 w 42"/>
                <a:gd name="T53" fmla="*/ 55 h 77"/>
                <a:gd name="T54" fmla="*/ 4 w 42"/>
                <a:gd name="T55" fmla="*/ 58 h 77"/>
                <a:gd name="T56" fmla="*/ 5 w 42"/>
                <a:gd name="T57" fmla="*/ 62 h 77"/>
                <a:gd name="T58" fmla="*/ 11 w 42"/>
                <a:gd name="T59" fmla="*/ 69 h 77"/>
                <a:gd name="T60" fmla="*/ 13 w 42"/>
                <a:gd name="T61" fmla="*/ 72 h 77"/>
                <a:gd name="T62" fmla="*/ 16 w 42"/>
                <a:gd name="T63" fmla="*/ 72 h 77"/>
                <a:gd name="T64" fmla="*/ 18 w 42"/>
                <a:gd name="T65" fmla="*/ 74 h 77"/>
                <a:gd name="T66" fmla="*/ 19 w 42"/>
                <a:gd name="T67" fmla="*/ 76 h 77"/>
                <a:gd name="T68" fmla="*/ 21 w 42"/>
                <a:gd name="T69" fmla="*/ 76 h 77"/>
                <a:gd name="T70" fmla="*/ 23 w 42"/>
                <a:gd name="T71" fmla="*/ 74 h 77"/>
                <a:gd name="T72" fmla="*/ 16 w 42"/>
                <a:gd name="T73" fmla="*/ 69 h 77"/>
                <a:gd name="T74" fmla="*/ 13 w 42"/>
                <a:gd name="T75" fmla="*/ 67 h 77"/>
                <a:gd name="T76" fmla="*/ 15 w 42"/>
                <a:gd name="T77" fmla="*/ 67 h 77"/>
                <a:gd name="T78" fmla="*/ 12 w 42"/>
                <a:gd name="T79" fmla="*/ 60 h 77"/>
                <a:gd name="T80" fmla="*/ 11 w 42"/>
                <a:gd name="T81" fmla="*/ 58 h 77"/>
                <a:gd name="T82" fmla="*/ 9 w 42"/>
                <a:gd name="T83" fmla="*/ 56 h 77"/>
                <a:gd name="T84" fmla="*/ 11 w 42"/>
                <a:gd name="T85" fmla="*/ 48 h 77"/>
                <a:gd name="T86" fmla="*/ 13 w 42"/>
                <a:gd name="T87" fmla="*/ 43 h 77"/>
                <a:gd name="T88" fmla="*/ 14 w 42"/>
                <a:gd name="T89" fmla="*/ 36 h 77"/>
                <a:gd name="T90" fmla="*/ 17 w 42"/>
                <a:gd name="T91" fmla="*/ 40 h 77"/>
                <a:gd name="T92" fmla="*/ 22 w 42"/>
                <a:gd name="T93" fmla="*/ 41 h 77"/>
                <a:gd name="T94" fmla="*/ 27 w 42"/>
                <a:gd name="T95" fmla="*/ 44 h 77"/>
                <a:gd name="T96" fmla="*/ 24 w 42"/>
                <a:gd name="T97" fmla="*/ 38 h 77"/>
                <a:gd name="T98" fmla="*/ 28 w 42"/>
                <a:gd name="T99" fmla="*/ 33 h 77"/>
                <a:gd name="T100" fmla="*/ 34 w 42"/>
                <a:gd name="T101" fmla="*/ 32 h 77"/>
                <a:gd name="T102" fmla="*/ 38 w 42"/>
                <a:gd name="T103" fmla="*/ 33 h 77"/>
                <a:gd name="T104" fmla="*/ 40 w 42"/>
                <a:gd name="T105" fmla="*/ 30 h 77"/>
                <a:gd name="T106" fmla="*/ 40 w 42"/>
                <a:gd name="T107" fmla="*/ 3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77">
                  <a:moveTo>
                    <a:pt x="40" y="30"/>
                  </a:moveTo>
                  <a:cubicBezTo>
                    <a:pt x="41" y="30"/>
                    <a:pt x="40" y="28"/>
                    <a:pt x="41" y="27"/>
                  </a:cubicBezTo>
                  <a:cubicBezTo>
                    <a:pt x="42" y="26"/>
                    <a:pt x="40" y="24"/>
                    <a:pt x="39" y="24"/>
                  </a:cubicBezTo>
                  <a:cubicBezTo>
                    <a:pt x="38" y="23"/>
                    <a:pt x="36" y="22"/>
                    <a:pt x="36" y="20"/>
                  </a:cubicBezTo>
                  <a:cubicBezTo>
                    <a:pt x="36" y="18"/>
                    <a:pt x="37" y="17"/>
                    <a:pt x="35" y="15"/>
                  </a:cubicBezTo>
                  <a:cubicBezTo>
                    <a:pt x="34" y="14"/>
                    <a:pt x="32" y="12"/>
                    <a:pt x="30" y="12"/>
                  </a:cubicBezTo>
                  <a:cubicBezTo>
                    <a:pt x="28" y="12"/>
                    <a:pt x="27" y="14"/>
                    <a:pt x="25" y="14"/>
                  </a:cubicBezTo>
                  <a:cubicBezTo>
                    <a:pt x="23" y="13"/>
                    <a:pt x="23" y="13"/>
                    <a:pt x="21" y="14"/>
                  </a:cubicBezTo>
                  <a:cubicBezTo>
                    <a:pt x="21" y="14"/>
                    <a:pt x="18" y="17"/>
                    <a:pt x="17" y="16"/>
                  </a:cubicBezTo>
                  <a:cubicBezTo>
                    <a:pt x="17" y="15"/>
                    <a:pt x="20" y="13"/>
                    <a:pt x="19" y="12"/>
                  </a:cubicBezTo>
                  <a:cubicBezTo>
                    <a:pt x="17" y="11"/>
                    <a:pt x="19" y="10"/>
                    <a:pt x="19" y="9"/>
                  </a:cubicBezTo>
                  <a:cubicBezTo>
                    <a:pt x="19" y="8"/>
                    <a:pt x="19" y="5"/>
                    <a:pt x="18" y="5"/>
                  </a:cubicBezTo>
                  <a:cubicBezTo>
                    <a:pt x="16" y="6"/>
                    <a:pt x="14" y="6"/>
                    <a:pt x="15" y="4"/>
                  </a:cubicBezTo>
                  <a:cubicBezTo>
                    <a:pt x="16" y="0"/>
                    <a:pt x="11" y="0"/>
                    <a:pt x="9" y="1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1" y="7"/>
                    <a:pt x="1" y="8"/>
                  </a:cubicBezTo>
                  <a:cubicBezTo>
                    <a:pt x="1" y="10"/>
                    <a:pt x="0" y="11"/>
                    <a:pt x="0" y="13"/>
                  </a:cubicBezTo>
                  <a:cubicBezTo>
                    <a:pt x="0" y="15"/>
                    <a:pt x="1" y="15"/>
                    <a:pt x="3" y="16"/>
                  </a:cubicBezTo>
                  <a:cubicBezTo>
                    <a:pt x="4" y="18"/>
                    <a:pt x="5" y="19"/>
                    <a:pt x="6" y="20"/>
                  </a:cubicBezTo>
                  <a:cubicBezTo>
                    <a:pt x="7" y="22"/>
                    <a:pt x="5" y="23"/>
                    <a:pt x="5" y="24"/>
                  </a:cubicBezTo>
                  <a:cubicBezTo>
                    <a:pt x="5" y="25"/>
                    <a:pt x="6" y="26"/>
                    <a:pt x="5" y="27"/>
                  </a:cubicBezTo>
                  <a:cubicBezTo>
                    <a:pt x="5" y="27"/>
                    <a:pt x="4" y="27"/>
                    <a:pt x="4" y="28"/>
                  </a:cubicBezTo>
                  <a:cubicBezTo>
                    <a:pt x="3" y="29"/>
                    <a:pt x="5" y="32"/>
                    <a:pt x="6" y="33"/>
                  </a:cubicBezTo>
                  <a:cubicBezTo>
                    <a:pt x="7" y="34"/>
                    <a:pt x="8" y="35"/>
                    <a:pt x="9" y="37"/>
                  </a:cubicBezTo>
                  <a:cubicBezTo>
                    <a:pt x="9" y="39"/>
                    <a:pt x="9" y="40"/>
                    <a:pt x="10" y="42"/>
                  </a:cubicBezTo>
                  <a:cubicBezTo>
                    <a:pt x="11" y="46"/>
                    <a:pt x="8" y="49"/>
                    <a:pt x="6" y="52"/>
                  </a:cubicBezTo>
                  <a:cubicBezTo>
                    <a:pt x="6" y="53"/>
                    <a:pt x="5" y="54"/>
                    <a:pt x="5" y="55"/>
                  </a:cubicBezTo>
                  <a:cubicBezTo>
                    <a:pt x="4" y="56"/>
                    <a:pt x="4" y="57"/>
                    <a:pt x="4" y="58"/>
                  </a:cubicBezTo>
                  <a:cubicBezTo>
                    <a:pt x="4" y="59"/>
                    <a:pt x="3" y="62"/>
                    <a:pt x="5" y="62"/>
                  </a:cubicBezTo>
                  <a:cubicBezTo>
                    <a:pt x="8" y="64"/>
                    <a:pt x="9" y="67"/>
                    <a:pt x="11" y="69"/>
                  </a:cubicBezTo>
                  <a:cubicBezTo>
                    <a:pt x="12" y="70"/>
                    <a:pt x="12" y="71"/>
                    <a:pt x="13" y="72"/>
                  </a:cubicBezTo>
                  <a:cubicBezTo>
                    <a:pt x="14" y="72"/>
                    <a:pt x="15" y="72"/>
                    <a:pt x="16" y="72"/>
                  </a:cubicBezTo>
                  <a:cubicBezTo>
                    <a:pt x="17" y="73"/>
                    <a:pt x="18" y="73"/>
                    <a:pt x="18" y="74"/>
                  </a:cubicBezTo>
                  <a:cubicBezTo>
                    <a:pt x="18" y="75"/>
                    <a:pt x="18" y="76"/>
                    <a:pt x="19" y="76"/>
                  </a:cubicBezTo>
                  <a:cubicBezTo>
                    <a:pt x="19" y="77"/>
                    <a:pt x="20" y="76"/>
                    <a:pt x="21" y="76"/>
                  </a:cubicBezTo>
                  <a:cubicBezTo>
                    <a:pt x="22" y="76"/>
                    <a:pt x="23" y="74"/>
                    <a:pt x="23" y="74"/>
                  </a:cubicBezTo>
                  <a:cubicBezTo>
                    <a:pt x="21" y="71"/>
                    <a:pt x="20" y="70"/>
                    <a:pt x="16" y="69"/>
                  </a:cubicBezTo>
                  <a:cubicBezTo>
                    <a:pt x="15" y="69"/>
                    <a:pt x="14" y="68"/>
                    <a:pt x="13" y="67"/>
                  </a:cubicBezTo>
                  <a:cubicBezTo>
                    <a:pt x="13" y="65"/>
                    <a:pt x="14" y="67"/>
                    <a:pt x="15" y="67"/>
                  </a:cubicBezTo>
                  <a:cubicBezTo>
                    <a:pt x="14" y="67"/>
                    <a:pt x="12" y="61"/>
                    <a:pt x="12" y="60"/>
                  </a:cubicBezTo>
                  <a:cubicBezTo>
                    <a:pt x="12" y="59"/>
                    <a:pt x="12" y="59"/>
                    <a:pt x="11" y="58"/>
                  </a:cubicBezTo>
                  <a:cubicBezTo>
                    <a:pt x="10" y="58"/>
                    <a:pt x="9" y="57"/>
                    <a:pt x="9" y="56"/>
                  </a:cubicBezTo>
                  <a:cubicBezTo>
                    <a:pt x="8" y="53"/>
                    <a:pt x="10" y="50"/>
                    <a:pt x="11" y="48"/>
                  </a:cubicBezTo>
                  <a:cubicBezTo>
                    <a:pt x="11" y="46"/>
                    <a:pt x="13" y="44"/>
                    <a:pt x="13" y="43"/>
                  </a:cubicBezTo>
                  <a:cubicBezTo>
                    <a:pt x="13" y="41"/>
                    <a:pt x="12" y="37"/>
                    <a:pt x="14" y="36"/>
                  </a:cubicBezTo>
                  <a:cubicBezTo>
                    <a:pt x="17" y="36"/>
                    <a:pt x="17" y="37"/>
                    <a:pt x="17" y="40"/>
                  </a:cubicBezTo>
                  <a:cubicBezTo>
                    <a:pt x="16" y="42"/>
                    <a:pt x="20" y="41"/>
                    <a:pt x="22" y="41"/>
                  </a:cubicBezTo>
                  <a:cubicBezTo>
                    <a:pt x="23" y="41"/>
                    <a:pt x="26" y="43"/>
                    <a:pt x="27" y="44"/>
                  </a:cubicBezTo>
                  <a:cubicBezTo>
                    <a:pt x="27" y="42"/>
                    <a:pt x="25" y="41"/>
                    <a:pt x="24" y="38"/>
                  </a:cubicBezTo>
                  <a:cubicBezTo>
                    <a:pt x="24" y="36"/>
                    <a:pt x="26" y="35"/>
                    <a:pt x="28" y="33"/>
                  </a:cubicBezTo>
                  <a:cubicBezTo>
                    <a:pt x="29" y="32"/>
                    <a:pt x="32" y="32"/>
                    <a:pt x="34" y="32"/>
                  </a:cubicBezTo>
                  <a:cubicBezTo>
                    <a:pt x="36" y="32"/>
                    <a:pt x="37" y="32"/>
                    <a:pt x="38" y="33"/>
                  </a:cubicBezTo>
                  <a:cubicBezTo>
                    <a:pt x="40" y="33"/>
                    <a:pt x="39" y="32"/>
                    <a:pt x="40" y="30"/>
                  </a:cubicBezTo>
                  <a:cubicBezTo>
                    <a:pt x="41" y="30"/>
                    <a:pt x="40" y="31"/>
                    <a:pt x="40" y="3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7" name="Freeform 705">
              <a:extLst>
                <a:ext uri="{FF2B5EF4-FFF2-40B4-BE49-F238E27FC236}">
                  <a16:creationId xmlns:a16="http://schemas.microsoft.com/office/drawing/2014/main" id="{9EB5DA5C-551F-D3AA-BE7E-0029DD2FD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0909" y="7218167"/>
              <a:ext cx="446917" cy="966988"/>
            </a:xfrm>
            <a:custGeom>
              <a:avLst/>
              <a:gdLst>
                <a:gd name="T0" fmla="*/ 37 w 38"/>
                <a:gd name="T1" fmla="*/ 55 h 78"/>
                <a:gd name="T2" fmla="*/ 36 w 38"/>
                <a:gd name="T3" fmla="*/ 49 h 78"/>
                <a:gd name="T4" fmla="*/ 32 w 38"/>
                <a:gd name="T5" fmla="*/ 41 h 78"/>
                <a:gd name="T6" fmla="*/ 28 w 38"/>
                <a:gd name="T7" fmla="*/ 37 h 78"/>
                <a:gd name="T8" fmla="*/ 22 w 38"/>
                <a:gd name="T9" fmla="*/ 31 h 78"/>
                <a:gd name="T10" fmla="*/ 18 w 38"/>
                <a:gd name="T11" fmla="*/ 26 h 78"/>
                <a:gd name="T12" fmla="*/ 19 w 38"/>
                <a:gd name="T13" fmla="*/ 20 h 78"/>
                <a:gd name="T14" fmla="*/ 23 w 38"/>
                <a:gd name="T15" fmla="*/ 15 h 78"/>
                <a:gd name="T16" fmla="*/ 29 w 38"/>
                <a:gd name="T17" fmla="*/ 11 h 78"/>
                <a:gd name="T18" fmla="*/ 23 w 38"/>
                <a:gd name="T19" fmla="*/ 7 h 78"/>
                <a:gd name="T20" fmla="*/ 24 w 38"/>
                <a:gd name="T21" fmla="*/ 4 h 78"/>
                <a:gd name="T22" fmla="*/ 19 w 38"/>
                <a:gd name="T23" fmla="*/ 3 h 78"/>
                <a:gd name="T24" fmla="*/ 14 w 38"/>
                <a:gd name="T25" fmla="*/ 3 h 78"/>
                <a:gd name="T26" fmla="*/ 11 w 38"/>
                <a:gd name="T27" fmla="*/ 5 h 78"/>
                <a:gd name="T28" fmla="*/ 8 w 38"/>
                <a:gd name="T29" fmla="*/ 5 h 78"/>
                <a:gd name="T30" fmla="*/ 5 w 38"/>
                <a:gd name="T31" fmla="*/ 5 h 78"/>
                <a:gd name="T32" fmla="*/ 3 w 38"/>
                <a:gd name="T33" fmla="*/ 5 h 78"/>
                <a:gd name="T34" fmla="*/ 0 w 38"/>
                <a:gd name="T35" fmla="*/ 6 h 78"/>
                <a:gd name="T36" fmla="*/ 4 w 38"/>
                <a:gd name="T37" fmla="*/ 9 h 78"/>
                <a:gd name="T38" fmla="*/ 5 w 38"/>
                <a:gd name="T39" fmla="*/ 13 h 78"/>
                <a:gd name="T40" fmla="*/ 9 w 38"/>
                <a:gd name="T41" fmla="*/ 14 h 78"/>
                <a:gd name="T42" fmla="*/ 12 w 38"/>
                <a:gd name="T43" fmla="*/ 17 h 78"/>
                <a:gd name="T44" fmla="*/ 13 w 38"/>
                <a:gd name="T45" fmla="*/ 21 h 78"/>
                <a:gd name="T46" fmla="*/ 10 w 38"/>
                <a:gd name="T47" fmla="*/ 22 h 78"/>
                <a:gd name="T48" fmla="*/ 14 w 38"/>
                <a:gd name="T49" fmla="*/ 25 h 78"/>
                <a:gd name="T50" fmla="*/ 19 w 38"/>
                <a:gd name="T51" fmla="*/ 31 h 78"/>
                <a:gd name="T52" fmla="*/ 23 w 38"/>
                <a:gd name="T53" fmla="*/ 35 h 78"/>
                <a:gd name="T54" fmla="*/ 26 w 38"/>
                <a:gd name="T55" fmla="*/ 39 h 78"/>
                <a:gd name="T56" fmla="*/ 28 w 38"/>
                <a:gd name="T57" fmla="*/ 43 h 78"/>
                <a:gd name="T58" fmla="*/ 27 w 38"/>
                <a:gd name="T59" fmla="*/ 48 h 78"/>
                <a:gd name="T60" fmla="*/ 28 w 38"/>
                <a:gd name="T61" fmla="*/ 52 h 78"/>
                <a:gd name="T62" fmla="*/ 28 w 38"/>
                <a:gd name="T63" fmla="*/ 57 h 78"/>
                <a:gd name="T64" fmla="*/ 23 w 38"/>
                <a:gd name="T65" fmla="*/ 60 h 78"/>
                <a:gd name="T66" fmla="*/ 20 w 38"/>
                <a:gd name="T67" fmla="*/ 62 h 78"/>
                <a:gd name="T68" fmla="*/ 20 w 38"/>
                <a:gd name="T69" fmla="*/ 65 h 78"/>
                <a:gd name="T70" fmla="*/ 18 w 38"/>
                <a:gd name="T71" fmla="*/ 66 h 78"/>
                <a:gd name="T72" fmla="*/ 14 w 38"/>
                <a:gd name="T73" fmla="*/ 67 h 78"/>
                <a:gd name="T74" fmla="*/ 15 w 38"/>
                <a:gd name="T75" fmla="*/ 70 h 78"/>
                <a:gd name="T76" fmla="*/ 14 w 38"/>
                <a:gd name="T77" fmla="*/ 74 h 78"/>
                <a:gd name="T78" fmla="*/ 14 w 38"/>
                <a:gd name="T79" fmla="*/ 77 h 78"/>
                <a:gd name="T80" fmla="*/ 18 w 38"/>
                <a:gd name="T81" fmla="*/ 75 h 78"/>
                <a:gd name="T82" fmla="*/ 19 w 38"/>
                <a:gd name="T83" fmla="*/ 71 h 78"/>
                <a:gd name="T84" fmla="*/ 22 w 38"/>
                <a:gd name="T85" fmla="*/ 72 h 78"/>
                <a:gd name="T86" fmla="*/ 21 w 38"/>
                <a:gd name="T87" fmla="*/ 70 h 78"/>
                <a:gd name="T88" fmla="*/ 23 w 38"/>
                <a:gd name="T89" fmla="*/ 71 h 78"/>
                <a:gd name="T90" fmla="*/ 24 w 38"/>
                <a:gd name="T91" fmla="*/ 67 h 78"/>
                <a:gd name="T92" fmla="*/ 26 w 38"/>
                <a:gd name="T93" fmla="*/ 68 h 78"/>
                <a:gd name="T94" fmla="*/ 30 w 38"/>
                <a:gd name="T95" fmla="*/ 66 h 78"/>
                <a:gd name="T96" fmla="*/ 36 w 38"/>
                <a:gd name="T97" fmla="*/ 61 h 78"/>
                <a:gd name="T98" fmla="*/ 36 w 38"/>
                <a:gd name="T99" fmla="*/ 57 h 78"/>
                <a:gd name="T100" fmla="*/ 37 w 38"/>
                <a:gd name="T101" fmla="*/ 55 h 78"/>
                <a:gd name="T102" fmla="*/ 37 w 38"/>
                <a:gd name="T103" fmla="*/ 5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78">
                  <a:moveTo>
                    <a:pt x="37" y="55"/>
                  </a:moveTo>
                  <a:cubicBezTo>
                    <a:pt x="36" y="54"/>
                    <a:pt x="36" y="52"/>
                    <a:pt x="36" y="49"/>
                  </a:cubicBezTo>
                  <a:cubicBezTo>
                    <a:pt x="35" y="46"/>
                    <a:pt x="34" y="44"/>
                    <a:pt x="32" y="41"/>
                  </a:cubicBezTo>
                  <a:cubicBezTo>
                    <a:pt x="31" y="39"/>
                    <a:pt x="30" y="38"/>
                    <a:pt x="28" y="37"/>
                  </a:cubicBezTo>
                  <a:cubicBezTo>
                    <a:pt x="26" y="35"/>
                    <a:pt x="23" y="34"/>
                    <a:pt x="22" y="31"/>
                  </a:cubicBezTo>
                  <a:cubicBezTo>
                    <a:pt x="22" y="29"/>
                    <a:pt x="20" y="28"/>
                    <a:pt x="18" y="26"/>
                  </a:cubicBezTo>
                  <a:cubicBezTo>
                    <a:pt x="17" y="25"/>
                    <a:pt x="18" y="21"/>
                    <a:pt x="19" y="20"/>
                  </a:cubicBezTo>
                  <a:cubicBezTo>
                    <a:pt x="21" y="19"/>
                    <a:pt x="23" y="17"/>
                    <a:pt x="23" y="15"/>
                  </a:cubicBezTo>
                  <a:cubicBezTo>
                    <a:pt x="24" y="14"/>
                    <a:pt x="28" y="12"/>
                    <a:pt x="29" y="11"/>
                  </a:cubicBezTo>
                  <a:cubicBezTo>
                    <a:pt x="27" y="10"/>
                    <a:pt x="25" y="9"/>
                    <a:pt x="23" y="7"/>
                  </a:cubicBezTo>
                  <a:cubicBezTo>
                    <a:pt x="21" y="6"/>
                    <a:pt x="24" y="6"/>
                    <a:pt x="24" y="4"/>
                  </a:cubicBezTo>
                  <a:cubicBezTo>
                    <a:pt x="24" y="4"/>
                    <a:pt x="19" y="3"/>
                    <a:pt x="19" y="3"/>
                  </a:cubicBezTo>
                  <a:cubicBezTo>
                    <a:pt x="17" y="2"/>
                    <a:pt x="15" y="0"/>
                    <a:pt x="14" y="3"/>
                  </a:cubicBezTo>
                  <a:cubicBezTo>
                    <a:pt x="13" y="4"/>
                    <a:pt x="12" y="4"/>
                    <a:pt x="11" y="5"/>
                  </a:cubicBezTo>
                  <a:cubicBezTo>
                    <a:pt x="9" y="8"/>
                    <a:pt x="9" y="4"/>
                    <a:pt x="8" y="5"/>
                  </a:cubicBezTo>
                  <a:cubicBezTo>
                    <a:pt x="6" y="6"/>
                    <a:pt x="6" y="5"/>
                    <a:pt x="5" y="5"/>
                  </a:cubicBezTo>
                  <a:cubicBezTo>
                    <a:pt x="4" y="6"/>
                    <a:pt x="3" y="6"/>
                    <a:pt x="3" y="5"/>
                  </a:cubicBezTo>
                  <a:cubicBezTo>
                    <a:pt x="3" y="4"/>
                    <a:pt x="1" y="6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5" y="11"/>
                    <a:pt x="4" y="12"/>
                    <a:pt x="5" y="13"/>
                  </a:cubicBezTo>
                  <a:cubicBezTo>
                    <a:pt x="5" y="15"/>
                    <a:pt x="8" y="15"/>
                    <a:pt x="9" y="14"/>
                  </a:cubicBezTo>
                  <a:cubicBezTo>
                    <a:pt x="11" y="13"/>
                    <a:pt x="12" y="16"/>
                    <a:pt x="12" y="17"/>
                  </a:cubicBezTo>
                  <a:cubicBezTo>
                    <a:pt x="13" y="19"/>
                    <a:pt x="15" y="19"/>
                    <a:pt x="13" y="21"/>
                  </a:cubicBezTo>
                  <a:cubicBezTo>
                    <a:pt x="11" y="22"/>
                    <a:pt x="10" y="19"/>
                    <a:pt x="10" y="22"/>
                  </a:cubicBezTo>
                  <a:cubicBezTo>
                    <a:pt x="10" y="24"/>
                    <a:pt x="13" y="24"/>
                    <a:pt x="14" y="25"/>
                  </a:cubicBezTo>
                  <a:cubicBezTo>
                    <a:pt x="16" y="27"/>
                    <a:pt x="17" y="29"/>
                    <a:pt x="19" y="31"/>
                  </a:cubicBezTo>
                  <a:cubicBezTo>
                    <a:pt x="20" y="33"/>
                    <a:pt x="22" y="33"/>
                    <a:pt x="23" y="35"/>
                  </a:cubicBezTo>
                  <a:cubicBezTo>
                    <a:pt x="24" y="37"/>
                    <a:pt x="24" y="38"/>
                    <a:pt x="26" y="39"/>
                  </a:cubicBezTo>
                  <a:cubicBezTo>
                    <a:pt x="27" y="40"/>
                    <a:pt x="26" y="42"/>
                    <a:pt x="28" y="43"/>
                  </a:cubicBezTo>
                  <a:cubicBezTo>
                    <a:pt x="29" y="44"/>
                    <a:pt x="28" y="47"/>
                    <a:pt x="27" y="48"/>
                  </a:cubicBezTo>
                  <a:cubicBezTo>
                    <a:pt x="26" y="49"/>
                    <a:pt x="27" y="51"/>
                    <a:pt x="28" y="52"/>
                  </a:cubicBezTo>
                  <a:cubicBezTo>
                    <a:pt x="28" y="54"/>
                    <a:pt x="28" y="55"/>
                    <a:pt x="28" y="57"/>
                  </a:cubicBezTo>
                  <a:cubicBezTo>
                    <a:pt x="26" y="59"/>
                    <a:pt x="26" y="59"/>
                    <a:pt x="23" y="60"/>
                  </a:cubicBezTo>
                  <a:cubicBezTo>
                    <a:pt x="21" y="60"/>
                    <a:pt x="24" y="63"/>
                    <a:pt x="20" y="62"/>
                  </a:cubicBezTo>
                  <a:cubicBezTo>
                    <a:pt x="18" y="62"/>
                    <a:pt x="20" y="64"/>
                    <a:pt x="20" y="65"/>
                  </a:cubicBezTo>
                  <a:cubicBezTo>
                    <a:pt x="21" y="67"/>
                    <a:pt x="19" y="66"/>
                    <a:pt x="18" y="66"/>
                  </a:cubicBezTo>
                  <a:cubicBezTo>
                    <a:pt x="16" y="66"/>
                    <a:pt x="15" y="66"/>
                    <a:pt x="14" y="67"/>
                  </a:cubicBezTo>
                  <a:cubicBezTo>
                    <a:pt x="11" y="69"/>
                    <a:pt x="13" y="69"/>
                    <a:pt x="15" y="70"/>
                  </a:cubicBezTo>
                  <a:cubicBezTo>
                    <a:pt x="16" y="70"/>
                    <a:pt x="14" y="73"/>
                    <a:pt x="14" y="74"/>
                  </a:cubicBezTo>
                  <a:cubicBezTo>
                    <a:pt x="13" y="74"/>
                    <a:pt x="13" y="78"/>
                    <a:pt x="14" y="77"/>
                  </a:cubicBezTo>
                  <a:cubicBezTo>
                    <a:pt x="16" y="76"/>
                    <a:pt x="17" y="75"/>
                    <a:pt x="18" y="75"/>
                  </a:cubicBezTo>
                  <a:cubicBezTo>
                    <a:pt x="22" y="74"/>
                    <a:pt x="20" y="73"/>
                    <a:pt x="19" y="71"/>
                  </a:cubicBezTo>
                  <a:cubicBezTo>
                    <a:pt x="20" y="71"/>
                    <a:pt x="21" y="73"/>
                    <a:pt x="22" y="72"/>
                  </a:cubicBezTo>
                  <a:cubicBezTo>
                    <a:pt x="23" y="71"/>
                    <a:pt x="21" y="70"/>
                    <a:pt x="21" y="70"/>
                  </a:cubicBezTo>
                  <a:cubicBezTo>
                    <a:pt x="21" y="69"/>
                    <a:pt x="23" y="71"/>
                    <a:pt x="23" y="71"/>
                  </a:cubicBezTo>
                  <a:cubicBezTo>
                    <a:pt x="22" y="71"/>
                    <a:pt x="23" y="67"/>
                    <a:pt x="24" y="67"/>
                  </a:cubicBezTo>
                  <a:cubicBezTo>
                    <a:pt x="24" y="66"/>
                    <a:pt x="26" y="68"/>
                    <a:pt x="26" y="68"/>
                  </a:cubicBezTo>
                  <a:cubicBezTo>
                    <a:pt x="28" y="68"/>
                    <a:pt x="29" y="67"/>
                    <a:pt x="30" y="66"/>
                  </a:cubicBezTo>
                  <a:cubicBezTo>
                    <a:pt x="31" y="65"/>
                    <a:pt x="36" y="63"/>
                    <a:pt x="36" y="61"/>
                  </a:cubicBezTo>
                  <a:cubicBezTo>
                    <a:pt x="36" y="60"/>
                    <a:pt x="35" y="59"/>
                    <a:pt x="36" y="57"/>
                  </a:cubicBezTo>
                  <a:cubicBezTo>
                    <a:pt x="36" y="56"/>
                    <a:pt x="38" y="57"/>
                    <a:pt x="37" y="55"/>
                  </a:cubicBezTo>
                  <a:cubicBezTo>
                    <a:pt x="36" y="54"/>
                    <a:pt x="38" y="56"/>
                    <a:pt x="37" y="5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8" name="Freeform 706">
              <a:extLst>
                <a:ext uri="{FF2B5EF4-FFF2-40B4-BE49-F238E27FC236}">
                  <a16:creationId xmlns:a16="http://schemas.microsoft.com/office/drawing/2014/main" id="{A3EA162B-016F-AE69-AAF0-F3284E6E9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7160" y="7294176"/>
              <a:ext cx="430956" cy="557389"/>
            </a:xfrm>
            <a:custGeom>
              <a:avLst/>
              <a:gdLst>
                <a:gd name="T0" fmla="*/ 37 w 37"/>
                <a:gd name="T1" fmla="*/ 38 h 45"/>
                <a:gd name="T2" fmla="*/ 35 w 37"/>
                <a:gd name="T3" fmla="*/ 35 h 45"/>
                <a:gd name="T4" fmla="*/ 33 w 37"/>
                <a:gd name="T5" fmla="*/ 32 h 45"/>
                <a:gd name="T6" fmla="*/ 30 w 37"/>
                <a:gd name="T7" fmla="*/ 28 h 45"/>
                <a:gd name="T8" fmla="*/ 26 w 37"/>
                <a:gd name="T9" fmla="*/ 22 h 45"/>
                <a:gd name="T10" fmla="*/ 22 w 37"/>
                <a:gd name="T11" fmla="*/ 18 h 45"/>
                <a:gd name="T12" fmla="*/ 19 w 37"/>
                <a:gd name="T13" fmla="*/ 15 h 45"/>
                <a:gd name="T14" fmla="*/ 22 w 37"/>
                <a:gd name="T15" fmla="*/ 14 h 45"/>
                <a:gd name="T16" fmla="*/ 21 w 37"/>
                <a:gd name="T17" fmla="*/ 10 h 45"/>
                <a:gd name="T18" fmla="*/ 14 w 37"/>
                <a:gd name="T19" fmla="*/ 8 h 45"/>
                <a:gd name="T20" fmla="*/ 13 w 37"/>
                <a:gd name="T21" fmla="*/ 4 h 45"/>
                <a:gd name="T22" fmla="*/ 9 w 37"/>
                <a:gd name="T23" fmla="*/ 0 h 45"/>
                <a:gd name="T24" fmla="*/ 7 w 37"/>
                <a:gd name="T25" fmla="*/ 0 h 45"/>
                <a:gd name="T26" fmla="*/ 8 w 37"/>
                <a:gd name="T27" fmla="*/ 4 h 45"/>
                <a:gd name="T28" fmla="*/ 8 w 37"/>
                <a:gd name="T29" fmla="*/ 7 h 45"/>
                <a:gd name="T30" fmla="*/ 4 w 37"/>
                <a:gd name="T31" fmla="*/ 5 h 45"/>
                <a:gd name="T32" fmla="*/ 0 w 37"/>
                <a:gd name="T33" fmla="*/ 10 h 45"/>
                <a:gd name="T34" fmla="*/ 4 w 37"/>
                <a:gd name="T35" fmla="*/ 15 h 45"/>
                <a:gd name="T36" fmla="*/ 4 w 37"/>
                <a:gd name="T37" fmla="*/ 22 h 45"/>
                <a:gd name="T38" fmla="*/ 3 w 37"/>
                <a:gd name="T39" fmla="*/ 26 h 45"/>
                <a:gd name="T40" fmla="*/ 7 w 37"/>
                <a:gd name="T41" fmla="*/ 25 h 45"/>
                <a:gd name="T42" fmla="*/ 10 w 37"/>
                <a:gd name="T43" fmla="*/ 23 h 45"/>
                <a:gd name="T44" fmla="*/ 15 w 37"/>
                <a:gd name="T45" fmla="*/ 22 h 45"/>
                <a:gd name="T46" fmla="*/ 23 w 37"/>
                <a:gd name="T47" fmla="*/ 28 h 45"/>
                <a:gd name="T48" fmla="*/ 27 w 37"/>
                <a:gd name="T49" fmla="*/ 36 h 45"/>
                <a:gd name="T50" fmla="*/ 27 w 37"/>
                <a:gd name="T51" fmla="*/ 39 h 45"/>
                <a:gd name="T52" fmla="*/ 25 w 37"/>
                <a:gd name="T53" fmla="*/ 43 h 45"/>
                <a:gd name="T54" fmla="*/ 29 w 37"/>
                <a:gd name="T55" fmla="*/ 43 h 45"/>
                <a:gd name="T56" fmla="*/ 32 w 37"/>
                <a:gd name="T57" fmla="*/ 42 h 45"/>
                <a:gd name="T58" fmla="*/ 35 w 37"/>
                <a:gd name="T59" fmla="*/ 42 h 45"/>
                <a:gd name="T60" fmla="*/ 37 w 37"/>
                <a:gd name="T6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7" h="45">
                  <a:moveTo>
                    <a:pt x="37" y="38"/>
                  </a:moveTo>
                  <a:cubicBezTo>
                    <a:pt x="37" y="37"/>
                    <a:pt x="36" y="37"/>
                    <a:pt x="35" y="35"/>
                  </a:cubicBezTo>
                  <a:cubicBezTo>
                    <a:pt x="35" y="33"/>
                    <a:pt x="34" y="34"/>
                    <a:pt x="33" y="32"/>
                  </a:cubicBezTo>
                  <a:cubicBezTo>
                    <a:pt x="32" y="30"/>
                    <a:pt x="32" y="29"/>
                    <a:pt x="30" y="28"/>
                  </a:cubicBezTo>
                  <a:cubicBezTo>
                    <a:pt x="28" y="26"/>
                    <a:pt x="27" y="24"/>
                    <a:pt x="26" y="22"/>
                  </a:cubicBezTo>
                  <a:cubicBezTo>
                    <a:pt x="25" y="21"/>
                    <a:pt x="23" y="19"/>
                    <a:pt x="22" y="18"/>
                  </a:cubicBezTo>
                  <a:cubicBezTo>
                    <a:pt x="20" y="17"/>
                    <a:pt x="19" y="18"/>
                    <a:pt x="19" y="15"/>
                  </a:cubicBezTo>
                  <a:cubicBezTo>
                    <a:pt x="19" y="14"/>
                    <a:pt x="21" y="16"/>
                    <a:pt x="22" y="14"/>
                  </a:cubicBezTo>
                  <a:cubicBezTo>
                    <a:pt x="24" y="13"/>
                    <a:pt x="22" y="12"/>
                    <a:pt x="21" y="10"/>
                  </a:cubicBezTo>
                  <a:cubicBezTo>
                    <a:pt x="19" y="5"/>
                    <a:pt x="16" y="11"/>
                    <a:pt x="14" y="8"/>
                  </a:cubicBezTo>
                  <a:cubicBezTo>
                    <a:pt x="13" y="7"/>
                    <a:pt x="14" y="5"/>
                    <a:pt x="13" y="4"/>
                  </a:cubicBezTo>
                  <a:cubicBezTo>
                    <a:pt x="12" y="3"/>
                    <a:pt x="10" y="2"/>
                    <a:pt x="9" y="0"/>
                  </a:cubicBezTo>
                  <a:cubicBezTo>
                    <a:pt x="9" y="0"/>
                    <a:pt x="7" y="0"/>
                    <a:pt x="7" y="0"/>
                  </a:cubicBezTo>
                  <a:cubicBezTo>
                    <a:pt x="6" y="1"/>
                    <a:pt x="8" y="3"/>
                    <a:pt x="8" y="4"/>
                  </a:cubicBezTo>
                  <a:cubicBezTo>
                    <a:pt x="8" y="5"/>
                    <a:pt x="9" y="7"/>
                    <a:pt x="8" y="7"/>
                  </a:cubicBezTo>
                  <a:cubicBezTo>
                    <a:pt x="6" y="7"/>
                    <a:pt x="6" y="5"/>
                    <a:pt x="4" y="5"/>
                  </a:cubicBezTo>
                  <a:cubicBezTo>
                    <a:pt x="3" y="4"/>
                    <a:pt x="0" y="10"/>
                    <a:pt x="0" y="10"/>
                  </a:cubicBezTo>
                  <a:cubicBezTo>
                    <a:pt x="1" y="13"/>
                    <a:pt x="0" y="17"/>
                    <a:pt x="4" y="15"/>
                  </a:cubicBezTo>
                  <a:cubicBezTo>
                    <a:pt x="6" y="14"/>
                    <a:pt x="4" y="22"/>
                    <a:pt x="4" y="22"/>
                  </a:cubicBezTo>
                  <a:cubicBezTo>
                    <a:pt x="6" y="23"/>
                    <a:pt x="4" y="24"/>
                    <a:pt x="3" y="26"/>
                  </a:cubicBezTo>
                  <a:cubicBezTo>
                    <a:pt x="3" y="27"/>
                    <a:pt x="6" y="25"/>
                    <a:pt x="7" y="25"/>
                  </a:cubicBezTo>
                  <a:cubicBezTo>
                    <a:pt x="7" y="24"/>
                    <a:pt x="9" y="23"/>
                    <a:pt x="10" y="23"/>
                  </a:cubicBezTo>
                  <a:cubicBezTo>
                    <a:pt x="12" y="24"/>
                    <a:pt x="13" y="24"/>
                    <a:pt x="15" y="22"/>
                  </a:cubicBezTo>
                  <a:cubicBezTo>
                    <a:pt x="17" y="21"/>
                    <a:pt x="24" y="25"/>
                    <a:pt x="23" y="28"/>
                  </a:cubicBezTo>
                  <a:cubicBezTo>
                    <a:pt x="21" y="32"/>
                    <a:pt x="25" y="33"/>
                    <a:pt x="27" y="36"/>
                  </a:cubicBezTo>
                  <a:cubicBezTo>
                    <a:pt x="27" y="37"/>
                    <a:pt x="27" y="38"/>
                    <a:pt x="27" y="39"/>
                  </a:cubicBezTo>
                  <a:cubicBezTo>
                    <a:pt x="27" y="40"/>
                    <a:pt x="26" y="42"/>
                    <a:pt x="25" y="43"/>
                  </a:cubicBezTo>
                  <a:cubicBezTo>
                    <a:pt x="26" y="43"/>
                    <a:pt x="29" y="45"/>
                    <a:pt x="29" y="43"/>
                  </a:cubicBezTo>
                  <a:cubicBezTo>
                    <a:pt x="29" y="42"/>
                    <a:pt x="31" y="41"/>
                    <a:pt x="32" y="42"/>
                  </a:cubicBezTo>
                  <a:cubicBezTo>
                    <a:pt x="33" y="43"/>
                    <a:pt x="34" y="43"/>
                    <a:pt x="35" y="42"/>
                  </a:cubicBezTo>
                  <a:cubicBezTo>
                    <a:pt x="37" y="42"/>
                    <a:pt x="37" y="40"/>
                    <a:pt x="37" y="3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19" name="Freeform 707">
              <a:extLst>
                <a:ext uri="{FF2B5EF4-FFF2-40B4-BE49-F238E27FC236}">
                  <a16:creationId xmlns:a16="http://schemas.microsoft.com/office/drawing/2014/main" id="{A190E27B-C2BE-309C-B5D4-6435DACB2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24681" y="8805879"/>
              <a:ext cx="526724" cy="472936"/>
            </a:xfrm>
            <a:custGeom>
              <a:avLst/>
              <a:gdLst>
                <a:gd name="T0" fmla="*/ 45 w 45"/>
                <a:gd name="T1" fmla="*/ 29 h 38"/>
                <a:gd name="T2" fmla="*/ 45 w 45"/>
                <a:gd name="T3" fmla="*/ 26 h 38"/>
                <a:gd name="T4" fmla="*/ 45 w 45"/>
                <a:gd name="T5" fmla="*/ 24 h 38"/>
                <a:gd name="T6" fmla="*/ 45 w 45"/>
                <a:gd name="T7" fmla="*/ 15 h 38"/>
                <a:gd name="T8" fmla="*/ 45 w 45"/>
                <a:gd name="T9" fmla="*/ 6 h 38"/>
                <a:gd name="T10" fmla="*/ 35 w 45"/>
                <a:gd name="T11" fmla="*/ 3 h 38"/>
                <a:gd name="T12" fmla="*/ 30 w 45"/>
                <a:gd name="T13" fmla="*/ 0 h 38"/>
                <a:gd name="T14" fmla="*/ 26 w 45"/>
                <a:gd name="T15" fmla="*/ 3 h 38"/>
                <a:gd name="T16" fmla="*/ 22 w 45"/>
                <a:gd name="T17" fmla="*/ 5 h 38"/>
                <a:gd name="T18" fmla="*/ 18 w 45"/>
                <a:gd name="T19" fmla="*/ 10 h 38"/>
                <a:gd name="T20" fmla="*/ 14 w 45"/>
                <a:gd name="T21" fmla="*/ 8 h 38"/>
                <a:gd name="T22" fmla="*/ 11 w 45"/>
                <a:gd name="T23" fmla="*/ 5 h 38"/>
                <a:gd name="T24" fmla="*/ 9 w 45"/>
                <a:gd name="T25" fmla="*/ 6 h 38"/>
                <a:gd name="T26" fmla="*/ 7 w 45"/>
                <a:gd name="T27" fmla="*/ 5 h 38"/>
                <a:gd name="T28" fmla="*/ 4 w 45"/>
                <a:gd name="T29" fmla="*/ 6 h 38"/>
                <a:gd name="T30" fmla="*/ 0 w 45"/>
                <a:gd name="T31" fmla="*/ 7 h 38"/>
                <a:gd name="T32" fmla="*/ 3 w 45"/>
                <a:gd name="T33" fmla="*/ 8 h 38"/>
                <a:gd name="T34" fmla="*/ 4 w 45"/>
                <a:gd name="T35" fmla="*/ 11 h 38"/>
                <a:gd name="T36" fmla="*/ 7 w 45"/>
                <a:gd name="T37" fmla="*/ 14 h 38"/>
                <a:gd name="T38" fmla="*/ 9 w 45"/>
                <a:gd name="T39" fmla="*/ 8 h 38"/>
                <a:gd name="T40" fmla="*/ 10 w 45"/>
                <a:gd name="T41" fmla="*/ 12 h 38"/>
                <a:gd name="T42" fmla="*/ 15 w 45"/>
                <a:gd name="T43" fmla="*/ 12 h 38"/>
                <a:gd name="T44" fmla="*/ 18 w 45"/>
                <a:gd name="T45" fmla="*/ 15 h 38"/>
                <a:gd name="T46" fmla="*/ 27 w 45"/>
                <a:gd name="T47" fmla="*/ 19 h 38"/>
                <a:gd name="T48" fmla="*/ 32 w 45"/>
                <a:gd name="T49" fmla="*/ 22 h 38"/>
                <a:gd name="T50" fmla="*/ 34 w 45"/>
                <a:gd name="T51" fmla="*/ 26 h 38"/>
                <a:gd name="T52" fmla="*/ 36 w 45"/>
                <a:gd name="T53" fmla="*/ 27 h 38"/>
                <a:gd name="T54" fmla="*/ 34 w 45"/>
                <a:gd name="T55" fmla="*/ 28 h 38"/>
                <a:gd name="T56" fmla="*/ 36 w 45"/>
                <a:gd name="T57" fmla="*/ 29 h 38"/>
                <a:gd name="T58" fmla="*/ 35 w 45"/>
                <a:gd name="T59" fmla="*/ 30 h 38"/>
                <a:gd name="T60" fmla="*/ 32 w 45"/>
                <a:gd name="T61" fmla="*/ 31 h 38"/>
                <a:gd name="T62" fmla="*/ 29 w 45"/>
                <a:gd name="T63" fmla="*/ 34 h 38"/>
                <a:gd name="T64" fmla="*/ 34 w 45"/>
                <a:gd name="T65" fmla="*/ 35 h 38"/>
                <a:gd name="T66" fmla="*/ 36 w 45"/>
                <a:gd name="T67" fmla="*/ 31 h 38"/>
                <a:gd name="T68" fmla="*/ 36 w 45"/>
                <a:gd name="T69" fmla="*/ 33 h 38"/>
                <a:gd name="T70" fmla="*/ 40 w 45"/>
                <a:gd name="T71" fmla="*/ 32 h 38"/>
                <a:gd name="T72" fmla="*/ 45 w 45"/>
                <a:gd name="T73" fmla="*/ 38 h 38"/>
                <a:gd name="T74" fmla="*/ 45 w 45"/>
                <a:gd name="T7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8">
                  <a:moveTo>
                    <a:pt x="45" y="29"/>
                  </a:moveTo>
                  <a:cubicBezTo>
                    <a:pt x="45" y="28"/>
                    <a:pt x="44" y="27"/>
                    <a:pt x="45" y="26"/>
                  </a:cubicBezTo>
                  <a:cubicBezTo>
                    <a:pt x="45" y="25"/>
                    <a:pt x="45" y="25"/>
                    <a:pt x="45" y="24"/>
                  </a:cubicBezTo>
                  <a:cubicBezTo>
                    <a:pt x="45" y="21"/>
                    <a:pt x="45" y="18"/>
                    <a:pt x="45" y="15"/>
                  </a:cubicBezTo>
                  <a:cubicBezTo>
                    <a:pt x="45" y="12"/>
                    <a:pt x="45" y="9"/>
                    <a:pt x="45" y="6"/>
                  </a:cubicBezTo>
                  <a:cubicBezTo>
                    <a:pt x="45" y="6"/>
                    <a:pt x="36" y="3"/>
                    <a:pt x="35" y="3"/>
                  </a:cubicBezTo>
                  <a:cubicBezTo>
                    <a:pt x="33" y="2"/>
                    <a:pt x="32" y="1"/>
                    <a:pt x="30" y="0"/>
                  </a:cubicBezTo>
                  <a:cubicBezTo>
                    <a:pt x="27" y="0"/>
                    <a:pt x="27" y="2"/>
                    <a:pt x="26" y="3"/>
                  </a:cubicBezTo>
                  <a:cubicBezTo>
                    <a:pt x="26" y="4"/>
                    <a:pt x="23" y="4"/>
                    <a:pt x="22" y="5"/>
                  </a:cubicBezTo>
                  <a:cubicBezTo>
                    <a:pt x="21" y="7"/>
                    <a:pt x="20" y="9"/>
                    <a:pt x="18" y="10"/>
                  </a:cubicBezTo>
                  <a:cubicBezTo>
                    <a:pt x="16" y="11"/>
                    <a:pt x="14" y="10"/>
                    <a:pt x="14" y="8"/>
                  </a:cubicBezTo>
                  <a:cubicBezTo>
                    <a:pt x="13" y="6"/>
                    <a:pt x="12" y="6"/>
                    <a:pt x="11" y="5"/>
                  </a:cubicBezTo>
                  <a:cubicBezTo>
                    <a:pt x="11" y="3"/>
                    <a:pt x="10" y="5"/>
                    <a:pt x="9" y="6"/>
                  </a:cubicBezTo>
                  <a:cubicBezTo>
                    <a:pt x="8" y="6"/>
                    <a:pt x="7" y="5"/>
                    <a:pt x="7" y="5"/>
                  </a:cubicBezTo>
                  <a:cubicBezTo>
                    <a:pt x="6" y="5"/>
                    <a:pt x="5" y="6"/>
                    <a:pt x="4" y="6"/>
                  </a:cubicBezTo>
                  <a:cubicBezTo>
                    <a:pt x="4" y="7"/>
                    <a:pt x="0" y="6"/>
                    <a:pt x="0" y="7"/>
                  </a:cubicBezTo>
                  <a:cubicBezTo>
                    <a:pt x="0" y="8"/>
                    <a:pt x="2" y="8"/>
                    <a:pt x="3" y="8"/>
                  </a:cubicBezTo>
                  <a:cubicBezTo>
                    <a:pt x="4" y="9"/>
                    <a:pt x="4" y="10"/>
                    <a:pt x="4" y="11"/>
                  </a:cubicBezTo>
                  <a:cubicBezTo>
                    <a:pt x="4" y="13"/>
                    <a:pt x="7" y="13"/>
                    <a:pt x="7" y="14"/>
                  </a:cubicBezTo>
                  <a:cubicBezTo>
                    <a:pt x="7" y="12"/>
                    <a:pt x="7" y="9"/>
                    <a:pt x="9" y="8"/>
                  </a:cubicBezTo>
                  <a:cubicBezTo>
                    <a:pt x="7" y="9"/>
                    <a:pt x="8" y="11"/>
                    <a:pt x="10" y="12"/>
                  </a:cubicBezTo>
                  <a:cubicBezTo>
                    <a:pt x="12" y="13"/>
                    <a:pt x="13" y="13"/>
                    <a:pt x="15" y="12"/>
                  </a:cubicBezTo>
                  <a:cubicBezTo>
                    <a:pt x="12" y="13"/>
                    <a:pt x="17" y="15"/>
                    <a:pt x="18" y="15"/>
                  </a:cubicBezTo>
                  <a:cubicBezTo>
                    <a:pt x="21" y="16"/>
                    <a:pt x="24" y="18"/>
                    <a:pt x="27" y="19"/>
                  </a:cubicBezTo>
                  <a:cubicBezTo>
                    <a:pt x="29" y="20"/>
                    <a:pt x="31" y="21"/>
                    <a:pt x="32" y="22"/>
                  </a:cubicBezTo>
                  <a:cubicBezTo>
                    <a:pt x="32" y="24"/>
                    <a:pt x="33" y="25"/>
                    <a:pt x="34" y="26"/>
                  </a:cubicBezTo>
                  <a:cubicBezTo>
                    <a:pt x="34" y="26"/>
                    <a:pt x="36" y="27"/>
                    <a:pt x="36" y="27"/>
                  </a:cubicBezTo>
                  <a:cubicBezTo>
                    <a:pt x="36" y="27"/>
                    <a:pt x="34" y="28"/>
                    <a:pt x="34" y="28"/>
                  </a:cubicBezTo>
                  <a:cubicBezTo>
                    <a:pt x="34" y="28"/>
                    <a:pt x="36" y="28"/>
                    <a:pt x="36" y="29"/>
                  </a:cubicBezTo>
                  <a:cubicBezTo>
                    <a:pt x="36" y="28"/>
                    <a:pt x="35" y="29"/>
                    <a:pt x="35" y="30"/>
                  </a:cubicBezTo>
                  <a:cubicBezTo>
                    <a:pt x="34" y="31"/>
                    <a:pt x="33" y="30"/>
                    <a:pt x="32" y="31"/>
                  </a:cubicBezTo>
                  <a:cubicBezTo>
                    <a:pt x="31" y="31"/>
                    <a:pt x="28" y="34"/>
                    <a:pt x="29" y="34"/>
                  </a:cubicBezTo>
                  <a:cubicBezTo>
                    <a:pt x="30" y="35"/>
                    <a:pt x="32" y="35"/>
                    <a:pt x="34" y="35"/>
                  </a:cubicBezTo>
                  <a:cubicBezTo>
                    <a:pt x="34" y="34"/>
                    <a:pt x="35" y="30"/>
                    <a:pt x="36" y="31"/>
                  </a:cubicBezTo>
                  <a:cubicBezTo>
                    <a:pt x="36" y="32"/>
                    <a:pt x="33" y="33"/>
                    <a:pt x="36" y="33"/>
                  </a:cubicBezTo>
                  <a:cubicBezTo>
                    <a:pt x="38" y="34"/>
                    <a:pt x="39" y="34"/>
                    <a:pt x="40" y="32"/>
                  </a:cubicBezTo>
                  <a:cubicBezTo>
                    <a:pt x="39" y="34"/>
                    <a:pt x="44" y="37"/>
                    <a:pt x="45" y="38"/>
                  </a:cubicBezTo>
                  <a:cubicBezTo>
                    <a:pt x="45" y="35"/>
                    <a:pt x="45" y="32"/>
                    <a:pt x="45" y="2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0" name="Freeform 708">
              <a:extLst>
                <a:ext uri="{FF2B5EF4-FFF2-40B4-BE49-F238E27FC236}">
                  <a16:creationId xmlns:a16="http://schemas.microsoft.com/office/drawing/2014/main" id="{BB6C641F-68B1-0AE6-8218-6BC705854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9434" y="8881892"/>
              <a:ext cx="598550" cy="506716"/>
            </a:xfrm>
            <a:custGeom>
              <a:avLst/>
              <a:gdLst>
                <a:gd name="T0" fmla="*/ 50 w 51"/>
                <a:gd name="T1" fmla="*/ 39 h 41"/>
                <a:gd name="T2" fmla="*/ 45 w 51"/>
                <a:gd name="T3" fmla="*/ 37 h 41"/>
                <a:gd name="T4" fmla="*/ 47 w 51"/>
                <a:gd name="T5" fmla="*/ 36 h 41"/>
                <a:gd name="T6" fmla="*/ 42 w 51"/>
                <a:gd name="T7" fmla="*/ 34 h 41"/>
                <a:gd name="T8" fmla="*/ 38 w 51"/>
                <a:gd name="T9" fmla="*/ 30 h 41"/>
                <a:gd name="T10" fmla="*/ 37 w 51"/>
                <a:gd name="T11" fmla="*/ 28 h 41"/>
                <a:gd name="T12" fmla="*/ 34 w 51"/>
                <a:gd name="T13" fmla="*/ 26 h 41"/>
                <a:gd name="T14" fmla="*/ 29 w 51"/>
                <a:gd name="T15" fmla="*/ 21 h 41"/>
                <a:gd name="T16" fmla="*/ 34 w 51"/>
                <a:gd name="T17" fmla="*/ 21 h 41"/>
                <a:gd name="T18" fmla="*/ 34 w 51"/>
                <a:gd name="T19" fmla="*/ 18 h 41"/>
                <a:gd name="T20" fmla="*/ 31 w 51"/>
                <a:gd name="T21" fmla="*/ 17 h 41"/>
                <a:gd name="T22" fmla="*/ 25 w 51"/>
                <a:gd name="T23" fmla="*/ 12 h 41"/>
                <a:gd name="T24" fmla="*/ 19 w 51"/>
                <a:gd name="T25" fmla="*/ 7 h 41"/>
                <a:gd name="T26" fmla="*/ 16 w 51"/>
                <a:gd name="T27" fmla="*/ 6 h 41"/>
                <a:gd name="T28" fmla="*/ 13 w 51"/>
                <a:gd name="T29" fmla="*/ 4 h 41"/>
                <a:gd name="T30" fmla="*/ 8 w 51"/>
                <a:gd name="T31" fmla="*/ 2 h 41"/>
                <a:gd name="T32" fmla="*/ 1 w 51"/>
                <a:gd name="T33" fmla="*/ 0 h 41"/>
                <a:gd name="T34" fmla="*/ 1 w 51"/>
                <a:gd name="T35" fmla="*/ 10 h 41"/>
                <a:gd name="T36" fmla="*/ 1 w 51"/>
                <a:gd name="T37" fmla="*/ 20 h 41"/>
                <a:gd name="T38" fmla="*/ 1 w 51"/>
                <a:gd name="T39" fmla="*/ 25 h 41"/>
                <a:gd name="T40" fmla="*/ 1 w 51"/>
                <a:gd name="T41" fmla="*/ 30 h 41"/>
                <a:gd name="T42" fmla="*/ 4 w 51"/>
                <a:gd name="T43" fmla="*/ 33 h 41"/>
                <a:gd name="T44" fmla="*/ 13 w 51"/>
                <a:gd name="T45" fmla="*/ 31 h 41"/>
                <a:gd name="T46" fmla="*/ 9 w 51"/>
                <a:gd name="T47" fmla="*/ 28 h 41"/>
                <a:gd name="T48" fmla="*/ 14 w 51"/>
                <a:gd name="T49" fmla="*/ 30 h 41"/>
                <a:gd name="T50" fmla="*/ 13 w 51"/>
                <a:gd name="T51" fmla="*/ 26 h 41"/>
                <a:gd name="T52" fmla="*/ 15 w 51"/>
                <a:gd name="T53" fmla="*/ 27 h 41"/>
                <a:gd name="T54" fmla="*/ 18 w 51"/>
                <a:gd name="T55" fmla="*/ 25 h 41"/>
                <a:gd name="T56" fmla="*/ 26 w 51"/>
                <a:gd name="T57" fmla="*/ 27 h 41"/>
                <a:gd name="T58" fmla="*/ 31 w 51"/>
                <a:gd name="T59" fmla="*/ 33 h 41"/>
                <a:gd name="T60" fmla="*/ 36 w 51"/>
                <a:gd name="T61" fmla="*/ 38 h 41"/>
                <a:gd name="T62" fmla="*/ 45 w 51"/>
                <a:gd name="T63" fmla="*/ 40 h 41"/>
                <a:gd name="T64" fmla="*/ 48 w 51"/>
                <a:gd name="T65" fmla="*/ 40 h 41"/>
                <a:gd name="T66" fmla="*/ 50 w 51"/>
                <a:gd name="T67" fmla="*/ 39 h 41"/>
                <a:gd name="T68" fmla="*/ 50 w 51"/>
                <a:gd name="T6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" h="41">
                  <a:moveTo>
                    <a:pt x="50" y="39"/>
                  </a:moveTo>
                  <a:cubicBezTo>
                    <a:pt x="48" y="38"/>
                    <a:pt x="46" y="38"/>
                    <a:pt x="45" y="37"/>
                  </a:cubicBezTo>
                  <a:cubicBezTo>
                    <a:pt x="44" y="36"/>
                    <a:pt x="46" y="35"/>
                    <a:pt x="47" y="36"/>
                  </a:cubicBezTo>
                  <a:cubicBezTo>
                    <a:pt x="45" y="35"/>
                    <a:pt x="42" y="36"/>
                    <a:pt x="42" y="34"/>
                  </a:cubicBezTo>
                  <a:cubicBezTo>
                    <a:pt x="42" y="32"/>
                    <a:pt x="39" y="32"/>
                    <a:pt x="38" y="30"/>
                  </a:cubicBezTo>
                  <a:cubicBezTo>
                    <a:pt x="37" y="29"/>
                    <a:pt x="38" y="29"/>
                    <a:pt x="37" y="28"/>
                  </a:cubicBezTo>
                  <a:cubicBezTo>
                    <a:pt x="36" y="27"/>
                    <a:pt x="35" y="27"/>
                    <a:pt x="34" y="26"/>
                  </a:cubicBezTo>
                  <a:cubicBezTo>
                    <a:pt x="34" y="26"/>
                    <a:pt x="30" y="21"/>
                    <a:pt x="29" y="21"/>
                  </a:cubicBezTo>
                  <a:cubicBezTo>
                    <a:pt x="30" y="20"/>
                    <a:pt x="33" y="21"/>
                    <a:pt x="34" y="21"/>
                  </a:cubicBezTo>
                  <a:cubicBezTo>
                    <a:pt x="36" y="21"/>
                    <a:pt x="35" y="20"/>
                    <a:pt x="34" y="18"/>
                  </a:cubicBezTo>
                  <a:cubicBezTo>
                    <a:pt x="34" y="17"/>
                    <a:pt x="32" y="17"/>
                    <a:pt x="31" y="17"/>
                  </a:cubicBezTo>
                  <a:cubicBezTo>
                    <a:pt x="28" y="15"/>
                    <a:pt x="26" y="14"/>
                    <a:pt x="25" y="12"/>
                  </a:cubicBezTo>
                  <a:cubicBezTo>
                    <a:pt x="24" y="10"/>
                    <a:pt x="21" y="8"/>
                    <a:pt x="19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4"/>
                    <a:pt x="13" y="4"/>
                  </a:cubicBezTo>
                  <a:cubicBezTo>
                    <a:pt x="12" y="3"/>
                    <a:pt x="10" y="3"/>
                    <a:pt x="8" y="2"/>
                  </a:cubicBezTo>
                  <a:cubicBezTo>
                    <a:pt x="6" y="2"/>
                    <a:pt x="4" y="0"/>
                    <a:pt x="1" y="0"/>
                  </a:cubicBezTo>
                  <a:cubicBezTo>
                    <a:pt x="1" y="3"/>
                    <a:pt x="1" y="7"/>
                    <a:pt x="1" y="10"/>
                  </a:cubicBezTo>
                  <a:cubicBezTo>
                    <a:pt x="1" y="13"/>
                    <a:pt x="2" y="17"/>
                    <a:pt x="1" y="20"/>
                  </a:cubicBezTo>
                  <a:cubicBezTo>
                    <a:pt x="0" y="21"/>
                    <a:pt x="1" y="23"/>
                    <a:pt x="1" y="25"/>
                  </a:cubicBezTo>
                  <a:cubicBezTo>
                    <a:pt x="1" y="27"/>
                    <a:pt x="1" y="28"/>
                    <a:pt x="1" y="30"/>
                  </a:cubicBezTo>
                  <a:cubicBezTo>
                    <a:pt x="1" y="33"/>
                    <a:pt x="2" y="33"/>
                    <a:pt x="4" y="33"/>
                  </a:cubicBezTo>
                  <a:cubicBezTo>
                    <a:pt x="7" y="33"/>
                    <a:pt x="10" y="33"/>
                    <a:pt x="13" y="31"/>
                  </a:cubicBezTo>
                  <a:cubicBezTo>
                    <a:pt x="14" y="31"/>
                    <a:pt x="9" y="28"/>
                    <a:pt x="9" y="28"/>
                  </a:cubicBezTo>
                  <a:cubicBezTo>
                    <a:pt x="10" y="28"/>
                    <a:pt x="14" y="31"/>
                    <a:pt x="14" y="30"/>
                  </a:cubicBezTo>
                  <a:cubicBezTo>
                    <a:pt x="14" y="29"/>
                    <a:pt x="13" y="28"/>
                    <a:pt x="13" y="26"/>
                  </a:cubicBezTo>
                  <a:cubicBezTo>
                    <a:pt x="13" y="26"/>
                    <a:pt x="16" y="28"/>
                    <a:pt x="15" y="27"/>
                  </a:cubicBezTo>
                  <a:cubicBezTo>
                    <a:pt x="15" y="25"/>
                    <a:pt x="17" y="25"/>
                    <a:pt x="18" y="25"/>
                  </a:cubicBezTo>
                  <a:cubicBezTo>
                    <a:pt x="19" y="25"/>
                    <a:pt x="26" y="28"/>
                    <a:pt x="26" y="27"/>
                  </a:cubicBezTo>
                  <a:cubicBezTo>
                    <a:pt x="26" y="29"/>
                    <a:pt x="30" y="31"/>
                    <a:pt x="31" y="33"/>
                  </a:cubicBezTo>
                  <a:cubicBezTo>
                    <a:pt x="32" y="35"/>
                    <a:pt x="34" y="38"/>
                    <a:pt x="36" y="38"/>
                  </a:cubicBezTo>
                  <a:cubicBezTo>
                    <a:pt x="39" y="38"/>
                    <a:pt x="42" y="39"/>
                    <a:pt x="45" y="40"/>
                  </a:cubicBezTo>
                  <a:cubicBezTo>
                    <a:pt x="46" y="40"/>
                    <a:pt x="48" y="41"/>
                    <a:pt x="48" y="40"/>
                  </a:cubicBezTo>
                  <a:cubicBezTo>
                    <a:pt x="48" y="39"/>
                    <a:pt x="51" y="39"/>
                    <a:pt x="50" y="39"/>
                  </a:cubicBezTo>
                  <a:cubicBezTo>
                    <a:pt x="49" y="38"/>
                    <a:pt x="51" y="39"/>
                    <a:pt x="50" y="3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1" name="Freeform 709">
              <a:extLst>
                <a:ext uri="{FF2B5EF4-FFF2-40B4-BE49-F238E27FC236}">
                  <a16:creationId xmlns:a16="http://schemas.microsoft.com/office/drawing/2014/main" id="{D349A7B8-22FE-09CC-6C70-E1D998BCE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9942" y="8421623"/>
              <a:ext cx="598550" cy="557389"/>
            </a:xfrm>
            <a:custGeom>
              <a:avLst/>
              <a:gdLst>
                <a:gd name="T0" fmla="*/ 33 w 51"/>
                <a:gd name="T1" fmla="*/ 5 h 45"/>
                <a:gd name="T2" fmla="*/ 29 w 51"/>
                <a:gd name="T3" fmla="*/ 13 h 45"/>
                <a:gd name="T4" fmla="*/ 20 w 51"/>
                <a:gd name="T5" fmla="*/ 16 h 45"/>
                <a:gd name="T6" fmla="*/ 15 w 51"/>
                <a:gd name="T7" fmla="*/ 18 h 45"/>
                <a:gd name="T8" fmla="*/ 10 w 51"/>
                <a:gd name="T9" fmla="*/ 19 h 45"/>
                <a:gd name="T10" fmla="*/ 7 w 51"/>
                <a:gd name="T11" fmla="*/ 18 h 45"/>
                <a:gd name="T12" fmla="*/ 3 w 51"/>
                <a:gd name="T13" fmla="*/ 14 h 45"/>
                <a:gd name="T14" fmla="*/ 0 w 51"/>
                <a:gd name="T15" fmla="*/ 20 h 45"/>
                <a:gd name="T16" fmla="*/ 4 w 51"/>
                <a:gd name="T17" fmla="*/ 29 h 45"/>
                <a:gd name="T18" fmla="*/ 8 w 51"/>
                <a:gd name="T19" fmla="*/ 37 h 45"/>
                <a:gd name="T20" fmla="*/ 13 w 51"/>
                <a:gd name="T21" fmla="*/ 39 h 45"/>
                <a:gd name="T22" fmla="*/ 14 w 51"/>
                <a:gd name="T23" fmla="*/ 41 h 45"/>
                <a:gd name="T24" fmla="*/ 19 w 51"/>
                <a:gd name="T25" fmla="*/ 41 h 45"/>
                <a:gd name="T26" fmla="*/ 21 w 51"/>
                <a:gd name="T27" fmla="*/ 39 h 45"/>
                <a:gd name="T28" fmla="*/ 25 w 51"/>
                <a:gd name="T29" fmla="*/ 40 h 45"/>
                <a:gd name="T30" fmla="*/ 28 w 51"/>
                <a:gd name="T31" fmla="*/ 40 h 45"/>
                <a:gd name="T32" fmla="*/ 31 w 51"/>
                <a:gd name="T33" fmla="*/ 43 h 45"/>
                <a:gd name="T34" fmla="*/ 34 w 51"/>
                <a:gd name="T35" fmla="*/ 42 h 45"/>
                <a:gd name="T36" fmla="*/ 36 w 51"/>
                <a:gd name="T37" fmla="*/ 43 h 45"/>
                <a:gd name="T38" fmla="*/ 37 w 51"/>
                <a:gd name="T39" fmla="*/ 37 h 45"/>
                <a:gd name="T40" fmla="*/ 37 w 51"/>
                <a:gd name="T41" fmla="*/ 33 h 45"/>
                <a:gd name="T42" fmla="*/ 39 w 51"/>
                <a:gd name="T43" fmla="*/ 30 h 45"/>
                <a:gd name="T44" fmla="*/ 42 w 51"/>
                <a:gd name="T45" fmla="*/ 24 h 45"/>
                <a:gd name="T46" fmla="*/ 47 w 51"/>
                <a:gd name="T47" fmla="*/ 19 h 45"/>
                <a:gd name="T48" fmla="*/ 49 w 51"/>
                <a:gd name="T49" fmla="*/ 18 h 45"/>
                <a:gd name="T50" fmla="*/ 45 w 51"/>
                <a:gd name="T51" fmla="*/ 13 h 45"/>
                <a:gd name="T52" fmla="*/ 42 w 51"/>
                <a:gd name="T53" fmla="*/ 7 h 45"/>
                <a:gd name="T54" fmla="*/ 44 w 51"/>
                <a:gd name="T55" fmla="*/ 6 h 45"/>
                <a:gd name="T56" fmla="*/ 44 w 51"/>
                <a:gd name="T57" fmla="*/ 3 h 45"/>
                <a:gd name="T58" fmla="*/ 33 w 51"/>
                <a:gd name="T59" fmla="*/ 5 h 45"/>
                <a:gd name="T60" fmla="*/ 33 w 51"/>
                <a:gd name="T61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1" h="45">
                  <a:moveTo>
                    <a:pt x="33" y="5"/>
                  </a:moveTo>
                  <a:cubicBezTo>
                    <a:pt x="32" y="8"/>
                    <a:pt x="31" y="10"/>
                    <a:pt x="29" y="13"/>
                  </a:cubicBezTo>
                  <a:cubicBezTo>
                    <a:pt x="28" y="17"/>
                    <a:pt x="23" y="17"/>
                    <a:pt x="20" y="16"/>
                  </a:cubicBezTo>
                  <a:cubicBezTo>
                    <a:pt x="18" y="15"/>
                    <a:pt x="16" y="17"/>
                    <a:pt x="15" y="18"/>
                  </a:cubicBezTo>
                  <a:cubicBezTo>
                    <a:pt x="14" y="19"/>
                    <a:pt x="11" y="18"/>
                    <a:pt x="10" y="19"/>
                  </a:cubicBezTo>
                  <a:cubicBezTo>
                    <a:pt x="8" y="20"/>
                    <a:pt x="8" y="20"/>
                    <a:pt x="7" y="18"/>
                  </a:cubicBezTo>
                  <a:cubicBezTo>
                    <a:pt x="5" y="17"/>
                    <a:pt x="4" y="16"/>
                    <a:pt x="3" y="14"/>
                  </a:cubicBezTo>
                  <a:cubicBezTo>
                    <a:pt x="2" y="13"/>
                    <a:pt x="0" y="19"/>
                    <a:pt x="0" y="20"/>
                  </a:cubicBezTo>
                  <a:cubicBezTo>
                    <a:pt x="0" y="23"/>
                    <a:pt x="3" y="26"/>
                    <a:pt x="4" y="29"/>
                  </a:cubicBezTo>
                  <a:cubicBezTo>
                    <a:pt x="6" y="32"/>
                    <a:pt x="5" y="35"/>
                    <a:pt x="8" y="37"/>
                  </a:cubicBezTo>
                  <a:cubicBezTo>
                    <a:pt x="10" y="38"/>
                    <a:pt x="12" y="39"/>
                    <a:pt x="13" y="39"/>
                  </a:cubicBezTo>
                  <a:cubicBezTo>
                    <a:pt x="16" y="38"/>
                    <a:pt x="13" y="40"/>
                    <a:pt x="14" y="41"/>
                  </a:cubicBezTo>
                  <a:cubicBezTo>
                    <a:pt x="15" y="41"/>
                    <a:pt x="18" y="41"/>
                    <a:pt x="19" y="41"/>
                  </a:cubicBezTo>
                  <a:cubicBezTo>
                    <a:pt x="20" y="40"/>
                    <a:pt x="20" y="38"/>
                    <a:pt x="21" y="39"/>
                  </a:cubicBezTo>
                  <a:cubicBezTo>
                    <a:pt x="22" y="40"/>
                    <a:pt x="24" y="41"/>
                    <a:pt x="25" y="40"/>
                  </a:cubicBezTo>
                  <a:cubicBezTo>
                    <a:pt x="26" y="40"/>
                    <a:pt x="28" y="39"/>
                    <a:pt x="28" y="40"/>
                  </a:cubicBezTo>
                  <a:cubicBezTo>
                    <a:pt x="29" y="43"/>
                    <a:pt x="27" y="45"/>
                    <a:pt x="31" y="43"/>
                  </a:cubicBezTo>
                  <a:cubicBezTo>
                    <a:pt x="32" y="43"/>
                    <a:pt x="33" y="42"/>
                    <a:pt x="34" y="42"/>
                  </a:cubicBezTo>
                  <a:cubicBezTo>
                    <a:pt x="35" y="42"/>
                    <a:pt x="36" y="43"/>
                    <a:pt x="36" y="43"/>
                  </a:cubicBezTo>
                  <a:cubicBezTo>
                    <a:pt x="37" y="41"/>
                    <a:pt x="35" y="39"/>
                    <a:pt x="37" y="37"/>
                  </a:cubicBezTo>
                  <a:cubicBezTo>
                    <a:pt x="38" y="36"/>
                    <a:pt x="37" y="35"/>
                    <a:pt x="37" y="33"/>
                  </a:cubicBezTo>
                  <a:cubicBezTo>
                    <a:pt x="37" y="32"/>
                    <a:pt x="38" y="31"/>
                    <a:pt x="39" y="30"/>
                  </a:cubicBezTo>
                  <a:cubicBezTo>
                    <a:pt x="41" y="28"/>
                    <a:pt x="43" y="27"/>
                    <a:pt x="42" y="24"/>
                  </a:cubicBezTo>
                  <a:cubicBezTo>
                    <a:pt x="42" y="22"/>
                    <a:pt x="45" y="18"/>
                    <a:pt x="47" y="19"/>
                  </a:cubicBezTo>
                  <a:cubicBezTo>
                    <a:pt x="48" y="20"/>
                    <a:pt x="51" y="19"/>
                    <a:pt x="49" y="18"/>
                  </a:cubicBezTo>
                  <a:cubicBezTo>
                    <a:pt x="48" y="16"/>
                    <a:pt x="45" y="15"/>
                    <a:pt x="45" y="13"/>
                  </a:cubicBezTo>
                  <a:cubicBezTo>
                    <a:pt x="45" y="11"/>
                    <a:pt x="43" y="9"/>
                    <a:pt x="42" y="7"/>
                  </a:cubicBezTo>
                  <a:cubicBezTo>
                    <a:pt x="41" y="4"/>
                    <a:pt x="44" y="7"/>
                    <a:pt x="44" y="6"/>
                  </a:cubicBezTo>
                  <a:cubicBezTo>
                    <a:pt x="45" y="5"/>
                    <a:pt x="41" y="4"/>
                    <a:pt x="44" y="3"/>
                  </a:cubicBezTo>
                  <a:cubicBezTo>
                    <a:pt x="40" y="2"/>
                    <a:pt x="34" y="0"/>
                    <a:pt x="33" y="5"/>
                  </a:cubicBezTo>
                  <a:cubicBezTo>
                    <a:pt x="32" y="7"/>
                    <a:pt x="34" y="3"/>
                    <a:pt x="33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2" name="Freeform 710">
              <a:extLst>
                <a:ext uri="{FF2B5EF4-FFF2-40B4-BE49-F238E27FC236}">
                  <a16:creationId xmlns:a16="http://schemas.microsoft.com/office/drawing/2014/main" id="{519DA742-B640-505A-AABD-56AB56762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5853" y="8273827"/>
              <a:ext cx="574608" cy="396929"/>
            </a:xfrm>
            <a:custGeom>
              <a:avLst/>
              <a:gdLst>
                <a:gd name="T0" fmla="*/ 45 w 49"/>
                <a:gd name="T1" fmla="*/ 10 h 32"/>
                <a:gd name="T2" fmla="*/ 47 w 49"/>
                <a:gd name="T3" fmla="*/ 8 h 32"/>
                <a:gd name="T4" fmla="*/ 43 w 49"/>
                <a:gd name="T5" fmla="*/ 7 h 32"/>
                <a:gd name="T6" fmla="*/ 42 w 49"/>
                <a:gd name="T7" fmla="*/ 6 h 32"/>
                <a:gd name="T8" fmla="*/ 41 w 49"/>
                <a:gd name="T9" fmla="*/ 6 h 32"/>
                <a:gd name="T10" fmla="*/ 41 w 49"/>
                <a:gd name="T11" fmla="*/ 4 h 32"/>
                <a:gd name="T12" fmla="*/ 39 w 49"/>
                <a:gd name="T13" fmla="*/ 2 h 32"/>
                <a:gd name="T14" fmla="*/ 37 w 49"/>
                <a:gd name="T15" fmla="*/ 2 h 32"/>
                <a:gd name="T16" fmla="*/ 36 w 49"/>
                <a:gd name="T17" fmla="*/ 1 h 32"/>
                <a:gd name="T18" fmla="*/ 32 w 49"/>
                <a:gd name="T19" fmla="*/ 6 h 32"/>
                <a:gd name="T20" fmla="*/ 30 w 49"/>
                <a:gd name="T21" fmla="*/ 8 h 32"/>
                <a:gd name="T22" fmla="*/ 29 w 49"/>
                <a:gd name="T23" fmla="*/ 9 h 32"/>
                <a:gd name="T24" fmla="*/ 29 w 49"/>
                <a:gd name="T25" fmla="*/ 10 h 32"/>
                <a:gd name="T26" fmla="*/ 25 w 49"/>
                <a:gd name="T27" fmla="*/ 12 h 32"/>
                <a:gd name="T28" fmla="*/ 25 w 49"/>
                <a:gd name="T29" fmla="*/ 15 h 32"/>
                <a:gd name="T30" fmla="*/ 27 w 49"/>
                <a:gd name="T31" fmla="*/ 14 h 32"/>
                <a:gd name="T32" fmla="*/ 29 w 49"/>
                <a:gd name="T33" fmla="*/ 13 h 32"/>
                <a:gd name="T34" fmla="*/ 28 w 49"/>
                <a:gd name="T35" fmla="*/ 11 h 32"/>
                <a:gd name="T36" fmla="*/ 29 w 49"/>
                <a:gd name="T37" fmla="*/ 13 h 32"/>
                <a:gd name="T38" fmla="*/ 26 w 49"/>
                <a:gd name="T39" fmla="*/ 14 h 32"/>
                <a:gd name="T40" fmla="*/ 23 w 49"/>
                <a:gd name="T41" fmla="*/ 13 h 32"/>
                <a:gd name="T42" fmla="*/ 14 w 49"/>
                <a:gd name="T43" fmla="*/ 20 h 32"/>
                <a:gd name="T44" fmla="*/ 9 w 49"/>
                <a:gd name="T45" fmla="*/ 23 h 32"/>
                <a:gd name="T46" fmla="*/ 7 w 49"/>
                <a:gd name="T47" fmla="*/ 26 h 32"/>
                <a:gd name="T48" fmla="*/ 9 w 49"/>
                <a:gd name="T49" fmla="*/ 28 h 32"/>
                <a:gd name="T50" fmla="*/ 0 w 49"/>
                <a:gd name="T51" fmla="*/ 26 h 32"/>
                <a:gd name="T52" fmla="*/ 5 w 49"/>
                <a:gd name="T53" fmla="*/ 32 h 32"/>
                <a:gd name="T54" fmla="*/ 7 w 49"/>
                <a:gd name="T55" fmla="*/ 31 h 32"/>
                <a:gd name="T56" fmla="*/ 12 w 49"/>
                <a:gd name="T57" fmla="*/ 30 h 32"/>
                <a:gd name="T58" fmla="*/ 20 w 49"/>
                <a:gd name="T59" fmla="*/ 29 h 32"/>
                <a:gd name="T60" fmla="*/ 27 w 49"/>
                <a:gd name="T61" fmla="*/ 24 h 32"/>
                <a:gd name="T62" fmla="*/ 30 w 49"/>
                <a:gd name="T63" fmla="*/ 18 h 32"/>
                <a:gd name="T64" fmla="*/ 34 w 49"/>
                <a:gd name="T65" fmla="*/ 14 h 32"/>
                <a:gd name="T66" fmla="*/ 43 w 49"/>
                <a:gd name="T67" fmla="*/ 14 h 32"/>
                <a:gd name="T68" fmla="*/ 45 w 49"/>
                <a:gd name="T69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" h="32">
                  <a:moveTo>
                    <a:pt x="45" y="10"/>
                  </a:moveTo>
                  <a:cubicBezTo>
                    <a:pt x="48" y="10"/>
                    <a:pt x="49" y="9"/>
                    <a:pt x="47" y="8"/>
                  </a:cubicBezTo>
                  <a:cubicBezTo>
                    <a:pt x="45" y="7"/>
                    <a:pt x="45" y="6"/>
                    <a:pt x="43" y="7"/>
                  </a:cubicBezTo>
                  <a:cubicBezTo>
                    <a:pt x="42" y="8"/>
                    <a:pt x="43" y="7"/>
                    <a:pt x="42" y="6"/>
                  </a:cubicBezTo>
                  <a:cubicBezTo>
                    <a:pt x="42" y="6"/>
                    <a:pt x="41" y="6"/>
                    <a:pt x="41" y="6"/>
                  </a:cubicBezTo>
                  <a:cubicBezTo>
                    <a:pt x="41" y="6"/>
                    <a:pt x="41" y="4"/>
                    <a:pt x="41" y="4"/>
                  </a:cubicBezTo>
                  <a:cubicBezTo>
                    <a:pt x="40" y="3"/>
                    <a:pt x="39" y="2"/>
                    <a:pt x="39" y="2"/>
                  </a:cubicBezTo>
                  <a:cubicBezTo>
                    <a:pt x="37" y="0"/>
                    <a:pt x="38" y="1"/>
                    <a:pt x="37" y="2"/>
                  </a:cubicBezTo>
                  <a:cubicBezTo>
                    <a:pt x="36" y="3"/>
                    <a:pt x="36" y="1"/>
                    <a:pt x="36" y="1"/>
                  </a:cubicBezTo>
                  <a:cubicBezTo>
                    <a:pt x="35" y="1"/>
                    <a:pt x="32" y="5"/>
                    <a:pt x="32" y="6"/>
                  </a:cubicBezTo>
                  <a:cubicBezTo>
                    <a:pt x="31" y="6"/>
                    <a:pt x="30" y="7"/>
                    <a:pt x="30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1"/>
                    <a:pt x="26" y="11"/>
                    <a:pt x="25" y="12"/>
                  </a:cubicBezTo>
                  <a:cubicBezTo>
                    <a:pt x="22" y="12"/>
                    <a:pt x="23" y="14"/>
                    <a:pt x="25" y="15"/>
                  </a:cubicBezTo>
                  <a:cubicBezTo>
                    <a:pt x="27" y="17"/>
                    <a:pt x="26" y="15"/>
                    <a:pt x="27" y="14"/>
                  </a:cubicBezTo>
                  <a:cubicBezTo>
                    <a:pt x="27" y="13"/>
                    <a:pt x="29" y="13"/>
                    <a:pt x="29" y="13"/>
                  </a:cubicBezTo>
                  <a:cubicBezTo>
                    <a:pt x="29" y="13"/>
                    <a:pt x="28" y="12"/>
                    <a:pt x="28" y="11"/>
                  </a:cubicBezTo>
                  <a:cubicBezTo>
                    <a:pt x="28" y="12"/>
                    <a:pt x="29" y="13"/>
                    <a:pt x="29" y="13"/>
                  </a:cubicBezTo>
                  <a:cubicBezTo>
                    <a:pt x="29" y="13"/>
                    <a:pt x="27" y="13"/>
                    <a:pt x="26" y="14"/>
                  </a:cubicBezTo>
                  <a:cubicBezTo>
                    <a:pt x="26" y="17"/>
                    <a:pt x="24" y="14"/>
                    <a:pt x="23" y="13"/>
                  </a:cubicBezTo>
                  <a:cubicBezTo>
                    <a:pt x="20" y="16"/>
                    <a:pt x="18" y="19"/>
                    <a:pt x="14" y="20"/>
                  </a:cubicBezTo>
                  <a:cubicBezTo>
                    <a:pt x="12" y="21"/>
                    <a:pt x="10" y="21"/>
                    <a:pt x="9" y="23"/>
                  </a:cubicBezTo>
                  <a:cubicBezTo>
                    <a:pt x="8" y="24"/>
                    <a:pt x="8" y="25"/>
                    <a:pt x="7" y="26"/>
                  </a:cubicBezTo>
                  <a:cubicBezTo>
                    <a:pt x="7" y="27"/>
                    <a:pt x="9" y="28"/>
                    <a:pt x="9" y="28"/>
                  </a:cubicBezTo>
                  <a:cubicBezTo>
                    <a:pt x="8" y="29"/>
                    <a:pt x="1" y="26"/>
                    <a:pt x="0" y="26"/>
                  </a:cubicBezTo>
                  <a:cubicBezTo>
                    <a:pt x="1" y="28"/>
                    <a:pt x="3" y="31"/>
                    <a:pt x="5" y="32"/>
                  </a:cubicBezTo>
                  <a:cubicBezTo>
                    <a:pt x="6" y="32"/>
                    <a:pt x="7" y="31"/>
                    <a:pt x="7" y="31"/>
                  </a:cubicBezTo>
                  <a:cubicBezTo>
                    <a:pt x="9" y="30"/>
                    <a:pt x="12" y="31"/>
                    <a:pt x="12" y="30"/>
                  </a:cubicBezTo>
                  <a:cubicBezTo>
                    <a:pt x="15" y="27"/>
                    <a:pt x="17" y="28"/>
                    <a:pt x="20" y="29"/>
                  </a:cubicBezTo>
                  <a:cubicBezTo>
                    <a:pt x="23" y="29"/>
                    <a:pt x="26" y="27"/>
                    <a:pt x="27" y="24"/>
                  </a:cubicBezTo>
                  <a:cubicBezTo>
                    <a:pt x="28" y="22"/>
                    <a:pt x="29" y="20"/>
                    <a:pt x="30" y="18"/>
                  </a:cubicBezTo>
                  <a:cubicBezTo>
                    <a:pt x="30" y="15"/>
                    <a:pt x="31" y="14"/>
                    <a:pt x="34" y="14"/>
                  </a:cubicBezTo>
                  <a:cubicBezTo>
                    <a:pt x="37" y="14"/>
                    <a:pt x="40" y="15"/>
                    <a:pt x="43" y="14"/>
                  </a:cubicBezTo>
                  <a:cubicBezTo>
                    <a:pt x="47" y="13"/>
                    <a:pt x="40" y="10"/>
                    <a:pt x="45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3" name="Freeform 711">
              <a:extLst>
                <a:ext uri="{FF2B5EF4-FFF2-40B4-BE49-F238E27FC236}">
                  <a16:creationId xmlns:a16="http://schemas.microsoft.com/office/drawing/2014/main" id="{8958BAD6-44D0-52A9-2D2C-2A7860201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6690" y="6897247"/>
              <a:ext cx="199515" cy="122456"/>
            </a:xfrm>
            <a:custGeom>
              <a:avLst/>
              <a:gdLst>
                <a:gd name="T0" fmla="*/ 2 w 17"/>
                <a:gd name="T1" fmla="*/ 8 h 10"/>
                <a:gd name="T2" fmla="*/ 7 w 17"/>
                <a:gd name="T3" fmla="*/ 9 h 10"/>
                <a:gd name="T4" fmla="*/ 12 w 17"/>
                <a:gd name="T5" fmla="*/ 9 h 10"/>
                <a:gd name="T6" fmla="*/ 16 w 17"/>
                <a:gd name="T7" fmla="*/ 8 h 10"/>
                <a:gd name="T8" fmla="*/ 15 w 17"/>
                <a:gd name="T9" fmla="*/ 3 h 10"/>
                <a:gd name="T10" fmla="*/ 10 w 17"/>
                <a:gd name="T11" fmla="*/ 3 h 10"/>
                <a:gd name="T12" fmla="*/ 6 w 17"/>
                <a:gd name="T13" fmla="*/ 1 h 10"/>
                <a:gd name="T14" fmla="*/ 2 w 17"/>
                <a:gd name="T15" fmla="*/ 8 h 10"/>
                <a:gd name="T16" fmla="*/ 2 w 17"/>
                <a:gd name="T17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0">
                  <a:moveTo>
                    <a:pt x="2" y="8"/>
                  </a:moveTo>
                  <a:cubicBezTo>
                    <a:pt x="3" y="9"/>
                    <a:pt x="6" y="10"/>
                    <a:pt x="7" y="9"/>
                  </a:cubicBezTo>
                  <a:cubicBezTo>
                    <a:pt x="9" y="8"/>
                    <a:pt x="10" y="10"/>
                    <a:pt x="12" y="9"/>
                  </a:cubicBezTo>
                  <a:cubicBezTo>
                    <a:pt x="13" y="9"/>
                    <a:pt x="17" y="9"/>
                    <a:pt x="16" y="8"/>
                  </a:cubicBezTo>
                  <a:cubicBezTo>
                    <a:pt x="15" y="6"/>
                    <a:pt x="14" y="5"/>
                    <a:pt x="15" y="3"/>
                  </a:cubicBezTo>
                  <a:cubicBezTo>
                    <a:pt x="13" y="2"/>
                    <a:pt x="11" y="4"/>
                    <a:pt x="10" y="3"/>
                  </a:cubicBezTo>
                  <a:cubicBezTo>
                    <a:pt x="9" y="2"/>
                    <a:pt x="7" y="0"/>
                    <a:pt x="6" y="1"/>
                  </a:cubicBezTo>
                  <a:cubicBezTo>
                    <a:pt x="4" y="3"/>
                    <a:pt x="0" y="6"/>
                    <a:pt x="2" y="8"/>
                  </a:cubicBezTo>
                  <a:cubicBezTo>
                    <a:pt x="3" y="9"/>
                    <a:pt x="1" y="7"/>
                    <a:pt x="2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4" name="Freeform 712">
              <a:extLst>
                <a:ext uri="{FF2B5EF4-FFF2-40B4-BE49-F238E27FC236}">
                  <a16:creationId xmlns:a16="http://schemas.microsoft.com/office/drawing/2014/main" id="{2F617665-B9F7-BB23-F35F-2A0A2DD83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7801" y="6757903"/>
              <a:ext cx="434943" cy="287137"/>
            </a:xfrm>
            <a:custGeom>
              <a:avLst/>
              <a:gdLst>
                <a:gd name="T0" fmla="*/ 1 w 37"/>
                <a:gd name="T1" fmla="*/ 3 h 23"/>
                <a:gd name="T2" fmla="*/ 0 w 37"/>
                <a:gd name="T3" fmla="*/ 9 h 23"/>
                <a:gd name="T4" fmla="*/ 5 w 37"/>
                <a:gd name="T5" fmla="*/ 13 h 23"/>
                <a:gd name="T6" fmla="*/ 7 w 37"/>
                <a:gd name="T7" fmla="*/ 14 h 23"/>
                <a:gd name="T8" fmla="*/ 12 w 37"/>
                <a:gd name="T9" fmla="*/ 15 h 23"/>
                <a:gd name="T10" fmla="*/ 15 w 37"/>
                <a:gd name="T11" fmla="*/ 16 h 23"/>
                <a:gd name="T12" fmla="*/ 19 w 37"/>
                <a:gd name="T13" fmla="*/ 16 h 23"/>
                <a:gd name="T14" fmla="*/ 22 w 37"/>
                <a:gd name="T15" fmla="*/ 19 h 23"/>
                <a:gd name="T16" fmla="*/ 26 w 37"/>
                <a:gd name="T17" fmla="*/ 20 h 23"/>
                <a:gd name="T18" fmla="*/ 29 w 37"/>
                <a:gd name="T19" fmla="*/ 22 h 23"/>
                <a:gd name="T20" fmla="*/ 32 w 37"/>
                <a:gd name="T21" fmla="*/ 20 h 23"/>
                <a:gd name="T22" fmla="*/ 35 w 37"/>
                <a:gd name="T23" fmla="*/ 22 h 23"/>
                <a:gd name="T24" fmla="*/ 37 w 37"/>
                <a:gd name="T25" fmla="*/ 21 h 23"/>
                <a:gd name="T26" fmla="*/ 37 w 37"/>
                <a:gd name="T27" fmla="*/ 18 h 23"/>
                <a:gd name="T28" fmla="*/ 37 w 37"/>
                <a:gd name="T29" fmla="*/ 14 h 23"/>
                <a:gd name="T30" fmla="*/ 32 w 37"/>
                <a:gd name="T31" fmla="*/ 14 h 23"/>
                <a:gd name="T32" fmla="*/ 31 w 37"/>
                <a:gd name="T33" fmla="*/ 13 h 23"/>
                <a:gd name="T34" fmla="*/ 28 w 37"/>
                <a:gd name="T35" fmla="*/ 13 h 23"/>
                <a:gd name="T36" fmla="*/ 26 w 37"/>
                <a:gd name="T37" fmla="*/ 12 h 23"/>
                <a:gd name="T38" fmla="*/ 24 w 37"/>
                <a:gd name="T39" fmla="*/ 12 h 23"/>
                <a:gd name="T40" fmla="*/ 20 w 37"/>
                <a:gd name="T41" fmla="*/ 10 h 23"/>
                <a:gd name="T42" fmla="*/ 18 w 37"/>
                <a:gd name="T43" fmla="*/ 8 h 23"/>
                <a:gd name="T44" fmla="*/ 16 w 37"/>
                <a:gd name="T45" fmla="*/ 7 h 23"/>
                <a:gd name="T46" fmla="*/ 10 w 37"/>
                <a:gd name="T47" fmla="*/ 2 h 23"/>
                <a:gd name="T48" fmla="*/ 8 w 37"/>
                <a:gd name="T49" fmla="*/ 0 h 23"/>
                <a:gd name="T50" fmla="*/ 5 w 37"/>
                <a:gd name="T51" fmla="*/ 2 h 23"/>
                <a:gd name="T52" fmla="*/ 4 w 37"/>
                <a:gd name="T53" fmla="*/ 2 h 23"/>
                <a:gd name="T54" fmla="*/ 1 w 37"/>
                <a:gd name="T55" fmla="*/ 3 h 23"/>
                <a:gd name="T56" fmla="*/ 1 w 37"/>
                <a:gd name="T57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23">
                  <a:moveTo>
                    <a:pt x="1" y="3"/>
                  </a:moveTo>
                  <a:cubicBezTo>
                    <a:pt x="0" y="4"/>
                    <a:pt x="0" y="8"/>
                    <a:pt x="0" y="9"/>
                  </a:cubicBezTo>
                  <a:cubicBezTo>
                    <a:pt x="1" y="10"/>
                    <a:pt x="4" y="11"/>
                    <a:pt x="5" y="13"/>
                  </a:cubicBezTo>
                  <a:cubicBezTo>
                    <a:pt x="6" y="13"/>
                    <a:pt x="7" y="14"/>
                    <a:pt x="7" y="14"/>
                  </a:cubicBezTo>
                  <a:cubicBezTo>
                    <a:pt x="9" y="15"/>
                    <a:pt x="10" y="14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6" y="16"/>
                    <a:pt x="18" y="16"/>
                    <a:pt x="19" y="16"/>
                  </a:cubicBezTo>
                  <a:cubicBezTo>
                    <a:pt x="20" y="17"/>
                    <a:pt x="21" y="18"/>
                    <a:pt x="22" y="19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0"/>
                    <a:pt x="28" y="22"/>
                    <a:pt x="29" y="22"/>
                  </a:cubicBezTo>
                  <a:cubicBezTo>
                    <a:pt x="30" y="22"/>
                    <a:pt x="31" y="20"/>
                    <a:pt x="32" y="20"/>
                  </a:cubicBezTo>
                  <a:cubicBezTo>
                    <a:pt x="33" y="21"/>
                    <a:pt x="33" y="23"/>
                    <a:pt x="35" y="22"/>
                  </a:cubicBezTo>
                  <a:cubicBezTo>
                    <a:pt x="35" y="22"/>
                    <a:pt x="37" y="21"/>
                    <a:pt x="37" y="21"/>
                  </a:cubicBezTo>
                  <a:cubicBezTo>
                    <a:pt x="37" y="20"/>
                    <a:pt x="37" y="19"/>
                    <a:pt x="37" y="18"/>
                  </a:cubicBezTo>
                  <a:cubicBezTo>
                    <a:pt x="36" y="17"/>
                    <a:pt x="37" y="16"/>
                    <a:pt x="37" y="14"/>
                  </a:cubicBezTo>
                  <a:cubicBezTo>
                    <a:pt x="35" y="14"/>
                    <a:pt x="34" y="15"/>
                    <a:pt x="32" y="14"/>
                  </a:cubicBezTo>
                  <a:cubicBezTo>
                    <a:pt x="32" y="14"/>
                    <a:pt x="31" y="13"/>
                    <a:pt x="31" y="13"/>
                  </a:cubicBezTo>
                  <a:cubicBezTo>
                    <a:pt x="30" y="13"/>
                    <a:pt x="29" y="14"/>
                    <a:pt x="28" y="13"/>
                  </a:cubicBezTo>
                  <a:cubicBezTo>
                    <a:pt x="28" y="13"/>
                    <a:pt x="27" y="12"/>
                    <a:pt x="26" y="12"/>
                  </a:cubicBezTo>
                  <a:cubicBezTo>
                    <a:pt x="25" y="12"/>
                    <a:pt x="24" y="14"/>
                    <a:pt x="24" y="12"/>
                  </a:cubicBezTo>
                  <a:cubicBezTo>
                    <a:pt x="22" y="10"/>
                    <a:pt x="21" y="11"/>
                    <a:pt x="20" y="10"/>
                  </a:cubicBezTo>
                  <a:cubicBezTo>
                    <a:pt x="19" y="9"/>
                    <a:pt x="19" y="8"/>
                    <a:pt x="18" y="8"/>
                  </a:cubicBezTo>
                  <a:cubicBezTo>
                    <a:pt x="17" y="7"/>
                    <a:pt x="16" y="7"/>
                    <a:pt x="16" y="7"/>
                  </a:cubicBezTo>
                  <a:cubicBezTo>
                    <a:pt x="14" y="6"/>
                    <a:pt x="11" y="4"/>
                    <a:pt x="10" y="2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6" y="0"/>
                    <a:pt x="6" y="1"/>
                    <a:pt x="5" y="2"/>
                  </a:cubicBezTo>
                  <a:cubicBezTo>
                    <a:pt x="5" y="3"/>
                    <a:pt x="4" y="2"/>
                    <a:pt x="4" y="2"/>
                  </a:cubicBezTo>
                  <a:cubicBezTo>
                    <a:pt x="3" y="3"/>
                    <a:pt x="2" y="3"/>
                    <a:pt x="1" y="3"/>
                  </a:cubicBezTo>
                  <a:cubicBezTo>
                    <a:pt x="0" y="4"/>
                    <a:pt x="2" y="3"/>
                    <a:pt x="1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5" name="Freeform 713">
              <a:extLst>
                <a:ext uri="{FF2B5EF4-FFF2-40B4-BE49-F238E27FC236}">
                  <a16:creationId xmlns:a16="http://schemas.microsoft.com/office/drawing/2014/main" id="{A4A8AFB2-3EE6-D12D-F8F8-24DF81CD2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2879" y="7800893"/>
              <a:ext cx="327205" cy="287137"/>
            </a:xfrm>
            <a:custGeom>
              <a:avLst/>
              <a:gdLst>
                <a:gd name="T0" fmla="*/ 14 w 28"/>
                <a:gd name="T1" fmla="*/ 19 h 23"/>
                <a:gd name="T2" fmla="*/ 19 w 28"/>
                <a:gd name="T3" fmla="*/ 18 h 23"/>
                <a:gd name="T4" fmla="*/ 19 w 28"/>
                <a:gd name="T5" fmla="*/ 15 h 23"/>
                <a:gd name="T6" fmla="*/ 21 w 28"/>
                <a:gd name="T7" fmla="*/ 14 h 23"/>
                <a:gd name="T8" fmla="*/ 24 w 28"/>
                <a:gd name="T9" fmla="*/ 12 h 23"/>
                <a:gd name="T10" fmla="*/ 27 w 28"/>
                <a:gd name="T11" fmla="*/ 9 h 23"/>
                <a:gd name="T12" fmla="*/ 26 w 28"/>
                <a:gd name="T13" fmla="*/ 1 h 23"/>
                <a:gd name="T14" fmla="*/ 22 w 28"/>
                <a:gd name="T15" fmla="*/ 1 h 23"/>
                <a:gd name="T16" fmla="*/ 19 w 28"/>
                <a:gd name="T17" fmla="*/ 2 h 23"/>
                <a:gd name="T18" fmla="*/ 17 w 28"/>
                <a:gd name="T19" fmla="*/ 2 h 23"/>
                <a:gd name="T20" fmla="*/ 3 w 28"/>
                <a:gd name="T21" fmla="*/ 3 h 23"/>
                <a:gd name="T22" fmla="*/ 0 w 28"/>
                <a:gd name="T23" fmla="*/ 7 h 23"/>
                <a:gd name="T24" fmla="*/ 1 w 28"/>
                <a:gd name="T25" fmla="*/ 10 h 23"/>
                <a:gd name="T26" fmla="*/ 3 w 28"/>
                <a:gd name="T27" fmla="*/ 14 h 23"/>
                <a:gd name="T28" fmla="*/ 5 w 28"/>
                <a:gd name="T29" fmla="*/ 18 h 23"/>
                <a:gd name="T30" fmla="*/ 6 w 28"/>
                <a:gd name="T31" fmla="*/ 19 h 23"/>
                <a:gd name="T32" fmla="*/ 7 w 28"/>
                <a:gd name="T33" fmla="*/ 21 h 23"/>
                <a:gd name="T34" fmla="*/ 8 w 28"/>
                <a:gd name="T35" fmla="*/ 23 h 23"/>
                <a:gd name="T36" fmla="*/ 14 w 28"/>
                <a:gd name="T37" fmla="*/ 19 h 23"/>
                <a:gd name="T38" fmla="*/ 14 w 28"/>
                <a:gd name="T3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" h="23">
                  <a:moveTo>
                    <a:pt x="14" y="19"/>
                  </a:moveTo>
                  <a:cubicBezTo>
                    <a:pt x="14" y="18"/>
                    <a:pt x="20" y="20"/>
                    <a:pt x="19" y="18"/>
                  </a:cubicBezTo>
                  <a:cubicBezTo>
                    <a:pt x="19" y="18"/>
                    <a:pt x="18" y="15"/>
                    <a:pt x="19" y="15"/>
                  </a:cubicBezTo>
                  <a:cubicBezTo>
                    <a:pt x="20" y="15"/>
                    <a:pt x="21" y="16"/>
                    <a:pt x="21" y="14"/>
                  </a:cubicBezTo>
                  <a:cubicBezTo>
                    <a:pt x="21" y="12"/>
                    <a:pt x="23" y="13"/>
                    <a:pt x="24" y="12"/>
                  </a:cubicBezTo>
                  <a:cubicBezTo>
                    <a:pt x="26" y="12"/>
                    <a:pt x="26" y="10"/>
                    <a:pt x="27" y="9"/>
                  </a:cubicBezTo>
                  <a:cubicBezTo>
                    <a:pt x="28" y="7"/>
                    <a:pt x="25" y="2"/>
                    <a:pt x="26" y="1"/>
                  </a:cubicBezTo>
                  <a:cubicBezTo>
                    <a:pt x="24" y="2"/>
                    <a:pt x="24" y="2"/>
                    <a:pt x="22" y="1"/>
                  </a:cubicBezTo>
                  <a:cubicBezTo>
                    <a:pt x="21" y="0"/>
                    <a:pt x="19" y="2"/>
                    <a:pt x="19" y="2"/>
                  </a:cubicBezTo>
                  <a:cubicBezTo>
                    <a:pt x="19" y="4"/>
                    <a:pt x="17" y="2"/>
                    <a:pt x="17" y="2"/>
                  </a:cubicBezTo>
                  <a:cubicBezTo>
                    <a:pt x="13" y="1"/>
                    <a:pt x="6" y="0"/>
                    <a:pt x="3" y="3"/>
                  </a:cubicBezTo>
                  <a:cubicBezTo>
                    <a:pt x="2" y="4"/>
                    <a:pt x="0" y="5"/>
                    <a:pt x="0" y="7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3" y="11"/>
                    <a:pt x="3" y="13"/>
                    <a:pt x="3" y="14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5" y="19"/>
                    <a:pt x="6" y="18"/>
                    <a:pt x="6" y="19"/>
                  </a:cubicBezTo>
                  <a:cubicBezTo>
                    <a:pt x="7" y="19"/>
                    <a:pt x="6" y="20"/>
                    <a:pt x="7" y="21"/>
                  </a:cubicBezTo>
                  <a:cubicBezTo>
                    <a:pt x="9" y="21"/>
                    <a:pt x="8" y="22"/>
                    <a:pt x="8" y="23"/>
                  </a:cubicBezTo>
                  <a:cubicBezTo>
                    <a:pt x="8" y="22"/>
                    <a:pt x="14" y="20"/>
                    <a:pt x="14" y="19"/>
                  </a:cubicBezTo>
                  <a:cubicBezTo>
                    <a:pt x="14" y="19"/>
                    <a:pt x="14" y="20"/>
                    <a:pt x="14" y="1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6" name="Freeform 714">
              <a:extLst>
                <a:ext uri="{FF2B5EF4-FFF2-40B4-BE49-F238E27FC236}">
                  <a16:creationId xmlns:a16="http://schemas.microsoft.com/office/drawing/2014/main" id="{14DC147C-8623-2B1F-9F92-C16CAA9A7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5187" y="8307608"/>
              <a:ext cx="259371" cy="325146"/>
            </a:xfrm>
            <a:custGeom>
              <a:avLst/>
              <a:gdLst>
                <a:gd name="T0" fmla="*/ 10 w 22"/>
                <a:gd name="T1" fmla="*/ 3 h 26"/>
                <a:gd name="T2" fmla="*/ 7 w 22"/>
                <a:gd name="T3" fmla="*/ 4 h 26"/>
                <a:gd name="T4" fmla="*/ 6 w 22"/>
                <a:gd name="T5" fmla="*/ 4 h 26"/>
                <a:gd name="T6" fmla="*/ 5 w 22"/>
                <a:gd name="T7" fmla="*/ 1 h 26"/>
                <a:gd name="T8" fmla="*/ 0 w 22"/>
                <a:gd name="T9" fmla="*/ 0 h 26"/>
                <a:gd name="T10" fmla="*/ 1 w 22"/>
                <a:gd name="T11" fmla="*/ 6 h 26"/>
                <a:gd name="T12" fmla="*/ 4 w 22"/>
                <a:gd name="T13" fmla="*/ 14 h 26"/>
                <a:gd name="T14" fmla="*/ 9 w 22"/>
                <a:gd name="T15" fmla="*/ 21 h 26"/>
                <a:gd name="T16" fmla="*/ 19 w 22"/>
                <a:gd name="T17" fmla="*/ 26 h 26"/>
                <a:gd name="T18" fmla="*/ 20 w 22"/>
                <a:gd name="T19" fmla="*/ 23 h 26"/>
                <a:gd name="T20" fmla="*/ 16 w 22"/>
                <a:gd name="T21" fmla="*/ 14 h 26"/>
                <a:gd name="T22" fmla="*/ 16 w 22"/>
                <a:gd name="T23" fmla="*/ 6 h 26"/>
                <a:gd name="T24" fmla="*/ 10 w 22"/>
                <a:gd name="T25" fmla="*/ 3 h 26"/>
                <a:gd name="T26" fmla="*/ 10 w 22"/>
                <a:gd name="T27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6">
                  <a:moveTo>
                    <a:pt x="10" y="3"/>
                  </a:moveTo>
                  <a:cubicBezTo>
                    <a:pt x="9" y="3"/>
                    <a:pt x="8" y="4"/>
                    <a:pt x="7" y="4"/>
                  </a:cubicBezTo>
                  <a:cubicBezTo>
                    <a:pt x="7" y="3"/>
                    <a:pt x="6" y="4"/>
                    <a:pt x="6" y="4"/>
                  </a:cubicBezTo>
                  <a:cubicBezTo>
                    <a:pt x="5" y="4"/>
                    <a:pt x="5" y="2"/>
                    <a:pt x="5" y="1"/>
                  </a:cubicBezTo>
                  <a:cubicBezTo>
                    <a:pt x="4" y="0"/>
                    <a:pt x="2" y="0"/>
                    <a:pt x="0" y="0"/>
                  </a:cubicBezTo>
                  <a:cubicBezTo>
                    <a:pt x="1" y="1"/>
                    <a:pt x="1" y="4"/>
                    <a:pt x="1" y="6"/>
                  </a:cubicBezTo>
                  <a:cubicBezTo>
                    <a:pt x="2" y="8"/>
                    <a:pt x="3" y="11"/>
                    <a:pt x="4" y="14"/>
                  </a:cubicBezTo>
                  <a:cubicBezTo>
                    <a:pt x="6" y="16"/>
                    <a:pt x="7" y="19"/>
                    <a:pt x="9" y="21"/>
                  </a:cubicBezTo>
                  <a:cubicBezTo>
                    <a:pt x="12" y="22"/>
                    <a:pt x="15" y="26"/>
                    <a:pt x="19" y="26"/>
                  </a:cubicBezTo>
                  <a:cubicBezTo>
                    <a:pt x="22" y="26"/>
                    <a:pt x="21" y="25"/>
                    <a:pt x="20" y="23"/>
                  </a:cubicBezTo>
                  <a:cubicBezTo>
                    <a:pt x="18" y="20"/>
                    <a:pt x="16" y="18"/>
                    <a:pt x="16" y="14"/>
                  </a:cubicBezTo>
                  <a:cubicBezTo>
                    <a:pt x="16" y="11"/>
                    <a:pt x="18" y="9"/>
                    <a:pt x="16" y="6"/>
                  </a:cubicBezTo>
                  <a:cubicBezTo>
                    <a:pt x="15" y="5"/>
                    <a:pt x="11" y="0"/>
                    <a:pt x="10" y="3"/>
                  </a:cubicBezTo>
                  <a:cubicBezTo>
                    <a:pt x="9" y="4"/>
                    <a:pt x="10" y="2"/>
                    <a:pt x="10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7" name="Freeform 715">
              <a:extLst>
                <a:ext uri="{FF2B5EF4-FFF2-40B4-BE49-F238E27FC236}">
                  <a16:creationId xmlns:a16="http://schemas.microsoft.com/office/drawing/2014/main" id="{D3C1AD7A-8DC9-BD65-A617-5F5173FCC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4729" y="5022395"/>
              <a:ext cx="3507501" cy="2419574"/>
            </a:xfrm>
            <a:custGeom>
              <a:avLst/>
              <a:gdLst>
                <a:gd name="T0" fmla="*/ 279 w 300"/>
                <a:gd name="T1" fmla="*/ 37 h 195"/>
                <a:gd name="T2" fmla="*/ 244 w 300"/>
                <a:gd name="T3" fmla="*/ 1 h 195"/>
                <a:gd name="T4" fmla="*/ 223 w 300"/>
                <a:gd name="T5" fmla="*/ 18 h 195"/>
                <a:gd name="T6" fmla="*/ 214 w 300"/>
                <a:gd name="T7" fmla="*/ 27 h 195"/>
                <a:gd name="T8" fmla="*/ 205 w 300"/>
                <a:gd name="T9" fmla="*/ 39 h 195"/>
                <a:gd name="T10" fmla="*/ 224 w 300"/>
                <a:gd name="T11" fmla="*/ 46 h 195"/>
                <a:gd name="T12" fmla="*/ 197 w 300"/>
                <a:gd name="T13" fmla="*/ 55 h 195"/>
                <a:gd name="T14" fmla="*/ 180 w 300"/>
                <a:gd name="T15" fmla="*/ 66 h 195"/>
                <a:gd name="T16" fmla="*/ 146 w 300"/>
                <a:gd name="T17" fmla="*/ 75 h 195"/>
                <a:gd name="T18" fmla="*/ 121 w 300"/>
                <a:gd name="T19" fmla="*/ 70 h 195"/>
                <a:gd name="T20" fmla="*/ 94 w 300"/>
                <a:gd name="T21" fmla="*/ 56 h 195"/>
                <a:gd name="T22" fmla="*/ 66 w 300"/>
                <a:gd name="T23" fmla="*/ 30 h 195"/>
                <a:gd name="T24" fmla="*/ 56 w 300"/>
                <a:gd name="T25" fmla="*/ 44 h 195"/>
                <a:gd name="T26" fmla="*/ 44 w 300"/>
                <a:gd name="T27" fmla="*/ 51 h 195"/>
                <a:gd name="T28" fmla="*/ 34 w 300"/>
                <a:gd name="T29" fmla="*/ 63 h 195"/>
                <a:gd name="T30" fmla="*/ 28 w 300"/>
                <a:gd name="T31" fmla="*/ 76 h 195"/>
                <a:gd name="T32" fmla="*/ 11 w 300"/>
                <a:gd name="T33" fmla="*/ 84 h 195"/>
                <a:gd name="T34" fmla="*/ 1 w 300"/>
                <a:gd name="T35" fmla="*/ 91 h 195"/>
                <a:gd name="T36" fmla="*/ 7 w 300"/>
                <a:gd name="T37" fmla="*/ 103 h 195"/>
                <a:gd name="T38" fmla="*/ 23 w 300"/>
                <a:gd name="T39" fmla="*/ 111 h 195"/>
                <a:gd name="T40" fmla="*/ 27 w 300"/>
                <a:gd name="T41" fmla="*/ 121 h 195"/>
                <a:gd name="T42" fmla="*/ 27 w 300"/>
                <a:gd name="T43" fmla="*/ 135 h 195"/>
                <a:gd name="T44" fmla="*/ 40 w 300"/>
                <a:gd name="T45" fmla="*/ 140 h 195"/>
                <a:gd name="T46" fmla="*/ 62 w 300"/>
                <a:gd name="T47" fmla="*/ 154 h 195"/>
                <a:gd name="T48" fmla="*/ 74 w 300"/>
                <a:gd name="T49" fmla="*/ 156 h 195"/>
                <a:gd name="T50" fmla="*/ 92 w 300"/>
                <a:gd name="T51" fmla="*/ 151 h 195"/>
                <a:gd name="T52" fmla="*/ 106 w 300"/>
                <a:gd name="T53" fmla="*/ 146 h 195"/>
                <a:gd name="T54" fmla="*/ 116 w 300"/>
                <a:gd name="T55" fmla="*/ 155 h 195"/>
                <a:gd name="T56" fmla="*/ 117 w 300"/>
                <a:gd name="T57" fmla="*/ 166 h 195"/>
                <a:gd name="T58" fmla="*/ 119 w 300"/>
                <a:gd name="T59" fmla="*/ 178 h 195"/>
                <a:gd name="T60" fmla="*/ 125 w 300"/>
                <a:gd name="T61" fmla="*/ 187 h 195"/>
                <a:gd name="T62" fmla="*/ 134 w 300"/>
                <a:gd name="T63" fmla="*/ 186 h 195"/>
                <a:gd name="T64" fmla="*/ 143 w 300"/>
                <a:gd name="T65" fmla="*/ 182 h 195"/>
                <a:gd name="T66" fmla="*/ 155 w 300"/>
                <a:gd name="T67" fmla="*/ 180 h 195"/>
                <a:gd name="T68" fmla="*/ 168 w 300"/>
                <a:gd name="T69" fmla="*/ 186 h 195"/>
                <a:gd name="T70" fmla="*/ 175 w 300"/>
                <a:gd name="T71" fmla="*/ 195 h 195"/>
                <a:gd name="T72" fmla="*/ 189 w 300"/>
                <a:gd name="T73" fmla="*/ 186 h 195"/>
                <a:gd name="T74" fmla="*/ 202 w 300"/>
                <a:gd name="T75" fmla="*/ 182 h 195"/>
                <a:gd name="T76" fmla="*/ 215 w 300"/>
                <a:gd name="T77" fmla="*/ 173 h 195"/>
                <a:gd name="T78" fmla="*/ 221 w 300"/>
                <a:gd name="T79" fmla="*/ 164 h 195"/>
                <a:gd name="T80" fmla="*/ 228 w 300"/>
                <a:gd name="T81" fmla="*/ 156 h 195"/>
                <a:gd name="T82" fmla="*/ 232 w 300"/>
                <a:gd name="T83" fmla="*/ 149 h 195"/>
                <a:gd name="T84" fmla="*/ 236 w 300"/>
                <a:gd name="T85" fmla="*/ 143 h 195"/>
                <a:gd name="T86" fmla="*/ 231 w 300"/>
                <a:gd name="T87" fmla="*/ 139 h 195"/>
                <a:gd name="T88" fmla="*/ 229 w 300"/>
                <a:gd name="T89" fmla="*/ 132 h 195"/>
                <a:gd name="T90" fmla="*/ 221 w 300"/>
                <a:gd name="T91" fmla="*/ 115 h 195"/>
                <a:gd name="T92" fmla="*/ 229 w 300"/>
                <a:gd name="T93" fmla="*/ 106 h 195"/>
                <a:gd name="T94" fmla="*/ 238 w 300"/>
                <a:gd name="T95" fmla="*/ 102 h 195"/>
                <a:gd name="T96" fmla="*/ 220 w 300"/>
                <a:gd name="T97" fmla="*/ 102 h 195"/>
                <a:gd name="T98" fmla="*/ 221 w 300"/>
                <a:gd name="T99" fmla="*/ 90 h 195"/>
                <a:gd name="T100" fmla="*/ 234 w 300"/>
                <a:gd name="T101" fmla="*/ 87 h 195"/>
                <a:gd name="T102" fmla="*/ 238 w 300"/>
                <a:gd name="T103" fmla="*/ 89 h 195"/>
                <a:gd name="T104" fmla="*/ 259 w 300"/>
                <a:gd name="T105" fmla="*/ 77 h 195"/>
                <a:gd name="T106" fmla="*/ 271 w 300"/>
                <a:gd name="T107" fmla="*/ 72 h 195"/>
                <a:gd name="T108" fmla="*/ 281 w 300"/>
                <a:gd name="T109" fmla="*/ 60 h 195"/>
                <a:gd name="T110" fmla="*/ 295 w 300"/>
                <a:gd name="T111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0" h="195">
                  <a:moveTo>
                    <a:pt x="298" y="37"/>
                  </a:moveTo>
                  <a:cubicBezTo>
                    <a:pt x="298" y="35"/>
                    <a:pt x="294" y="36"/>
                    <a:pt x="293" y="37"/>
                  </a:cubicBezTo>
                  <a:cubicBezTo>
                    <a:pt x="291" y="37"/>
                    <a:pt x="290" y="38"/>
                    <a:pt x="288" y="39"/>
                  </a:cubicBezTo>
                  <a:cubicBezTo>
                    <a:pt x="286" y="40"/>
                    <a:pt x="279" y="40"/>
                    <a:pt x="279" y="37"/>
                  </a:cubicBezTo>
                  <a:cubicBezTo>
                    <a:pt x="277" y="33"/>
                    <a:pt x="276" y="31"/>
                    <a:pt x="272" y="29"/>
                  </a:cubicBezTo>
                  <a:cubicBezTo>
                    <a:pt x="269" y="28"/>
                    <a:pt x="263" y="28"/>
                    <a:pt x="262" y="24"/>
                  </a:cubicBezTo>
                  <a:cubicBezTo>
                    <a:pt x="261" y="18"/>
                    <a:pt x="259" y="11"/>
                    <a:pt x="255" y="6"/>
                  </a:cubicBezTo>
                  <a:cubicBezTo>
                    <a:pt x="252" y="3"/>
                    <a:pt x="248" y="3"/>
                    <a:pt x="244" y="1"/>
                  </a:cubicBezTo>
                  <a:cubicBezTo>
                    <a:pt x="240" y="0"/>
                    <a:pt x="233" y="1"/>
                    <a:pt x="229" y="3"/>
                  </a:cubicBezTo>
                  <a:cubicBezTo>
                    <a:pt x="228" y="4"/>
                    <a:pt x="226" y="5"/>
                    <a:pt x="225" y="6"/>
                  </a:cubicBezTo>
                  <a:cubicBezTo>
                    <a:pt x="225" y="7"/>
                    <a:pt x="228" y="7"/>
                    <a:pt x="228" y="8"/>
                  </a:cubicBezTo>
                  <a:cubicBezTo>
                    <a:pt x="229" y="12"/>
                    <a:pt x="224" y="15"/>
                    <a:pt x="223" y="18"/>
                  </a:cubicBezTo>
                  <a:cubicBezTo>
                    <a:pt x="222" y="19"/>
                    <a:pt x="222" y="20"/>
                    <a:pt x="222" y="21"/>
                  </a:cubicBezTo>
                  <a:cubicBezTo>
                    <a:pt x="222" y="22"/>
                    <a:pt x="222" y="22"/>
                    <a:pt x="222" y="23"/>
                  </a:cubicBezTo>
                  <a:cubicBezTo>
                    <a:pt x="222" y="25"/>
                    <a:pt x="219" y="25"/>
                    <a:pt x="217" y="26"/>
                  </a:cubicBezTo>
                  <a:cubicBezTo>
                    <a:pt x="216" y="26"/>
                    <a:pt x="215" y="27"/>
                    <a:pt x="214" y="27"/>
                  </a:cubicBezTo>
                  <a:cubicBezTo>
                    <a:pt x="213" y="27"/>
                    <a:pt x="208" y="25"/>
                    <a:pt x="208" y="25"/>
                  </a:cubicBezTo>
                  <a:cubicBezTo>
                    <a:pt x="207" y="27"/>
                    <a:pt x="206" y="30"/>
                    <a:pt x="205" y="32"/>
                  </a:cubicBezTo>
                  <a:cubicBezTo>
                    <a:pt x="205" y="33"/>
                    <a:pt x="204" y="34"/>
                    <a:pt x="204" y="35"/>
                  </a:cubicBezTo>
                  <a:cubicBezTo>
                    <a:pt x="204" y="35"/>
                    <a:pt x="202" y="41"/>
                    <a:pt x="205" y="39"/>
                  </a:cubicBezTo>
                  <a:cubicBezTo>
                    <a:pt x="206" y="38"/>
                    <a:pt x="206" y="38"/>
                    <a:pt x="208" y="38"/>
                  </a:cubicBezTo>
                  <a:cubicBezTo>
                    <a:pt x="209" y="38"/>
                    <a:pt x="211" y="40"/>
                    <a:pt x="212" y="39"/>
                  </a:cubicBezTo>
                  <a:cubicBezTo>
                    <a:pt x="216" y="36"/>
                    <a:pt x="219" y="38"/>
                    <a:pt x="222" y="42"/>
                  </a:cubicBezTo>
                  <a:cubicBezTo>
                    <a:pt x="223" y="43"/>
                    <a:pt x="225" y="45"/>
                    <a:pt x="224" y="46"/>
                  </a:cubicBezTo>
                  <a:cubicBezTo>
                    <a:pt x="224" y="46"/>
                    <a:pt x="220" y="45"/>
                    <a:pt x="219" y="45"/>
                  </a:cubicBezTo>
                  <a:cubicBezTo>
                    <a:pt x="216" y="46"/>
                    <a:pt x="212" y="46"/>
                    <a:pt x="209" y="47"/>
                  </a:cubicBezTo>
                  <a:cubicBezTo>
                    <a:pt x="206" y="48"/>
                    <a:pt x="206" y="54"/>
                    <a:pt x="202" y="54"/>
                  </a:cubicBezTo>
                  <a:cubicBezTo>
                    <a:pt x="200" y="54"/>
                    <a:pt x="198" y="53"/>
                    <a:pt x="197" y="55"/>
                  </a:cubicBezTo>
                  <a:cubicBezTo>
                    <a:pt x="196" y="56"/>
                    <a:pt x="194" y="58"/>
                    <a:pt x="192" y="58"/>
                  </a:cubicBezTo>
                  <a:cubicBezTo>
                    <a:pt x="189" y="57"/>
                    <a:pt x="183" y="53"/>
                    <a:pt x="182" y="59"/>
                  </a:cubicBezTo>
                  <a:cubicBezTo>
                    <a:pt x="182" y="61"/>
                    <a:pt x="184" y="62"/>
                    <a:pt x="184" y="63"/>
                  </a:cubicBezTo>
                  <a:cubicBezTo>
                    <a:pt x="184" y="65"/>
                    <a:pt x="181" y="65"/>
                    <a:pt x="180" y="66"/>
                  </a:cubicBezTo>
                  <a:cubicBezTo>
                    <a:pt x="177" y="69"/>
                    <a:pt x="176" y="72"/>
                    <a:pt x="172" y="72"/>
                  </a:cubicBezTo>
                  <a:cubicBezTo>
                    <a:pt x="167" y="72"/>
                    <a:pt x="162" y="72"/>
                    <a:pt x="157" y="73"/>
                  </a:cubicBezTo>
                  <a:cubicBezTo>
                    <a:pt x="155" y="74"/>
                    <a:pt x="151" y="78"/>
                    <a:pt x="150" y="77"/>
                  </a:cubicBezTo>
                  <a:cubicBezTo>
                    <a:pt x="148" y="77"/>
                    <a:pt x="147" y="75"/>
                    <a:pt x="146" y="75"/>
                  </a:cubicBezTo>
                  <a:cubicBezTo>
                    <a:pt x="144" y="75"/>
                    <a:pt x="143" y="75"/>
                    <a:pt x="141" y="75"/>
                  </a:cubicBezTo>
                  <a:cubicBezTo>
                    <a:pt x="139" y="74"/>
                    <a:pt x="137" y="74"/>
                    <a:pt x="135" y="72"/>
                  </a:cubicBezTo>
                  <a:cubicBezTo>
                    <a:pt x="133" y="71"/>
                    <a:pt x="132" y="71"/>
                    <a:pt x="131" y="70"/>
                  </a:cubicBezTo>
                  <a:cubicBezTo>
                    <a:pt x="127" y="70"/>
                    <a:pt x="125" y="70"/>
                    <a:pt x="121" y="70"/>
                  </a:cubicBezTo>
                  <a:cubicBezTo>
                    <a:pt x="118" y="70"/>
                    <a:pt x="113" y="71"/>
                    <a:pt x="109" y="70"/>
                  </a:cubicBezTo>
                  <a:cubicBezTo>
                    <a:pt x="108" y="70"/>
                    <a:pt x="107" y="68"/>
                    <a:pt x="107" y="67"/>
                  </a:cubicBezTo>
                  <a:cubicBezTo>
                    <a:pt x="105" y="65"/>
                    <a:pt x="104" y="63"/>
                    <a:pt x="102" y="61"/>
                  </a:cubicBezTo>
                  <a:cubicBezTo>
                    <a:pt x="99" y="59"/>
                    <a:pt x="97" y="56"/>
                    <a:pt x="94" y="56"/>
                  </a:cubicBezTo>
                  <a:cubicBezTo>
                    <a:pt x="92" y="56"/>
                    <a:pt x="81" y="56"/>
                    <a:pt x="83" y="52"/>
                  </a:cubicBezTo>
                  <a:cubicBezTo>
                    <a:pt x="85" y="48"/>
                    <a:pt x="84" y="41"/>
                    <a:pt x="79" y="38"/>
                  </a:cubicBezTo>
                  <a:cubicBezTo>
                    <a:pt x="75" y="35"/>
                    <a:pt x="70" y="35"/>
                    <a:pt x="69" y="29"/>
                  </a:cubicBezTo>
                  <a:cubicBezTo>
                    <a:pt x="68" y="30"/>
                    <a:pt x="67" y="29"/>
                    <a:pt x="66" y="30"/>
                  </a:cubicBezTo>
                  <a:cubicBezTo>
                    <a:pt x="65" y="31"/>
                    <a:pt x="65" y="31"/>
                    <a:pt x="65" y="32"/>
                  </a:cubicBezTo>
                  <a:cubicBezTo>
                    <a:pt x="63" y="35"/>
                    <a:pt x="60" y="34"/>
                    <a:pt x="59" y="37"/>
                  </a:cubicBezTo>
                  <a:cubicBezTo>
                    <a:pt x="59" y="39"/>
                    <a:pt x="61" y="41"/>
                    <a:pt x="60" y="42"/>
                  </a:cubicBezTo>
                  <a:cubicBezTo>
                    <a:pt x="59" y="43"/>
                    <a:pt x="57" y="44"/>
                    <a:pt x="56" y="44"/>
                  </a:cubicBezTo>
                  <a:cubicBezTo>
                    <a:pt x="55" y="45"/>
                    <a:pt x="54" y="43"/>
                    <a:pt x="53" y="44"/>
                  </a:cubicBezTo>
                  <a:cubicBezTo>
                    <a:pt x="51" y="44"/>
                    <a:pt x="50" y="43"/>
                    <a:pt x="48" y="42"/>
                  </a:cubicBezTo>
                  <a:cubicBezTo>
                    <a:pt x="47" y="41"/>
                    <a:pt x="46" y="46"/>
                    <a:pt x="45" y="47"/>
                  </a:cubicBezTo>
                  <a:cubicBezTo>
                    <a:pt x="45" y="48"/>
                    <a:pt x="44" y="50"/>
                    <a:pt x="44" y="51"/>
                  </a:cubicBezTo>
                  <a:cubicBezTo>
                    <a:pt x="44" y="53"/>
                    <a:pt x="45" y="53"/>
                    <a:pt x="45" y="54"/>
                  </a:cubicBezTo>
                  <a:cubicBezTo>
                    <a:pt x="45" y="56"/>
                    <a:pt x="39" y="54"/>
                    <a:pt x="39" y="54"/>
                  </a:cubicBezTo>
                  <a:cubicBezTo>
                    <a:pt x="37" y="55"/>
                    <a:pt x="33" y="55"/>
                    <a:pt x="32" y="56"/>
                  </a:cubicBezTo>
                  <a:cubicBezTo>
                    <a:pt x="33" y="55"/>
                    <a:pt x="34" y="62"/>
                    <a:pt x="34" y="63"/>
                  </a:cubicBezTo>
                  <a:cubicBezTo>
                    <a:pt x="35" y="64"/>
                    <a:pt x="36" y="65"/>
                    <a:pt x="37" y="66"/>
                  </a:cubicBezTo>
                  <a:cubicBezTo>
                    <a:pt x="37" y="67"/>
                    <a:pt x="34" y="69"/>
                    <a:pt x="33" y="70"/>
                  </a:cubicBezTo>
                  <a:cubicBezTo>
                    <a:pt x="32" y="71"/>
                    <a:pt x="33" y="74"/>
                    <a:pt x="32" y="74"/>
                  </a:cubicBezTo>
                  <a:cubicBezTo>
                    <a:pt x="31" y="75"/>
                    <a:pt x="29" y="75"/>
                    <a:pt x="28" y="76"/>
                  </a:cubicBezTo>
                  <a:cubicBezTo>
                    <a:pt x="26" y="77"/>
                    <a:pt x="25" y="78"/>
                    <a:pt x="24" y="79"/>
                  </a:cubicBezTo>
                  <a:cubicBezTo>
                    <a:pt x="22" y="79"/>
                    <a:pt x="21" y="79"/>
                    <a:pt x="19" y="80"/>
                  </a:cubicBezTo>
                  <a:cubicBezTo>
                    <a:pt x="17" y="80"/>
                    <a:pt x="16" y="81"/>
                    <a:pt x="15" y="83"/>
                  </a:cubicBezTo>
                  <a:cubicBezTo>
                    <a:pt x="15" y="83"/>
                    <a:pt x="11" y="84"/>
                    <a:pt x="11" y="84"/>
                  </a:cubicBezTo>
                  <a:cubicBezTo>
                    <a:pt x="11" y="84"/>
                    <a:pt x="11" y="83"/>
                    <a:pt x="11" y="83"/>
                  </a:cubicBezTo>
                  <a:cubicBezTo>
                    <a:pt x="10" y="83"/>
                    <a:pt x="9" y="83"/>
                    <a:pt x="7" y="83"/>
                  </a:cubicBezTo>
                  <a:cubicBezTo>
                    <a:pt x="6" y="83"/>
                    <a:pt x="3" y="85"/>
                    <a:pt x="3" y="86"/>
                  </a:cubicBezTo>
                  <a:cubicBezTo>
                    <a:pt x="2" y="88"/>
                    <a:pt x="1" y="90"/>
                    <a:pt x="1" y="91"/>
                  </a:cubicBezTo>
                  <a:cubicBezTo>
                    <a:pt x="0" y="93"/>
                    <a:pt x="3" y="95"/>
                    <a:pt x="4" y="95"/>
                  </a:cubicBezTo>
                  <a:cubicBezTo>
                    <a:pt x="7" y="95"/>
                    <a:pt x="6" y="95"/>
                    <a:pt x="7" y="98"/>
                  </a:cubicBezTo>
                  <a:cubicBezTo>
                    <a:pt x="7" y="99"/>
                    <a:pt x="8" y="99"/>
                    <a:pt x="8" y="101"/>
                  </a:cubicBezTo>
                  <a:cubicBezTo>
                    <a:pt x="8" y="101"/>
                    <a:pt x="7" y="103"/>
                    <a:pt x="7" y="103"/>
                  </a:cubicBezTo>
                  <a:cubicBezTo>
                    <a:pt x="9" y="104"/>
                    <a:pt x="10" y="104"/>
                    <a:pt x="11" y="105"/>
                  </a:cubicBezTo>
                  <a:cubicBezTo>
                    <a:pt x="13" y="107"/>
                    <a:pt x="12" y="109"/>
                    <a:pt x="14" y="110"/>
                  </a:cubicBezTo>
                  <a:cubicBezTo>
                    <a:pt x="16" y="111"/>
                    <a:pt x="18" y="112"/>
                    <a:pt x="20" y="113"/>
                  </a:cubicBezTo>
                  <a:cubicBezTo>
                    <a:pt x="21" y="113"/>
                    <a:pt x="22" y="112"/>
                    <a:pt x="23" y="111"/>
                  </a:cubicBezTo>
                  <a:cubicBezTo>
                    <a:pt x="26" y="109"/>
                    <a:pt x="31" y="110"/>
                    <a:pt x="33" y="113"/>
                  </a:cubicBezTo>
                  <a:cubicBezTo>
                    <a:pt x="34" y="115"/>
                    <a:pt x="32" y="116"/>
                    <a:pt x="31" y="117"/>
                  </a:cubicBezTo>
                  <a:cubicBezTo>
                    <a:pt x="30" y="118"/>
                    <a:pt x="30" y="118"/>
                    <a:pt x="30" y="119"/>
                  </a:cubicBezTo>
                  <a:cubicBezTo>
                    <a:pt x="29" y="121"/>
                    <a:pt x="28" y="121"/>
                    <a:pt x="27" y="121"/>
                  </a:cubicBezTo>
                  <a:cubicBezTo>
                    <a:pt x="24" y="123"/>
                    <a:pt x="32" y="126"/>
                    <a:pt x="29" y="128"/>
                  </a:cubicBezTo>
                  <a:cubicBezTo>
                    <a:pt x="28" y="130"/>
                    <a:pt x="27" y="129"/>
                    <a:pt x="25" y="129"/>
                  </a:cubicBezTo>
                  <a:cubicBezTo>
                    <a:pt x="21" y="128"/>
                    <a:pt x="26" y="132"/>
                    <a:pt x="26" y="132"/>
                  </a:cubicBezTo>
                  <a:cubicBezTo>
                    <a:pt x="26" y="134"/>
                    <a:pt x="25" y="135"/>
                    <a:pt x="27" y="135"/>
                  </a:cubicBezTo>
                  <a:cubicBezTo>
                    <a:pt x="29" y="136"/>
                    <a:pt x="29" y="137"/>
                    <a:pt x="31" y="138"/>
                  </a:cubicBezTo>
                  <a:cubicBezTo>
                    <a:pt x="33" y="138"/>
                    <a:pt x="34" y="140"/>
                    <a:pt x="36" y="141"/>
                  </a:cubicBezTo>
                  <a:cubicBezTo>
                    <a:pt x="36" y="141"/>
                    <a:pt x="37" y="142"/>
                    <a:pt x="38" y="142"/>
                  </a:cubicBezTo>
                  <a:cubicBezTo>
                    <a:pt x="39" y="142"/>
                    <a:pt x="38" y="140"/>
                    <a:pt x="40" y="140"/>
                  </a:cubicBezTo>
                  <a:cubicBezTo>
                    <a:pt x="44" y="140"/>
                    <a:pt x="46" y="147"/>
                    <a:pt x="50" y="147"/>
                  </a:cubicBezTo>
                  <a:cubicBezTo>
                    <a:pt x="52" y="147"/>
                    <a:pt x="52" y="150"/>
                    <a:pt x="54" y="150"/>
                  </a:cubicBezTo>
                  <a:cubicBezTo>
                    <a:pt x="56" y="151"/>
                    <a:pt x="57" y="153"/>
                    <a:pt x="58" y="153"/>
                  </a:cubicBezTo>
                  <a:cubicBezTo>
                    <a:pt x="60" y="151"/>
                    <a:pt x="60" y="154"/>
                    <a:pt x="62" y="154"/>
                  </a:cubicBezTo>
                  <a:cubicBezTo>
                    <a:pt x="63" y="154"/>
                    <a:pt x="63" y="153"/>
                    <a:pt x="64" y="153"/>
                  </a:cubicBezTo>
                  <a:cubicBezTo>
                    <a:pt x="65" y="153"/>
                    <a:pt x="65" y="154"/>
                    <a:pt x="66" y="155"/>
                  </a:cubicBezTo>
                  <a:cubicBezTo>
                    <a:pt x="68" y="155"/>
                    <a:pt x="70" y="155"/>
                    <a:pt x="72" y="154"/>
                  </a:cubicBezTo>
                  <a:cubicBezTo>
                    <a:pt x="75" y="153"/>
                    <a:pt x="73" y="155"/>
                    <a:pt x="74" y="156"/>
                  </a:cubicBezTo>
                  <a:cubicBezTo>
                    <a:pt x="74" y="156"/>
                    <a:pt x="76" y="153"/>
                    <a:pt x="77" y="153"/>
                  </a:cubicBezTo>
                  <a:cubicBezTo>
                    <a:pt x="78" y="152"/>
                    <a:pt x="80" y="152"/>
                    <a:pt x="81" y="153"/>
                  </a:cubicBezTo>
                  <a:cubicBezTo>
                    <a:pt x="83" y="155"/>
                    <a:pt x="85" y="153"/>
                    <a:pt x="87" y="154"/>
                  </a:cubicBezTo>
                  <a:cubicBezTo>
                    <a:pt x="89" y="155"/>
                    <a:pt x="91" y="153"/>
                    <a:pt x="92" y="151"/>
                  </a:cubicBezTo>
                  <a:cubicBezTo>
                    <a:pt x="93" y="151"/>
                    <a:pt x="93" y="150"/>
                    <a:pt x="94" y="150"/>
                  </a:cubicBezTo>
                  <a:cubicBezTo>
                    <a:pt x="95" y="149"/>
                    <a:pt x="96" y="150"/>
                    <a:pt x="97" y="149"/>
                  </a:cubicBezTo>
                  <a:cubicBezTo>
                    <a:pt x="98" y="148"/>
                    <a:pt x="99" y="146"/>
                    <a:pt x="101" y="147"/>
                  </a:cubicBezTo>
                  <a:cubicBezTo>
                    <a:pt x="103" y="148"/>
                    <a:pt x="103" y="148"/>
                    <a:pt x="106" y="146"/>
                  </a:cubicBezTo>
                  <a:cubicBezTo>
                    <a:pt x="107" y="145"/>
                    <a:pt x="109" y="148"/>
                    <a:pt x="109" y="149"/>
                  </a:cubicBezTo>
                  <a:cubicBezTo>
                    <a:pt x="108" y="151"/>
                    <a:pt x="106" y="152"/>
                    <a:pt x="108" y="152"/>
                  </a:cubicBezTo>
                  <a:cubicBezTo>
                    <a:pt x="111" y="152"/>
                    <a:pt x="111" y="152"/>
                    <a:pt x="114" y="151"/>
                  </a:cubicBezTo>
                  <a:cubicBezTo>
                    <a:pt x="115" y="151"/>
                    <a:pt x="116" y="154"/>
                    <a:pt x="116" y="155"/>
                  </a:cubicBezTo>
                  <a:cubicBezTo>
                    <a:pt x="116" y="155"/>
                    <a:pt x="116" y="157"/>
                    <a:pt x="117" y="156"/>
                  </a:cubicBezTo>
                  <a:cubicBezTo>
                    <a:pt x="117" y="156"/>
                    <a:pt x="119" y="156"/>
                    <a:pt x="119" y="157"/>
                  </a:cubicBezTo>
                  <a:cubicBezTo>
                    <a:pt x="119" y="158"/>
                    <a:pt x="117" y="159"/>
                    <a:pt x="118" y="160"/>
                  </a:cubicBezTo>
                  <a:cubicBezTo>
                    <a:pt x="119" y="162"/>
                    <a:pt x="118" y="165"/>
                    <a:pt x="117" y="166"/>
                  </a:cubicBezTo>
                  <a:cubicBezTo>
                    <a:pt x="116" y="168"/>
                    <a:pt x="114" y="169"/>
                    <a:pt x="113" y="170"/>
                  </a:cubicBezTo>
                  <a:cubicBezTo>
                    <a:pt x="113" y="171"/>
                    <a:pt x="113" y="176"/>
                    <a:pt x="112" y="175"/>
                  </a:cubicBezTo>
                  <a:cubicBezTo>
                    <a:pt x="113" y="176"/>
                    <a:pt x="119" y="173"/>
                    <a:pt x="120" y="175"/>
                  </a:cubicBezTo>
                  <a:cubicBezTo>
                    <a:pt x="120" y="175"/>
                    <a:pt x="118" y="176"/>
                    <a:pt x="119" y="178"/>
                  </a:cubicBezTo>
                  <a:cubicBezTo>
                    <a:pt x="120" y="180"/>
                    <a:pt x="123" y="180"/>
                    <a:pt x="122" y="181"/>
                  </a:cubicBezTo>
                  <a:cubicBezTo>
                    <a:pt x="122" y="182"/>
                    <a:pt x="121" y="184"/>
                    <a:pt x="121" y="185"/>
                  </a:cubicBezTo>
                  <a:cubicBezTo>
                    <a:pt x="122" y="186"/>
                    <a:pt x="125" y="185"/>
                    <a:pt x="125" y="186"/>
                  </a:cubicBezTo>
                  <a:cubicBezTo>
                    <a:pt x="125" y="186"/>
                    <a:pt x="125" y="187"/>
                    <a:pt x="125" y="187"/>
                  </a:cubicBezTo>
                  <a:cubicBezTo>
                    <a:pt x="125" y="189"/>
                    <a:pt x="126" y="188"/>
                    <a:pt x="127" y="188"/>
                  </a:cubicBezTo>
                  <a:cubicBezTo>
                    <a:pt x="128" y="188"/>
                    <a:pt x="129" y="187"/>
                    <a:pt x="130" y="188"/>
                  </a:cubicBezTo>
                  <a:cubicBezTo>
                    <a:pt x="131" y="188"/>
                    <a:pt x="132" y="189"/>
                    <a:pt x="133" y="190"/>
                  </a:cubicBezTo>
                  <a:cubicBezTo>
                    <a:pt x="135" y="191"/>
                    <a:pt x="134" y="187"/>
                    <a:pt x="134" y="186"/>
                  </a:cubicBezTo>
                  <a:cubicBezTo>
                    <a:pt x="132" y="182"/>
                    <a:pt x="134" y="184"/>
                    <a:pt x="136" y="182"/>
                  </a:cubicBezTo>
                  <a:cubicBezTo>
                    <a:pt x="138" y="181"/>
                    <a:pt x="137" y="182"/>
                    <a:pt x="139" y="183"/>
                  </a:cubicBezTo>
                  <a:cubicBezTo>
                    <a:pt x="139" y="183"/>
                    <a:pt x="141" y="182"/>
                    <a:pt x="141" y="182"/>
                  </a:cubicBezTo>
                  <a:cubicBezTo>
                    <a:pt x="141" y="183"/>
                    <a:pt x="143" y="181"/>
                    <a:pt x="143" y="182"/>
                  </a:cubicBezTo>
                  <a:cubicBezTo>
                    <a:pt x="144" y="183"/>
                    <a:pt x="144" y="184"/>
                    <a:pt x="146" y="182"/>
                  </a:cubicBezTo>
                  <a:cubicBezTo>
                    <a:pt x="147" y="181"/>
                    <a:pt x="147" y="182"/>
                    <a:pt x="148" y="181"/>
                  </a:cubicBezTo>
                  <a:cubicBezTo>
                    <a:pt x="149" y="180"/>
                    <a:pt x="149" y="178"/>
                    <a:pt x="151" y="178"/>
                  </a:cubicBezTo>
                  <a:cubicBezTo>
                    <a:pt x="152" y="178"/>
                    <a:pt x="153" y="180"/>
                    <a:pt x="155" y="180"/>
                  </a:cubicBezTo>
                  <a:cubicBezTo>
                    <a:pt x="155" y="180"/>
                    <a:pt x="159" y="181"/>
                    <a:pt x="159" y="181"/>
                  </a:cubicBezTo>
                  <a:cubicBezTo>
                    <a:pt x="159" y="182"/>
                    <a:pt x="157" y="183"/>
                    <a:pt x="157" y="184"/>
                  </a:cubicBezTo>
                  <a:cubicBezTo>
                    <a:pt x="158" y="185"/>
                    <a:pt x="160" y="186"/>
                    <a:pt x="161" y="187"/>
                  </a:cubicBezTo>
                  <a:cubicBezTo>
                    <a:pt x="163" y="188"/>
                    <a:pt x="167" y="189"/>
                    <a:pt x="168" y="186"/>
                  </a:cubicBezTo>
                  <a:cubicBezTo>
                    <a:pt x="168" y="186"/>
                    <a:pt x="170" y="188"/>
                    <a:pt x="170" y="188"/>
                  </a:cubicBezTo>
                  <a:cubicBezTo>
                    <a:pt x="171" y="189"/>
                    <a:pt x="172" y="187"/>
                    <a:pt x="174" y="188"/>
                  </a:cubicBezTo>
                  <a:cubicBezTo>
                    <a:pt x="175" y="189"/>
                    <a:pt x="173" y="190"/>
                    <a:pt x="173" y="191"/>
                  </a:cubicBezTo>
                  <a:cubicBezTo>
                    <a:pt x="173" y="192"/>
                    <a:pt x="175" y="194"/>
                    <a:pt x="175" y="195"/>
                  </a:cubicBezTo>
                  <a:cubicBezTo>
                    <a:pt x="176" y="195"/>
                    <a:pt x="177" y="194"/>
                    <a:pt x="178" y="194"/>
                  </a:cubicBezTo>
                  <a:cubicBezTo>
                    <a:pt x="178" y="193"/>
                    <a:pt x="175" y="192"/>
                    <a:pt x="176" y="191"/>
                  </a:cubicBezTo>
                  <a:cubicBezTo>
                    <a:pt x="178" y="188"/>
                    <a:pt x="180" y="188"/>
                    <a:pt x="183" y="187"/>
                  </a:cubicBezTo>
                  <a:cubicBezTo>
                    <a:pt x="185" y="186"/>
                    <a:pt x="187" y="186"/>
                    <a:pt x="189" y="186"/>
                  </a:cubicBezTo>
                  <a:cubicBezTo>
                    <a:pt x="190" y="186"/>
                    <a:pt x="190" y="184"/>
                    <a:pt x="191" y="184"/>
                  </a:cubicBezTo>
                  <a:cubicBezTo>
                    <a:pt x="193" y="184"/>
                    <a:pt x="192" y="183"/>
                    <a:pt x="192" y="182"/>
                  </a:cubicBezTo>
                  <a:cubicBezTo>
                    <a:pt x="192" y="183"/>
                    <a:pt x="196" y="182"/>
                    <a:pt x="196" y="182"/>
                  </a:cubicBezTo>
                  <a:cubicBezTo>
                    <a:pt x="198" y="181"/>
                    <a:pt x="200" y="182"/>
                    <a:pt x="202" y="182"/>
                  </a:cubicBezTo>
                  <a:cubicBezTo>
                    <a:pt x="204" y="182"/>
                    <a:pt x="205" y="181"/>
                    <a:pt x="207" y="180"/>
                  </a:cubicBezTo>
                  <a:cubicBezTo>
                    <a:pt x="208" y="180"/>
                    <a:pt x="208" y="177"/>
                    <a:pt x="209" y="177"/>
                  </a:cubicBezTo>
                  <a:cubicBezTo>
                    <a:pt x="211" y="177"/>
                    <a:pt x="212" y="176"/>
                    <a:pt x="213" y="175"/>
                  </a:cubicBezTo>
                  <a:cubicBezTo>
                    <a:pt x="214" y="175"/>
                    <a:pt x="215" y="174"/>
                    <a:pt x="215" y="173"/>
                  </a:cubicBezTo>
                  <a:cubicBezTo>
                    <a:pt x="214" y="173"/>
                    <a:pt x="218" y="172"/>
                    <a:pt x="218" y="172"/>
                  </a:cubicBezTo>
                  <a:cubicBezTo>
                    <a:pt x="219" y="171"/>
                    <a:pt x="220" y="169"/>
                    <a:pt x="221" y="168"/>
                  </a:cubicBezTo>
                  <a:cubicBezTo>
                    <a:pt x="222" y="167"/>
                    <a:pt x="222" y="167"/>
                    <a:pt x="222" y="166"/>
                  </a:cubicBezTo>
                  <a:cubicBezTo>
                    <a:pt x="223" y="164"/>
                    <a:pt x="221" y="165"/>
                    <a:pt x="221" y="164"/>
                  </a:cubicBezTo>
                  <a:cubicBezTo>
                    <a:pt x="221" y="164"/>
                    <a:pt x="226" y="164"/>
                    <a:pt x="223" y="162"/>
                  </a:cubicBezTo>
                  <a:cubicBezTo>
                    <a:pt x="222" y="161"/>
                    <a:pt x="223" y="161"/>
                    <a:pt x="224" y="161"/>
                  </a:cubicBezTo>
                  <a:cubicBezTo>
                    <a:pt x="225" y="161"/>
                    <a:pt x="225" y="160"/>
                    <a:pt x="226" y="159"/>
                  </a:cubicBezTo>
                  <a:cubicBezTo>
                    <a:pt x="227" y="158"/>
                    <a:pt x="227" y="157"/>
                    <a:pt x="228" y="156"/>
                  </a:cubicBezTo>
                  <a:cubicBezTo>
                    <a:pt x="228" y="156"/>
                    <a:pt x="228" y="154"/>
                    <a:pt x="228" y="154"/>
                  </a:cubicBezTo>
                  <a:cubicBezTo>
                    <a:pt x="229" y="153"/>
                    <a:pt x="230" y="153"/>
                    <a:pt x="231" y="152"/>
                  </a:cubicBezTo>
                  <a:cubicBezTo>
                    <a:pt x="232" y="151"/>
                    <a:pt x="231" y="150"/>
                    <a:pt x="231" y="150"/>
                  </a:cubicBezTo>
                  <a:cubicBezTo>
                    <a:pt x="231" y="149"/>
                    <a:pt x="232" y="149"/>
                    <a:pt x="232" y="149"/>
                  </a:cubicBezTo>
                  <a:cubicBezTo>
                    <a:pt x="233" y="149"/>
                    <a:pt x="232" y="147"/>
                    <a:pt x="232" y="147"/>
                  </a:cubicBezTo>
                  <a:cubicBezTo>
                    <a:pt x="232" y="147"/>
                    <a:pt x="234" y="148"/>
                    <a:pt x="234" y="147"/>
                  </a:cubicBezTo>
                  <a:cubicBezTo>
                    <a:pt x="236" y="146"/>
                    <a:pt x="234" y="146"/>
                    <a:pt x="233" y="145"/>
                  </a:cubicBezTo>
                  <a:cubicBezTo>
                    <a:pt x="233" y="145"/>
                    <a:pt x="236" y="143"/>
                    <a:pt x="236" y="143"/>
                  </a:cubicBezTo>
                  <a:cubicBezTo>
                    <a:pt x="235" y="145"/>
                    <a:pt x="232" y="142"/>
                    <a:pt x="231" y="141"/>
                  </a:cubicBezTo>
                  <a:cubicBezTo>
                    <a:pt x="231" y="141"/>
                    <a:pt x="230" y="142"/>
                    <a:pt x="229" y="142"/>
                  </a:cubicBezTo>
                  <a:cubicBezTo>
                    <a:pt x="228" y="143"/>
                    <a:pt x="227" y="141"/>
                    <a:pt x="226" y="142"/>
                  </a:cubicBezTo>
                  <a:cubicBezTo>
                    <a:pt x="228" y="141"/>
                    <a:pt x="230" y="140"/>
                    <a:pt x="231" y="139"/>
                  </a:cubicBezTo>
                  <a:cubicBezTo>
                    <a:pt x="232" y="138"/>
                    <a:pt x="235" y="138"/>
                    <a:pt x="233" y="136"/>
                  </a:cubicBezTo>
                  <a:cubicBezTo>
                    <a:pt x="231" y="135"/>
                    <a:pt x="230" y="134"/>
                    <a:pt x="228" y="132"/>
                  </a:cubicBezTo>
                  <a:cubicBezTo>
                    <a:pt x="228" y="131"/>
                    <a:pt x="223" y="133"/>
                    <a:pt x="223" y="130"/>
                  </a:cubicBezTo>
                  <a:cubicBezTo>
                    <a:pt x="223" y="132"/>
                    <a:pt x="228" y="132"/>
                    <a:pt x="229" y="132"/>
                  </a:cubicBezTo>
                  <a:cubicBezTo>
                    <a:pt x="230" y="132"/>
                    <a:pt x="233" y="135"/>
                    <a:pt x="234" y="133"/>
                  </a:cubicBezTo>
                  <a:cubicBezTo>
                    <a:pt x="235" y="131"/>
                    <a:pt x="229" y="129"/>
                    <a:pt x="229" y="127"/>
                  </a:cubicBezTo>
                  <a:cubicBezTo>
                    <a:pt x="228" y="125"/>
                    <a:pt x="228" y="121"/>
                    <a:pt x="226" y="120"/>
                  </a:cubicBezTo>
                  <a:cubicBezTo>
                    <a:pt x="225" y="118"/>
                    <a:pt x="219" y="118"/>
                    <a:pt x="221" y="115"/>
                  </a:cubicBezTo>
                  <a:cubicBezTo>
                    <a:pt x="222" y="113"/>
                    <a:pt x="223" y="112"/>
                    <a:pt x="224" y="111"/>
                  </a:cubicBezTo>
                  <a:cubicBezTo>
                    <a:pt x="226" y="109"/>
                    <a:pt x="224" y="110"/>
                    <a:pt x="225" y="109"/>
                  </a:cubicBezTo>
                  <a:cubicBezTo>
                    <a:pt x="225" y="108"/>
                    <a:pt x="228" y="109"/>
                    <a:pt x="228" y="109"/>
                  </a:cubicBezTo>
                  <a:cubicBezTo>
                    <a:pt x="229" y="108"/>
                    <a:pt x="227" y="107"/>
                    <a:pt x="229" y="106"/>
                  </a:cubicBezTo>
                  <a:cubicBezTo>
                    <a:pt x="231" y="106"/>
                    <a:pt x="232" y="105"/>
                    <a:pt x="233" y="104"/>
                  </a:cubicBezTo>
                  <a:cubicBezTo>
                    <a:pt x="234" y="104"/>
                    <a:pt x="235" y="104"/>
                    <a:pt x="235" y="104"/>
                  </a:cubicBezTo>
                  <a:cubicBezTo>
                    <a:pt x="236" y="104"/>
                    <a:pt x="235" y="105"/>
                    <a:pt x="236" y="105"/>
                  </a:cubicBezTo>
                  <a:cubicBezTo>
                    <a:pt x="237" y="106"/>
                    <a:pt x="238" y="103"/>
                    <a:pt x="238" y="102"/>
                  </a:cubicBezTo>
                  <a:cubicBezTo>
                    <a:pt x="236" y="100"/>
                    <a:pt x="234" y="101"/>
                    <a:pt x="233" y="101"/>
                  </a:cubicBezTo>
                  <a:cubicBezTo>
                    <a:pt x="231" y="101"/>
                    <a:pt x="230" y="99"/>
                    <a:pt x="228" y="100"/>
                  </a:cubicBezTo>
                  <a:cubicBezTo>
                    <a:pt x="227" y="100"/>
                    <a:pt x="226" y="102"/>
                    <a:pt x="224" y="102"/>
                  </a:cubicBezTo>
                  <a:cubicBezTo>
                    <a:pt x="223" y="103"/>
                    <a:pt x="221" y="103"/>
                    <a:pt x="220" y="102"/>
                  </a:cubicBezTo>
                  <a:cubicBezTo>
                    <a:pt x="219" y="101"/>
                    <a:pt x="221" y="99"/>
                    <a:pt x="220" y="98"/>
                  </a:cubicBezTo>
                  <a:cubicBezTo>
                    <a:pt x="218" y="97"/>
                    <a:pt x="210" y="97"/>
                    <a:pt x="213" y="92"/>
                  </a:cubicBezTo>
                  <a:cubicBezTo>
                    <a:pt x="214" y="91"/>
                    <a:pt x="215" y="92"/>
                    <a:pt x="217" y="92"/>
                  </a:cubicBezTo>
                  <a:cubicBezTo>
                    <a:pt x="218" y="92"/>
                    <a:pt x="220" y="91"/>
                    <a:pt x="221" y="90"/>
                  </a:cubicBezTo>
                  <a:cubicBezTo>
                    <a:pt x="223" y="87"/>
                    <a:pt x="226" y="85"/>
                    <a:pt x="229" y="83"/>
                  </a:cubicBezTo>
                  <a:cubicBezTo>
                    <a:pt x="230" y="81"/>
                    <a:pt x="231" y="81"/>
                    <a:pt x="233" y="81"/>
                  </a:cubicBezTo>
                  <a:cubicBezTo>
                    <a:pt x="233" y="82"/>
                    <a:pt x="236" y="82"/>
                    <a:pt x="236" y="83"/>
                  </a:cubicBezTo>
                  <a:cubicBezTo>
                    <a:pt x="235" y="84"/>
                    <a:pt x="235" y="86"/>
                    <a:pt x="234" y="87"/>
                  </a:cubicBezTo>
                  <a:cubicBezTo>
                    <a:pt x="233" y="87"/>
                    <a:pt x="231" y="88"/>
                    <a:pt x="231" y="89"/>
                  </a:cubicBezTo>
                  <a:cubicBezTo>
                    <a:pt x="231" y="90"/>
                    <a:pt x="234" y="90"/>
                    <a:pt x="234" y="90"/>
                  </a:cubicBezTo>
                  <a:cubicBezTo>
                    <a:pt x="234" y="90"/>
                    <a:pt x="230" y="93"/>
                    <a:pt x="231" y="93"/>
                  </a:cubicBezTo>
                  <a:cubicBezTo>
                    <a:pt x="232" y="94"/>
                    <a:pt x="237" y="89"/>
                    <a:pt x="238" y="89"/>
                  </a:cubicBezTo>
                  <a:cubicBezTo>
                    <a:pt x="240" y="88"/>
                    <a:pt x="242" y="87"/>
                    <a:pt x="244" y="87"/>
                  </a:cubicBezTo>
                  <a:cubicBezTo>
                    <a:pt x="246" y="87"/>
                    <a:pt x="246" y="87"/>
                    <a:pt x="247" y="85"/>
                  </a:cubicBezTo>
                  <a:cubicBezTo>
                    <a:pt x="249" y="84"/>
                    <a:pt x="252" y="83"/>
                    <a:pt x="254" y="81"/>
                  </a:cubicBezTo>
                  <a:cubicBezTo>
                    <a:pt x="255" y="80"/>
                    <a:pt x="257" y="77"/>
                    <a:pt x="259" y="77"/>
                  </a:cubicBezTo>
                  <a:cubicBezTo>
                    <a:pt x="260" y="76"/>
                    <a:pt x="266" y="80"/>
                    <a:pt x="266" y="77"/>
                  </a:cubicBezTo>
                  <a:cubicBezTo>
                    <a:pt x="266" y="76"/>
                    <a:pt x="265" y="75"/>
                    <a:pt x="266" y="74"/>
                  </a:cubicBezTo>
                  <a:cubicBezTo>
                    <a:pt x="267" y="74"/>
                    <a:pt x="268" y="74"/>
                    <a:pt x="269" y="74"/>
                  </a:cubicBezTo>
                  <a:cubicBezTo>
                    <a:pt x="271" y="74"/>
                    <a:pt x="270" y="73"/>
                    <a:pt x="271" y="72"/>
                  </a:cubicBezTo>
                  <a:cubicBezTo>
                    <a:pt x="273" y="71"/>
                    <a:pt x="274" y="72"/>
                    <a:pt x="274" y="70"/>
                  </a:cubicBezTo>
                  <a:cubicBezTo>
                    <a:pt x="274" y="67"/>
                    <a:pt x="277" y="70"/>
                    <a:pt x="278" y="71"/>
                  </a:cubicBezTo>
                  <a:cubicBezTo>
                    <a:pt x="278" y="69"/>
                    <a:pt x="281" y="69"/>
                    <a:pt x="281" y="67"/>
                  </a:cubicBezTo>
                  <a:cubicBezTo>
                    <a:pt x="281" y="65"/>
                    <a:pt x="282" y="62"/>
                    <a:pt x="281" y="60"/>
                  </a:cubicBezTo>
                  <a:cubicBezTo>
                    <a:pt x="279" y="57"/>
                    <a:pt x="280" y="58"/>
                    <a:pt x="282" y="56"/>
                  </a:cubicBezTo>
                  <a:cubicBezTo>
                    <a:pt x="284" y="55"/>
                    <a:pt x="285" y="54"/>
                    <a:pt x="287" y="55"/>
                  </a:cubicBezTo>
                  <a:cubicBezTo>
                    <a:pt x="290" y="56"/>
                    <a:pt x="290" y="56"/>
                    <a:pt x="291" y="53"/>
                  </a:cubicBezTo>
                  <a:cubicBezTo>
                    <a:pt x="292" y="51"/>
                    <a:pt x="294" y="50"/>
                    <a:pt x="295" y="47"/>
                  </a:cubicBezTo>
                  <a:cubicBezTo>
                    <a:pt x="295" y="45"/>
                    <a:pt x="296" y="43"/>
                    <a:pt x="298" y="41"/>
                  </a:cubicBezTo>
                  <a:cubicBezTo>
                    <a:pt x="300" y="39"/>
                    <a:pt x="298" y="39"/>
                    <a:pt x="298" y="3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8" name="Freeform 716">
              <a:extLst>
                <a:ext uri="{FF2B5EF4-FFF2-40B4-BE49-F238E27FC236}">
                  <a16:creationId xmlns:a16="http://schemas.microsoft.com/office/drawing/2014/main" id="{9E151266-E8CE-9674-6F75-8052D6FD0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0775" y="5144854"/>
              <a:ext cx="1835551" cy="844525"/>
            </a:xfrm>
            <a:custGeom>
              <a:avLst/>
              <a:gdLst>
                <a:gd name="T0" fmla="*/ 0 w 157"/>
                <a:gd name="T1" fmla="*/ 19 h 68"/>
                <a:gd name="T2" fmla="*/ 7 w 157"/>
                <a:gd name="T3" fmla="*/ 26 h 68"/>
                <a:gd name="T4" fmla="*/ 12 w 157"/>
                <a:gd name="T5" fmla="*/ 29 h 68"/>
                <a:gd name="T6" fmla="*/ 15 w 157"/>
                <a:gd name="T7" fmla="*/ 36 h 68"/>
                <a:gd name="T8" fmla="*/ 15 w 157"/>
                <a:gd name="T9" fmla="*/ 38 h 68"/>
                <a:gd name="T10" fmla="*/ 15 w 157"/>
                <a:gd name="T11" fmla="*/ 40 h 68"/>
                <a:gd name="T12" fmla="*/ 16 w 157"/>
                <a:gd name="T13" fmla="*/ 45 h 68"/>
                <a:gd name="T14" fmla="*/ 28 w 157"/>
                <a:gd name="T15" fmla="*/ 47 h 68"/>
                <a:gd name="T16" fmla="*/ 36 w 157"/>
                <a:gd name="T17" fmla="*/ 54 h 68"/>
                <a:gd name="T18" fmla="*/ 39 w 157"/>
                <a:gd name="T19" fmla="*/ 59 h 68"/>
                <a:gd name="T20" fmla="*/ 44 w 157"/>
                <a:gd name="T21" fmla="*/ 60 h 68"/>
                <a:gd name="T22" fmla="*/ 56 w 157"/>
                <a:gd name="T23" fmla="*/ 60 h 68"/>
                <a:gd name="T24" fmla="*/ 64 w 157"/>
                <a:gd name="T25" fmla="*/ 61 h 68"/>
                <a:gd name="T26" fmla="*/ 69 w 157"/>
                <a:gd name="T27" fmla="*/ 64 h 68"/>
                <a:gd name="T28" fmla="*/ 76 w 157"/>
                <a:gd name="T29" fmla="*/ 66 h 68"/>
                <a:gd name="T30" fmla="*/ 81 w 157"/>
                <a:gd name="T31" fmla="*/ 67 h 68"/>
                <a:gd name="T32" fmla="*/ 93 w 157"/>
                <a:gd name="T33" fmla="*/ 62 h 68"/>
                <a:gd name="T34" fmla="*/ 106 w 157"/>
                <a:gd name="T35" fmla="*/ 61 h 68"/>
                <a:gd name="T36" fmla="*/ 113 w 157"/>
                <a:gd name="T37" fmla="*/ 55 h 68"/>
                <a:gd name="T38" fmla="*/ 114 w 157"/>
                <a:gd name="T39" fmla="*/ 51 h 68"/>
                <a:gd name="T40" fmla="*/ 115 w 157"/>
                <a:gd name="T41" fmla="*/ 47 h 68"/>
                <a:gd name="T42" fmla="*/ 126 w 157"/>
                <a:gd name="T43" fmla="*/ 46 h 68"/>
                <a:gd name="T44" fmla="*/ 130 w 157"/>
                <a:gd name="T45" fmla="*/ 44 h 68"/>
                <a:gd name="T46" fmla="*/ 137 w 157"/>
                <a:gd name="T47" fmla="*/ 42 h 68"/>
                <a:gd name="T48" fmla="*/ 139 w 157"/>
                <a:gd name="T49" fmla="*/ 38 h 68"/>
                <a:gd name="T50" fmla="*/ 143 w 157"/>
                <a:gd name="T51" fmla="*/ 37 h 68"/>
                <a:gd name="T52" fmla="*/ 154 w 157"/>
                <a:gd name="T53" fmla="*/ 36 h 68"/>
                <a:gd name="T54" fmla="*/ 150 w 157"/>
                <a:gd name="T55" fmla="*/ 29 h 68"/>
                <a:gd name="T56" fmla="*/ 145 w 157"/>
                <a:gd name="T57" fmla="*/ 28 h 68"/>
                <a:gd name="T58" fmla="*/ 141 w 157"/>
                <a:gd name="T59" fmla="*/ 29 h 68"/>
                <a:gd name="T60" fmla="*/ 136 w 157"/>
                <a:gd name="T61" fmla="*/ 28 h 68"/>
                <a:gd name="T62" fmla="*/ 134 w 157"/>
                <a:gd name="T63" fmla="*/ 27 h 68"/>
                <a:gd name="T64" fmla="*/ 137 w 157"/>
                <a:gd name="T65" fmla="*/ 19 h 68"/>
                <a:gd name="T66" fmla="*/ 137 w 157"/>
                <a:gd name="T67" fmla="*/ 14 h 68"/>
                <a:gd name="T68" fmla="*/ 131 w 157"/>
                <a:gd name="T69" fmla="*/ 14 h 68"/>
                <a:gd name="T70" fmla="*/ 124 w 157"/>
                <a:gd name="T71" fmla="*/ 15 h 68"/>
                <a:gd name="T72" fmla="*/ 114 w 157"/>
                <a:gd name="T73" fmla="*/ 19 h 68"/>
                <a:gd name="T74" fmla="*/ 103 w 157"/>
                <a:gd name="T75" fmla="*/ 19 h 68"/>
                <a:gd name="T76" fmla="*/ 98 w 157"/>
                <a:gd name="T77" fmla="*/ 17 h 68"/>
                <a:gd name="T78" fmla="*/ 94 w 157"/>
                <a:gd name="T79" fmla="*/ 15 h 68"/>
                <a:gd name="T80" fmla="*/ 83 w 157"/>
                <a:gd name="T81" fmla="*/ 11 h 68"/>
                <a:gd name="T82" fmla="*/ 77 w 157"/>
                <a:gd name="T83" fmla="*/ 13 h 68"/>
                <a:gd name="T84" fmla="*/ 71 w 157"/>
                <a:gd name="T85" fmla="*/ 12 h 68"/>
                <a:gd name="T86" fmla="*/ 68 w 157"/>
                <a:gd name="T87" fmla="*/ 8 h 68"/>
                <a:gd name="T88" fmla="*/ 64 w 157"/>
                <a:gd name="T89" fmla="*/ 5 h 68"/>
                <a:gd name="T90" fmla="*/ 58 w 157"/>
                <a:gd name="T91" fmla="*/ 3 h 68"/>
                <a:gd name="T92" fmla="*/ 52 w 157"/>
                <a:gd name="T93" fmla="*/ 1 h 68"/>
                <a:gd name="T94" fmla="*/ 45 w 157"/>
                <a:gd name="T95" fmla="*/ 7 h 68"/>
                <a:gd name="T96" fmla="*/ 47 w 157"/>
                <a:gd name="T97" fmla="*/ 13 h 68"/>
                <a:gd name="T98" fmla="*/ 41 w 157"/>
                <a:gd name="T99" fmla="*/ 15 h 68"/>
                <a:gd name="T100" fmla="*/ 37 w 157"/>
                <a:gd name="T101" fmla="*/ 14 h 68"/>
                <a:gd name="T102" fmla="*/ 34 w 157"/>
                <a:gd name="T103" fmla="*/ 14 h 68"/>
                <a:gd name="T104" fmla="*/ 28 w 157"/>
                <a:gd name="T105" fmla="*/ 10 h 68"/>
                <a:gd name="T106" fmla="*/ 21 w 157"/>
                <a:gd name="T107" fmla="*/ 9 h 68"/>
                <a:gd name="T108" fmla="*/ 13 w 157"/>
                <a:gd name="T109" fmla="*/ 13 h 68"/>
                <a:gd name="T110" fmla="*/ 7 w 157"/>
                <a:gd name="T111" fmla="*/ 17 h 68"/>
                <a:gd name="T112" fmla="*/ 0 w 157"/>
                <a:gd name="T113" fmla="*/ 19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68">
                  <a:moveTo>
                    <a:pt x="0" y="19"/>
                  </a:moveTo>
                  <a:cubicBezTo>
                    <a:pt x="1" y="23"/>
                    <a:pt x="3" y="25"/>
                    <a:pt x="7" y="26"/>
                  </a:cubicBezTo>
                  <a:cubicBezTo>
                    <a:pt x="9" y="27"/>
                    <a:pt x="10" y="28"/>
                    <a:pt x="12" y="29"/>
                  </a:cubicBezTo>
                  <a:cubicBezTo>
                    <a:pt x="13" y="31"/>
                    <a:pt x="14" y="34"/>
                    <a:pt x="15" y="36"/>
                  </a:cubicBezTo>
                  <a:cubicBezTo>
                    <a:pt x="16" y="37"/>
                    <a:pt x="15" y="37"/>
                    <a:pt x="15" y="38"/>
                  </a:cubicBezTo>
                  <a:cubicBezTo>
                    <a:pt x="14" y="38"/>
                    <a:pt x="15" y="39"/>
                    <a:pt x="15" y="40"/>
                  </a:cubicBezTo>
                  <a:cubicBezTo>
                    <a:pt x="14" y="43"/>
                    <a:pt x="13" y="43"/>
                    <a:pt x="16" y="45"/>
                  </a:cubicBezTo>
                  <a:cubicBezTo>
                    <a:pt x="20" y="46"/>
                    <a:pt x="24" y="45"/>
                    <a:pt x="28" y="47"/>
                  </a:cubicBezTo>
                  <a:cubicBezTo>
                    <a:pt x="30" y="49"/>
                    <a:pt x="34" y="52"/>
                    <a:pt x="36" y="54"/>
                  </a:cubicBezTo>
                  <a:cubicBezTo>
                    <a:pt x="37" y="55"/>
                    <a:pt x="38" y="57"/>
                    <a:pt x="39" y="59"/>
                  </a:cubicBezTo>
                  <a:cubicBezTo>
                    <a:pt x="40" y="61"/>
                    <a:pt x="43" y="60"/>
                    <a:pt x="44" y="60"/>
                  </a:cubicBezTo>
                  <a:cubicBezTo>
                    <a:pt x="48" y="60"/>
                    <a:pt x="52" y="60"/>
                    <a:pt x="56" y="60"/>
                  </a:cubicBezTo>
                  <a:cubicBezTo>
                    <a:pt x="58" y="60"/>
                    <a:pt x="62" y="60"/>
                    <a:pt x="64" y="61"/>
                  </a:cubicBezTo>
                  <a:cubicBezTo>
                    <a:pt x="66" y="62"/>
                    <a:pt x="67" y="64"/>
                    <a:pt x="69" y="64"/>
                  </a:cubicBezTo>
                  <a:cubicBezTo>
                    <a:pt x="71" y="65"/>
                    <a:pt x="74" y="66"/>
                    <a:pt x="76" y="66"/>
                  </a:cubicBezTo>
                  <a:cubicBezTo>
                    <a:pt x="78" y="65"/>
                    <a:pt x="80" y="68"/>
                    <a:pt x="81" y="67"/>
                  </a:cubicBezTo>
                  <a:cubicBezTo>
                    <a:pt x="85" y="65"/>
                    <a:pt x="88" y="63"/>
                    <a:pt x="93" y="62"/>
                  </a:cubicBezTo>
                  <a:cubicBezTo>
                    <a:pt x="97" y="62"/>
                    <a:pt x="103" y="63"/>
                    <a:pt x="106" y="61"/>
                  </a:cubicBezTo>
                  <a:cubicBezTo>
                    <a:pt x="109" y="59"/>
                    <a:pt x="110" y="56"/>
                    <a:pt x="113" y="55"/>
                  </a:cubicBezTo>
                  <a:cubicBezTo>
                    <a:pt x="116" y="54"/>
                    <a:pt x="116" y="53"/>
                    <a:pt x="114" y="51"/>
                  </a:cubicBezTo>
                  <a:cubicBezTo>
                    <a:pt x="113" y="50"/>
                    <a:pt x="113" y="48"/>
                    <a:pt x="115" y="47"/>
                  </a:cubicBezTo>
                  <a:cubicBezTo>
                    <a:pt x="118" y="44"/>
                    <a:pt x="122" y="50"/>
                    <a:pt x="126" y="46"/>
                  </a:cubicBezTo>
                  <a:cubicBezTo>
                    <a:pt x="127" y="45"/>
                    <a:pt x="128" y="44"/>
                    <a:pt x="130" y="44"/>
                  </a:cubicBezTo>
                  <a:cubicBezTo>
                    <a:pt x="133" y="43"/>
                    <a:pt x="134" y="44"/>
                    <a:pt x="137" y="42"/>
                  </a:cubicBezTo>
                  <a:cubicBezTo>
                    <a:pt x="138" y="41"/>
                    <a:pt x="138" y="38"/>
                    <a:pt x="139" y="38"/>
                  </a:cubicBezTo>
                  <a:cubicBezTo>
                    <a:pt x="141" y="37"/>
                    <a:pt x="142" y="37"/>
                    <a:pt x="143" y="37"/>
                  </a:cubicBezTo>
                  <a:cubicBezTo>
                    <a:pt x="147" y="36"/>
                    <a:pt x="150" y="35"/>
                    <a:pt x="154" y="36"/>
                  </a:cubicBezTo>
                  <a:cubicBezTo>
                    <a:pt x="157" y="36"/>
                    <a:pt x="151" y="29"/>
                    <a:pt x="150" y="29"/>
                  </a:cubicBezTo>
                  <a:cubicBezTo>
                    <a:pt x="149" y="28"/>
                    <a:pt x="147" y="27"/>
                    <a:pt x="145" y="28"/>
                  </a:cubicBezTo>
                  <a:cubicBezTo>
                    <a:pt x="143" y="28"/>
                    <a:pt x="143" y="30"/>
                    <a:pt x="141" y="29"/>
                  </a:cubicBezTo>
                  <a:cubicBezTo>
                    <a:pt x="140" y="28"/>
                    <a:pt x="137" y="27"/>
                    <a:pt x="136" y="28"/>
                  </a:cubicBezTo>
                  <a:cubicBezTo>
                    <a:pt x="135" y="30"/>
                    <a:pt x="134" y="29"/>
                    <a:pt x="134" y="27"/>
                  </a:cubicBezTo>
                  <a:cubicBezTo>
                    <a:pt x="134" y="25"/>
                    <a:pt x="137" y="21"/>
                    <a:pt x="137" y="19"/>
                  </a:cubicBezTo>
                  <a:cubicBezTo>
                    <a:pt x="138" y="17"/>
                    <a:pt x="141" y="14"/>
                    <a:pt x="137" y="14"/>
                  </a:cubicBezTo>
                  <a:cubicBezTo>
                    <a:pt x="134" y="14"/>
                    <a:pt x="134" y="15"/>
                    <a:pt x="131" y="14"/>
                  </a:cubicBezTo>
                  <a:cubicBezTo>
                    <a:pt x="128" y="13"/>
                    <a:pt x="127" y="13"/>
                    <a:pt x="124" y="15"/>
                  </a:cubicBezTo>
                  <a:cubicBezTo>
                    <a:pt x="121" y="17"/>
                    <a:pt x="117" y="18"/>
                    <a:pt x="114" y="19"/>
                  </a:cubicBezTo>
                  <a:cubicBezTo>
                    <a:pt x="109" y="20"/>
                    <a:pt x="107" y="19"/>
                    <a:pt x="103" y="19"/>
                  </a:cubicBezTo>
                  <a:cubicBezTo>
                    <a:pt x="101" y="18"/>
                    <a:pt x="100" y="18"/>
                    <a:pt x="98" y="17"/>
                  </a:cubicBezTo>
                  <a:cubicBezTo>
                    <a:pt x="97" y="17"/>
                    <a:pt x="96" y="15"/>
                    <a:pt x="94" y="15"/>
                  </a:cubicBezTo>
                  <a:cubicBezTo>
                    <a:pt x="90" y="14"/>
                    <a:pt x="88" y="12"/>
                    <a:pt x="83" y="11"/>
                  </a:cubicBezTo>
                  <a:cubicBezTo>
                    <a:pt x="81" y="11"/>
                    <a:pt x="79" y="12"/>
                    <a:pt x="77" y="13"/>
                  </a:cubicBezTo>
                  <a:cubicBezTo>
                    <a:pt x="75" y="14"/>
                    <a:pt x="73" y="13"/>
                    <a:pt x="71" y="12"/>
                  </a:cubicBezTo>
                  <a:cubicBezTo>
                    <a:pt x="69" y="11"/>
                    <a:pt x="68" y="11"/>
                    <a:pt x="68" y="8"/>
                  </a:cubicBezTo>
                  <a:cubicBezTo>
                    <a:pt x="67" y="6"/>
                    <a:pt x="67" y="6"/>
                    <a:pt x="64" y="5"/>
                  </a:cubicBezTo>
                  <a:cubicBezTo>
                    <a:pt x="62" y="4"/>
                    <a:pt x="60" y="3"/>
                    <a:pt x="58" y="3"/>
                  </a:cubicBezTo>
                  <a:cubicBezTo>
                    <a:pt x="56" y="3"/>
                    <a:pt x="53" y="0"/>
                    <a:pt x="52" y="1"/>
                  </a:cubicBezTo>
                  <a:cubicBezTo>
                    <a:pt x="50" y="1"/>
                    <a:pt x="46" y="5"/>
                    <a:pt x="45" y="7"/>
                  </a:cubicBezTo>
                  <a:cubicBezTo>
                    <a:pt x="45" y="9"/>
                    <a:pt x="48" y="11"/>
                    <a:pt x="47" y="13"/>
                  </a:cubicBezTo>
                  <a:cubicBezTo>
                    <a:pt x="46" y="15"/>
                    <a:pt x="43" y="17"/>
                    <a:pt x="41" y="15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6" y="14"/>
                    <a:pt x="35" y="14"/>
                    <a:pt x="34" y="14"/>
                  </a:cubicBezTo>
                  <a:cubicBezTo>
                    <a:pt x="31" y="13"/>
                    <a:pt x="31" y="11"/>
                    <a:pt x="28" y="10"/>
                  </a:cubicBezTo>
                  <a:cubicBezTo>
                    <a:pt x="26" y="9"/>
                    <a:pt x="23" y="8"/>
                    <a:pt x="21" y="9"/>
                  </a:cubicBezTo>
                  <a:cubicBezTo>
                    <a:pt x="18" y="10"/>
                    <a:pt x="16" y="12"/>
                    <a:pt x="13" y="13"/>
                  </a:cubicBezTo>
                  <a:cubicBezTo>
                    <a:pt x="11" y="14"/>
                    <a:pt x="9" y="16"/>
                    <a:pt x="7" y="17"/>
                  </a:cubicBezTo>
                  <a:cubicBezTo>
                    <a:pt x="4" y="17"/>
                    <a:pt x="2" y="19"/>
                    <a:pt x="0" y="1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29" name="Freeform 717">
              <a:extLst>
                <a:ext uri="{FF2B5EF4-FFF2-40B4-BE49-F238E27FC236}">
                  <a16:creationId xmlns:a16="http://schemas.microsoft.com/office/drawing/2014/main" id="{36DFFA23-1CAF-6AEF-49A7-7E41924E0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9491" y="3523358"/>
              <a:ext cx="734220" cy="1338581"/>
            </a:xfrm>
            <a:custGeom>
              <a:avLst/>
              <a:gdLst>
                <a:gd name="T0" fmla="*/ 61 w 63"/>
                <a:gd name="T1" fmla="*/ 25 h 108"/>
                <a:gd name="T2" fmla="*/ 61 w 63"/>
                <a:gd name="T3" fmla="*/ 20 h 108"/>
                <a:gd name="T4" fmla="*/ 61 w 63"/>
                <a:gd name="T5" fmla="*/ 16 h 108"/>
                <a:gd name="T6" fmla="*/ 60 w 63"/>
                <a:gd name="T7" fmla="*/ 13 h 108"/>
                <a:gd name="T8" fmla="*/ 60 w 63"/>
                <a:gd name="T9" fmla="*/ 11 h 108"/>
                <a:gd name="T10" fmla="*/ 57 w 63"/>
                <a:gd name="T11" fmla="*/ 7 h 108"/>
                <a:gd name="T12" fmla="*/ 51 w 63"/>
                <a:gd name="T13" fmla="*/ 5 h 108"/>
                <a:gd name="T14" fmla="*/ 44 w 63"/>
                <a:gd name="T15" fmla="*/ 1 h 108"/>
                <a:gd name="T16" fmla="*/ 44 w 63"/>
                <a:gd name="T17" fmla="*/ 5 h 108"/>
                <a:gd name="T18" fmla="*/ 34 w 63"/>
                <a:gd name="T19" fmla="*/ 5 h 108"/>
                <a:gd name="T20" fmla="*/ 34 w 63"/>
                <a:gd name="T21" fmla="*/ 10 h 108"/>
                <a:gd name="T22" fmla="*/ 29 w 63"/>
                <a:gd name="T23" fmla="*/ 10 h 108"/>
                <a:gd name="T24" fmla="*/ 27 w 63"/>
                <a:gd name="T25" fmla="*/ 12 h 108"/>
                <a:gd name="T26" fmla="*/ 25 w 63"/>
                <a:gd name="T27" fmla="*/ 15 h 108"/>
                <a:gd name="T28" fmla="*/ 25 w 63"/>
                <a:gd name="T29" fmla="*/ 18 h 108"/>
                <a:gd name="T30" fmla="*/ 24 w 63"/>
                <a:gd name="T31" fmla="*/ 20 h 108"/>
                <a:gd name="T32" fmla="*/ 20 w 63"/>
                <a:gd name="T33" fmla="*/ 25 h 108"/>
                <a:gd name="T34" fmla="*/ 17 w 63"/>
                <a:gd name="T35" fmla="*/ 27 h 108"/>
                <a:gd name="T36" fmla="*/ 16 w 63"/>
                <a:gd name="T37" fmla="*/ 33 h 108"/>
                <a:gd name="T38" fmla="*/ 13 w 63"/>
                <a:gd name="T39" fmla="*/ 38 h 108"/>
                <a:gd name="T40" fmla="*/ 15 w 63"/>
                <a:gd name="T41" fmla="*/ 42 h 108"/>
                <a:gd name="T42" fmla="*/ 9 w 63"/>
                <a:gd name="T43" fmla="*/ 44 h 108"/>
                <a:gd name="T44" fmla="*/ 5 w 63"/>
                <a:gd name="T45" fmla="*/ 51 h 108"/>
                <a:gd name="T46" fmla="*/ 6 w 63"/>
                <a:gd name="T47" fmla="*/ 57 h 108"/>
                <a:gd name="T48" fmla="*/ 8 w 63"/>
                <a:gd name="T49" fmla="*/ 63 h 108"/>
                <a:gd name="T50" fmla="*/ 7 w 63"/>
                <a:gd name="T51" fmla="*/ 67 h 108"/>
                <a:gd name="T52" fmla="*/ 7 w 63"/>
                <a:gd name="T53" fmla="*/ 74 h 108"/>
                <a:gd name="T54" fmla="*/ 4 w 63"/>
                <a:gd name="T55" fmla="*/ 78 h 108"/>
                <a:gd name="T56" fmla="*/ 3 w 63"/>
                <a:gd name="T57" fmla="*/ 83 h 108"/>
                <a:gd name="T58" fmla="*/ 0 w 63"/>
                <a:gd name="T59" fmla="*/ 82 h 108"/>
                <a:gd name="T60" fmla="*/ 4 w 63"/>
                <a:gd name="T61" fmla="*/ 90 h 108"/>
                <a:gd name="T62" fmla="*/ 7 w 63"/>
                <a:gd name="T63" fmla="*/ 97 h 108"/>
                <a:gd name="T64" fmla="*/ 8 w 63"/>
                <a:gd name="T65" fmla="*/ 102 h 108"/>
                <a:gd name="T66" fmla="*/ 10 w 63"/>
                <a:gd name="T67" fmla="*/ 107 h 108"/>
                <a:gd name="T68" fmla="*/ 14 w 63"/>
                <a:gd name="T69" fmla="*/ 108 h 108"/>
                <a:gd name="T70" fmla="*/ 15 w 63"/>
                <a:gd name="T71" fmla="*/ 105 h 108"/>
                <a:gd name="T72" fmla="*/ 24 w 63"/>
                <a:gd name="T73" fmla="*/ 101 h 108"/>
                <a:gd name="T74" fmla="*/ 27 w 63"/>
                <a:gd name="T75" fmla="*/ 92 h 108"/>
                <a:gd name="T76" fmla="*/ 26 w 63"/>
                <a:gd name="T77" fmla="*/ 87 h 108"/>
                <a:gd name="T78" fmla="*/ 28 w 63"/>
                <a:gd name="T79" fmla="*/ 84 h 108"/>
                <a:gd name="T80" fmla="*/ 32 w 63"/>
                <a:gd name="T81" fmla="*/ 82 h 108"/>
                <a:gd name="T82" fmla="*/ 32 w 63"/>
                <a:gd name="T83" fmla="*/ 81 h 108"/>
                <a:gd name="T84" fmla="*/ 35 w 63"/>
                <a:gd name="T85" fmla="*/ 80 h 108"/>
                <a:gd name="T86" fmla="*/ 34 w 63"/>
                <a:gd name="T87" fmla="*/ 78 h 108"/>
                <a:gd name="T88" fmla="*/ 36 w 63"/>
                <a:gd name="T89" fmla="*/ 77 h 108"/>
                <a:gd name="T90" fmla="*/ 35 w 63"/>
                <a:gd name="T91" fmla="*/ 73 h 108"/>
                <a:gd name="T92" fmla="*/ 29 w 63"/>
                <a:gd name="T93" fmla="*/ 66 h 108"/>
                <a:gd name="T94" fmla="*/ 30 w 63"/>
                <a:gd name="T95" fmla="*/ 60 h 108"/>
                <a:gd name="T96" fmla="*/ 30 w 63"/>
                <a:gd name="T97" fmla="*/ 56 h 108"/>
                <a:gd name="T98" fmla="*/ 33 w 63"/>
                <a:gd name="T99" fmla="*/ 53 h 108"/>
                <a:gd name="T100" fmla="*/ 39 w 63"/>
                <a:gd name="T101" fmla="*/ 48 h 108"/>
                <a:gd name="T102" fmla="*/ 49 w 63"/>
                <a:gd name="T103" fmla="*/ 41 h 108"/>
                <a:gd name="T104" fmla="*/ 50 w 63"/>
                <a:gd name="T105" fmla="*/ 35 h 108"/>
                <a:gd name="T106" fmla="*/ 50 w 63"/>
                <a:gd name="T107" fmla="*/ 32 h 108"/>
                <a:gd name="T108" fmla="*/ 54 w 63"/>
                <a:gd name="T109" fmla="*/ 30 h 108"/>
                <a:gd name="T110" fmla="*/ 58 w 63"/>
                <a:gd name="T111" fmla="*/ 29 h 108"/>
                <a:gd name="T112" fmla="*/ 60 w 63"/>
                <a:gd name="T113" fmla="*/ 28 h 108"/>
                <a:gd name="T114" fmla="*/ 63 w 63"/>
                <a:gd name="T115" fmla="*/ 28 h 108"/>
                <a:gd name="T116" fmla="*/ 61 w 63"/>
                <a:gd name="T117" fmla="*/ 25 h 108"/>
                <a:gd name="T118" fmla="*/ 61 w 63"/>
                <a:gd name="T119" fmla="*/ 2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" h="108">
                  <a:moveTo>
                    <a:pt x="61" y="25"/>
                  </a:moveTo>
                  <a:cubicBezTo>
                    <a:pt x="60" y="24"/>
                    <a:pt x="62" y="22"/>
                    <a:pt x="61" y="20"/>
                  </a:cubicBezTo>
                  <a:cubicBezTo>
                    <a:pt x="60" y="18"/>
                    <a:pt x="61" y="18"/>
                    <a:pt x="61" y="16"/>
                  </a:cubicBezTo>
                  <a:cubicBezTo>
                    <a:pt x="61" y="15"/>
                    <a:pt x="60" y="14"/>
                    <a:pt x="60" y="13"/>
                  </a:cubicBezTo>
                  <a:cubicBezTo>
                    <a:pt x="59" y="12"/>
                    <a:pt x="60" y="12"/>
                    <a:pt x="60" y="11"/>
                  </a:cubicBezTo>
                  <a:cubicBezTo>
                    <a:pt x="59" y="9"/>
                    <a:pt x="59" y="8"/>
                    <a:pt x="57" y="7"/>
                  </a:cubicBezTo>
                  <a:cubicBezTo>
                    <a:pt x="55" y="6"/>
                    <a:pt x="53" y="6"/>
                    <a:pt x="51" y="5"/>
                  </a:cubicBezTo>
                  <a:cubicBezTo>
                    <a:pt x="49" y="3"/>
                    <a:pt x="47" y="0"/>
                    <a:pt x="44" y="1"/>
                  </a:cubicBezTo>
                  <a:cubicBezTo>
                    <a:pt x="43" y="1"/>
                    <a:pt x="44" y="4"/>
                    <a:pt x="44" y="5"/>
                  </a:cubicBezTo>
                  <a:cubicBezTo>
                    <a:pt x="43" y="8"/>
                    <a:pt x="37" y="6"/>
                    <a:pt x="34" y="5"/>
                  </a:cubicBezTo>
                  <a:cubicBezTo>
                    <a:pt x="34" y="7"/>
                    <a:pt x="34" y="8"/>
                    <a:pt x="34" y="10"/>
                  </a:cubicBezTo>
                  <a:cubicBezTo>
                    <a:pt x="33" y="10"/>
                    <a:pt x="31" y="9"/>
                    <a:pt x="29" y="10"/>
                  </a:cubicBezTo>
                  <a:cubicBezTo>
                    <a:pt x="28" y="10"/>
                    <a:pt x="28" y="11"/>
                    <a:pt x="27" y="12"/>
                  </a:cubicBezTo>
                  <a:cubicBezTo>
                    <a:pt x="27" y="13"/>
                    <a:pt x="25" y="14"/>
                    <a:pt x="25" y="15"/>
                  </a:cubicBezTo>
                  <a:cubicBezTo>
                    <a:pt x="24" y="16"/>
                    <a:pt x="26" y="18"/>
                    <a:pt x="25" y="18"/>
                  </a:cubicBezTo>
                  <a:cubicBezTo>
                    <a:pt x="25" y="19"/>
                    <a:pt x="24" y="19"/>
                    <a:pt x="24" y="20"/>
                  </a:cubicBezTo>
                  <a:cubicBezTo>
                    <a:pt x="22" y="21"/>
                    <a:pt x="20" y="23"/>
                    <a:pt x="20" y="25"/>
                  </a:cubicBezTo>
                  <a:cubicBezTo>
                    <a:pt x="20" y="27"/>
                    <a:pt x="18" y="25"/>
                    <a:pt x="17" y="27"/>
                  </a:cubicBezTo>
                  <a:cubicBezTo>
                    <a:pt x="17" y="29"/>
                    <a:pt x="17" y="31"/>
                    <a:pt x="16" y="33"/>
                  </a:cubicBezTo>
                  <a:cubicBezTo>
                    <a:pt x="16" y="35"/>
                    <a:pt x="13" y="36"/>
                    <a:pt x="13" y="38"/>
                  </a:cubicBezTo>
                  <a:cubicBezTo>
                    <a:pt x="13" y="39"/>
                    <a:pt x="16" y="41"/>
                    <a:pt x="15" y="42"/>
                  </a:cubicBezTo>
                  <a:cubicBezTo>
                    <a:pt x="13" y="44"/>
                    <a:pt x="11" y="43"/>
                    <a:pt x="9" y="44"/>
                  </a:cubicBezTo>
                  <a:cubicBezTo>
                    <a:pt x="6" y="45"/>
                    <a:pt x="5" y="48"/>
                    <a:pt x="5" y="51"/>
                  </a:cubicBezTo>
                  <a:cubicBezTo>
                    <a:pt x="6" y="53"/>
                    <a:pt x="6" y="55"/>
                    <a:pt x="6" y="57"/>
                  </a:cubicBezTo>
                  <a:cubicBezTo>
                    <a:pt x="6" y="60"/>
                    <a:pt x="4" y="61"/>
                    <a:pt x="8" y="63"/>
                  </a:cubicBezTo>
                  <a:cubicBezTo>
                    <a:pt x="10" y="65"/>
                    <a:pt x="9" y="66"/>
                    <a:pt x="7" y="67"/>
                  </a:cubicBezTo>
                  <a:cubicBezTo>
                    <a:pt x="6" y="68"/>
                    <a:pt x="8" y="72"/>
                    <a:pt x="7" y="74"/>
                  </a:cubicBezTo>
                  <a:cubicBezTo>
                    <a:pt x="7" y="76"/>
                    <a:pt x="4" y="76"/>
                    <a:pt x="4" y="78"/>
                  </a:cubicBezTo>
                  <a:cubicBezTo>
                    <a:pt x="4" y="79"/>
                    <a:pt x="4" y="83"/>
                    <a:pt x="3" y="83"/>
                  </a:cubicBezTo>
                  <a:cubicBezTo>
                    <a:pt x="3" y="83"/>
                    <a:pt x="1" y="82"/>
                    <a:pt x="0" y="82"/>
                  </a:cubicBezTo>
                  <a:cubicBezTo>
                    <a:pt x="0" y="86"/>
                    <a:pt x="4" y="87"/>
                    <a:pt x="4" y="90"/>
                  </a:cubicBezTo>
                  <a:cubicBezTo>
                    <a:pt x="3" y="91"/>
                    <a:pt x="6" y="96"/>
                    <a:pt x="7" y="97"/>
                  </a:cubicBezTo>
                  <a:cubicBezTo>
                    <a:pt x="9" y="99"/>
                    <a:pt x="8" y="100"/>
                    <a:pt x="8" y="102"/>
                  </a:cubicBezTo>
                  <a:cubicBezTo>
                    <a:pt x="8" y="103"/>
                    <a:pt x="10" y="105"/>
                    <a:pt x="10" y="107"/>
                  </a:cubicBezTo>
                  <a:cubicBezTo>
                    <a:pt x="9" y="108"/>
                    <a:pt x="13" y="107"/>
                    <a:pt x="14" y="108"/>
                  </a:cubicBezTo>
                  <a:cubicBezTo>
                    <a:pt x="16" y="108"/>
                    <a:pt x="15" y="107"/>
                    <a:pt x="15" y="105"/>
                  </a:cubicBezTo>
                  <a:cubicBezTo>
                    <a:pt x="15" y="100"/>
                    <a:pt x="23" y="104"/>
                    <a:pt x="24" y="101"/>
                  </a:cubicBezTo>
                  <a:cubicBezTo>
                    <a:pt x="25" y="98"/>
                    <a:pt x="26" y="95"/>
                    <a:pt x="27" y="92"/>
                  </a:cubicBezTo>
                  <a:cubicBezTo>
                    <a:pt x="27" y="90"/>
                    <a:pt x="27" y="88"/>
                    <a:pt x="26" y="87"/>
                  </a:cubicBezTo>
                  <a:cubicBezTo>
                    <a:pt x="25" y="85"/>
                    <a:pt x="26" y="85"/>
                    <a:pt x="28" y="84"/>
                  </a:cubicBezTo>
                  <a:cubicBezTo>
                    <a:pt x="29" y="84"/>
                    <a:pt x="32" y="83"/>
                    <a:pt x="32" y="82"/>
                  </a:cubicBezTo>
                  <a:cubicBezTo>
                    <a:pt x="32" y="82"/>
                    <a:pt x="32" y="81"/>
                    <a:pt x="32" y="81"/>
                  </a:cubicBezTo>
                  <a:cubicBezTo>
                    <a:pt x="33" y="81"/>
                    <a:pt x="35" y="81"/>
                    <a:pt x="35" y="80"/>
                  </a:cubicBezTo>
                  <a:cubicBezTo>
                    <a:pt x="35" y="79"/>
                    <a:pt x="34" y="79"/>
                    <a:pt x="34" y="78"/>
                  </a:cubicBezTo>
                  <a:cubicBezTo>
                    <a:pt x="35" y="78"/>
                    <a:pt x="36" y="77"/>
                    <a:pt x="36" y="77"/>
                  </a:cubicBezTo>
                  <a:cubicBezTo>
                    <a:pt x="38" y="75"/>
                    <a:pt x="37" y="74"/>
                    <a:pt x="35" y="73"/>
                  </a:cubicBezTo>
                  <a:cubicBezTo>
                    <a:pt x="33" y="71"/>
                    <a:pt x="29" y="70"/>
                    <a:pt x="29" y="66"/>
                  </a:cubicBezTo>
                  <a:cubicBezTo>
                    <a:pt x="29" y="64"/>
                    <a:pt x="29" y="62"/>
                    <a:pt x="30" y="60"/>
                  </a:cubicBezTo>
                  <a:cubicBezTo>
                    <a:pt x="31" y="58"/>
                    <a:pt x="31" y="58"/>
                    <a:pt x="30" y="56"/>
                  </a:cubicBezTo>
                  <a:cubicBezTo>
                    <a:pt x="29" y="56"/>
                    <a:pt x="33" y="53"/>
                    <a:pt x="33" y="53"/>
                  </a:cubicBezTo>
                  <a:cubicBezTo>
                    <a:pt x="35" y="51"/>
                    <a:pt x="36" y="49"/>
                    <a:pt x="39" y="48"/>
                  </a:cubicBezTo>
                  <a:cubicBezTo>
                    <a:pt x="42" y="47"/>
                    <a:pt x="47" y="44"/>
                    <a:pt x="49" y="41"/>
                  </a:cubicBezTo>
                  <a:cubicBezTo>
                    <a:pt x="51" y="38"/>
                    <a:pt x="46" y="36"/>
                    <a:pt x="50" y="35"/>
                  </a:cubicBezTo>
                  <a:cubicBezTo>
                    <a:pt x="52" y="34"/>
                    <a:pt x="51" y="34"/>
                    <a:pt x="50" y="32"/>
                  </a:cubicBezTo>
                  <a:cubicBezTo>
                    <a:pt x="50" y="31"/>
                    <a:pt x="53" y="30"/>
                    <a:pt x="54" y="30"/>
                  </a:cubicBezTo>
                  <a:cubicBezTo>
                    <a:pt x="56" y="28"/>
                    <a:pt x="57" y="27"/>
                    <a:pt x="58" y="29"/>
                  </a:cubicBezTo>
                  <a:cubicBezTo>
                    <a:pt x="59" y="29"/>
                    <a:pt x="60" y="28"/>
                    <a:pt x="60" y="28"/>
                  </a:cubicBezTo>
                  <a:cubicBezTo>
                    <a:pt x="61" y="28"/>
                    <a:pt x="62" y="28"/>
                    <a:pt x="63" y="28"/>
                  </a:cubicBezTo>
                  <a:cubicBezTo>
                    <a:pt x="63" y="27"/>
                    <a:pt x="62" y="27"/>
                    <a:pt x="61" y="25"/>
                  </a:cubicBezTo>
                  <a:cubicBezTo>
                    <a:pt x="60" y="24"/>
                    <a:pt x="61" y="26"/>
                    <a:pt x="61" y="2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0" name="Freeform 718">
              <a:extLst>
                <a:ext uri="{FF2B5EF4-FFF2-40B4-BE49-F238E27FC236}">
                  <a16:creationId xmlns:a16="http://schemas.microsoft.com/office/drawing/2014/main" id="{7FF0DEF0-343F-C3B9-1805-85C160FEA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8187" y="3422016"/>
              <a:ext cx="630473" cy="1042994"/>
            </a:xfrm>
            <a:custGeom>
              <a:avLst/>
              <a:gdLst>
                <a:gd name="T0" fmla="*/ 53 w 54"/>
                <a:gd name="T1" fmla="*/ 59 h 84"/>
                <a:gd name="T2" fmla="*/ 47 w 54"/>
                <a:gd name="T3" fmla="*/ 55 h 84"/>
                <a:gd name="T4" fmla="*/ 49 w 54"/>
                <a:gd name="T5" fmla="*/ 51 h 84"/>
                <a:gd name="T6" fmla="*/ 44 w 54"/>
                <a:gd name="T7" fmla="*/ 44 h 84"/>
                <a:gd name="T8" fmla="*/ 46 w 54"/>
                <a:gd name="T9" fmla="*/ 43 h 84"/>
                <a:gd name="T10" fmla="*/ 44 w 54"/>
                <a:gd name="T11" fmla="*/ 38 h 84"/>
                <a:gd name="T12" fmla="*/ 45 w 54"/>
                <a:gd name="T13" fmla="*/ 36 h 84"/>
                <a:gd name="T14" fmla="*/ 44 w 54"/>
                <a:gd name="T15" fmla="*/ 32 h 84"/>
                <a:gd name="T16" fmla="*/ 42 w 54"/>
                <a:gd name="T17" fmla="*/ 26 h 84"/>
                <a:gd name="T18" fmla="*/ 45 w 54"/>
                <a:gd name="T19" fmla="*/ 23 h 84"/>
                <a:gd name="T20" fmla="*/ 44 w 54"/>
                <a:gd name="T21" fmla="*/ 19 h 84"/>
                <a:gd name="T22" fmla="*/ 38 w 54"/>
                <a:gd name="T23" fmla="*/ 13 h 84"/>
                <a:gd name="T24" fmla="*/ 40 w 54"/>
                <a:gd name="T25" fmla="*/ 12 h 84"/>
                <a:gd name="T26" fmla="*/ 39 w 54"/>
                <a:gd name="T27" fmla="*/ 10 h 84"/>
                <a:gd name="T28" fmla="*/ 41 w 54"/>
                <a:gd name="T29" fmla="*/ 3 h 84"/>
                <a:gd name="T30" fmla="*/ 37 w 54"/>
                <a:gd name="T31" fmla="*/ 1 h 84"/>
                <a:gd name="T32" fmla="*/ 34 w 54"/>
                <a:gd name="T33" fmla="*/ 0 h 84"/>
                <a:gd name="T34" fmla="*/ 29 w 54"/>
                <a:gd name="T35" fmla="*/ 1 h 84"/>
                <a:gd name="T36" fmla="*/ 25 w 54"/>
                <a:gd name="T37" fmla="*/ 5 h 84"/>
                <a:gd name="T38" fmla="*/ 24 w 54"/>
                <a:gd name="T39" fmla="*/ 10 h 84"/>
                <a:gd name="T40" fmla="*/ 21 w 54"/>
                <a:gd name="T41" fmla="*/ 13 h 84"/>
                <a:gd name="T42" fmla="*/ 17 w 54"/>
                <a:gd name="T43" fmla="*/ 11 h 84"/>
                <a:gd name="T44" fmla="*/ 14 w 54"/>
                <a:gd name="T45" fmla="*/ 12 h 84"/>
                <a:gd name="T46" fmla="*/ 7 w 54"/>
                <a:gd name="T47" fmla="*/ 10 h 84"/>
                <a:gd name="T48" fmla="*/ 4 w 54"/>
                <a:gd name="T49" fmla="*/ 7 h 84"/>
                <a:gd name="T50" fmla="*/ 0 w 54"/>
                <a:gd name="T51" fmla="*/ 9 h 84"/>
                <a:gd name="T52" fmla="*/ 8 w 54"/>
                <a:gd name="T53" fmla="*/ 14 h 84"/>
                <a:gd name="T54" fmla="*/ 12 w 54"/>
                <a:gd name="T55" fmla="*/ 16 h 84"/>
                <a:gd name="T56" fmla="*/ 14 w 54"/>
                <a:gd name="T57" fmla="*/ 19 h 84"/>
                <a:gd name="T58" fmla="*/ 14 w 54"/>
                <a:gd name="T59" fmla="*/ 21 h 84"/>
                <a:gd name="T60" fmla="*/ 15 w 54"/>
                <a:gd name="T61" fmla="*/ 24 h 84"/>
                <a:gd name="T62" fmla="*/ 15 w 54"/>
                <a:gd name="T63" fmla="*/ 27 h 84"/>
                <a:gd name="T64" fmla="*/ 16 w 54"/>
                <a:gd name="T65" fmla="*/ 29 h 84"/>
                <a:gd name="T66" fmla="*/ 15 w 54"/>
                <a:gd name="T67" fmla="*/ 33 h 84"/>
                <a:gd name="T68" fmla="*/ 17 w 54"/>
                <a:gd name="T69" fmla="*/ 36 h 84"/>
                <a:gd name="T70" fmla="*/ 21 w 54"/>
                <a:gd name="T71" fmla="*/ 38 h 84"/>
                <a:gd name="T72" fmla="*/ 22 w 54"/>
                <a:gd name="T73" fmla="*/ 41 h 84"/>
                <a:gd name="T74" fmla="*/ 23 w 54"/>
                <a:gd name="T75" fmla="*/ 44 h 84"/>
                <a:gd name="T76" fmla="*/ 20 w 54"/>
                <a:gd name="T77" fmla="*/ 44 h 84"/>
                <a:gd name="T78" fmla="*/ 16 w 54"/>
                <a:gd name="T79" fmla="*/ 49 h 84"/>
                <a:gd name="T80" fmla="*/ 13 w 54"/>
                <a:gd name="T81" fmla="*/ 51 h 84"/>
                <a:gd name="T82" fmla="*/ 10 w 54"/>
                <a:gd name="T83" fmla="*/ 54 h 84"/>
                <a:gd name="T84" fmla="*/ 4 w 54"/>
                <a:gd name="T85" fmla="*/ 57 h 84"/>
                <a:gd name="T86" fmla="*/ 2 w 54"/>
                <a:gd name="T87" fmla="*/ 62 h 84"/>
                <a:gd name="T88" fmla="*/ 4 w 54"/>
                <a:gd name="T89" fmla="*/ 67 h 84"/>
                <a:gd name="T90" fmla="*/ 4 w 54"/>
                <a:gd name="T91" fmla="*/ 73 h 84"/>
                <a:gd name="T92" fmla="*/ 4 w 54"/>
                <a:gd name="T93" fmla="*/ 78 h 84"/>
                <a:gd name="T94" fmla="*/ 7 w 54"/>
                <a:gd name="T95" fmla="*/ 80 h 84"/>
                <a:gd name="T96" fmla="*/ 5 w 54"/>
                <a:gd name="T97" fmla="*/ 81 h 84"/>
                <a:gd name="T98" fmla="*/ 8 w 54"/>
                <a:gd name="T99" fmla="*/ 79 h 84"/>
                <a:gd name="T100" fmla="*/ 8 w 54"/>
                <a:gd name="T101" fmla="*/ 83 h 84"/>
                <a:gd name="T102" fmla="*/ 11 w 54"/>
                <a:gd name="T103" fmla="*/ 80 h 84"/>
                <a:gd name="T104" fmla="*/ 11 w 54"/>
                <a:gd name="T105" fmla="*/ 83 h 84"/>
                <a:gd name="T106" fmla="*/ 23 w 54"/>
                <a:gd name="T107" fmla="*/ 80 h 84"/>
                <a:gd name="T108" fmla="*/ 36 w 54"/>
                <a:gd name="T109" fmla="*/ 78 h 84"/>
                <a:gd name="T110" fmla="*/ 46 w 54"/>
                <a:gd name="T111" fmla="*/ 68 h 84"/>
                <a:gd name="T112" fmla="*/ 53 w 54"/>
                <a:gd name="T113" fmla="*/ 59 h 84"/>
                <a:gd name="T114" fmla="*/ 53 w 54"/>
                <a:gd name="T115" fmla="*/ 5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" h="84">
                  <a:moveTo>
                    <a:pt x="53" y="59"/>
                  </a:moveTo>
                  <a:cubicBezTo>
                    <a:pt x="52" y="57"/>
                    <a:pt x="49" y="56"/>
                    <a:pt x="47" y="55"/>
                  </a:cubicBezTo>
                  <a:cubicBezTo>
                    <a:pt x="44" y="53"/>
                    <a:pt x="48" y="53"/>
                    <a:pt x="49" y="51"/>
                  </a:cubicBezTo>
                  <a:cubicBezTo>
                    <a:pt x="49" y="51"/>
                    <a:pt x="45" y="45"/>
                    <a:pt x="44" y="44"/>
                  </a:cubicBezTo>
                  <a:cubicBezTo>
                    <a:pt x="44" y="44"/>
                    <a:pt x="46" y="43"/>
                    <a:pt x="46" y="43"/>
                  </a:cubicBezTo>
                  <a:cubicBezTo>
                    <a:pt x="46" y="42"/>
                    <a:pt x="44" y="39"/>
                    <a:pt x="44" y="38"/>
                  </a:cubicBezTo>
                  <a:cubicBezTo>
                    <a:pt x="44" y="37"/>
                    <a:pt x="45" y="37"/>
                    <a:pt x="45" y="36"/>
                  </a:cubicBezTo>
                  <a:cubicBezTo>
                    <a:pt x="46" y="35"/>
                    <a:pt x="44" y="33"/>
                    <a:pt x="44" y="32"/>
                  </a:cubicBezTo>
                  <a:cubicBezTo>
                    <a:pt x="42" y="30"/>
                    <a:pt x="40" y="28"/>
                    <a:pt x="42" y="26"/>
                  </a:cubicBezTo>
                  <a:cubicBezTo>
                    <a:pt x="43" y="25"/>
                    <a:pt x="45" y="24"/>
                    <a:pt x="45" y="23"/>
                  </a:cubicBezTo>
                  <a:cubicBezTo>
                    <a:pt x="46" y="21"/>
                    <a:pt x="44" y="20"/>
                    <a:pt x="44" y="19"/>
                  </a:cubicBezTo>
                  <a:cubicBezTo>
                    <a:pt x="43" y="18"/>
                    <a:pt x="36" y="15"/>
                    <a:pt x="38" y="13"/>
                  </a:cubicBezTo>
                  <a:cubicBezTo>
                    <a:pt x="38" y="13"/>
                    <a:pt x="40" y="12"/>
                    <a:pt x="40" y="12"/>
                  </a:cubicBezTo>
                  <a:cubicBezTo>
                    <a:pt x="40" y="12"/>
                    <a:pt x="37" y="10"/>
                    <a:pt x="39" y="10"/>
                  </a:cubicBezTo>
                  <a:cubicBezTo>
                    <a:pt x="42" y="10"/>
                    <a:pt x="44" y="5"/>
                    <a:pt x="41" y="3"/>
                  </a:cubicBezTo>
                  <a:cubicBezTo>
                    <a:pt x="40" y="2"/>
                    <a:pt x="38" y="2"/>
                    <a:pt x="37" y="1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2" y="1"/>
                    <a:pt x="31" y="0"/>
                    <a:pt x="29" y="1"/>
                  </a:cubicBezTo>
                  <a:cubicBezTo>
                    <a:pt x="28" y="2"/>
                    <a:pt x="26" y="4"/>
                    <a:pt x="25" y="5"/>
                  </a:cubicBezTo>
                  <a:cubicBezTo>
                    <a:pt x="25" y="6"/>
                    <a:pt x="25" y="10"/>
                    <a:pt x="24" y="10"/>
                  </a:cubicBezTo>
                  <a:cubicBezTo>
                    <a:pt x="23" y="11"/>
                    <a:pt x="22" y="12"/>
                    <a:pt x="21" y="13"/>
                  </a:cubicBezTo>
                  <a:cubicBezTo>
                    <a:pt x="20" y="13"/>
                    <a:pt x="18" y="11"/>
                    <a:pt x="17" y="11"/>
                  </a:cubicBezTo>
                  <a:cubicBezTo>
                    <a:pt x="16" y="11"/>
                    <a:pt x="15" y="12"/>
                    <a:pt x="14" y="12"/>
                  </a:cubicBezTo>
                  <a:cubicBezTo>
                    <a:pt x="11" y="13"/>
                    <a:pt x="9" y="12"/>
                    <a:pt x="7" y="10"/>
                  </a:cubicBezTo>
                  <a:cubicBezTo>
                    <a:pt x="7" y="9"/>
                    <a:pt x="5" y="7"/>
                    <a:pt x="4" y="7"/>
                  </a:cubicBezTo>
                  <a:cubicBezTo>
                    <a:pt x="3" y="7"/>
                    <a:pt x="1" y="9"/>
                    <a:pt x="0" y="9"/>
                  </a:cubicBezTo>
                  <a:cubicBezTo>
                    <a:pt x="2" y="11"/>
                    <a:pt x="5" y="13"/>
                    <a:pt x="8" y="14"/>
                  </a:cubicBezTo>
                  <a:cubicBezTo>
                    <a:pt x="9" y="14"/>
                    <a:pt x="11" y="15"/>
                    <a:pt x="12" y="16"/>
                  </a:cubicBezTo>
                  <a:cubicBezTo>
                    <a:pt x="13" y="17"/>
                    <a:pt x="13" y="18"/>
                    <a:pt x="14" y="19"/>
                  </a:cubicBezTo>
                  <a:cubicBezTo>
                    <a:pt x="14" y="20"/>
                    <a:pt x="13" y="20"/>
                    <a:pt x="14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5"/>
                    <a:pt x="14" y="26"/>
                    <a:pt x="15" y="27"/>
                  </a:cubicBezTo>
                  <a:cubicBezTo>
                    <a:pt x="15" y="27"/>
                    <a:pt x="16" y="29"/>
                    <a:pt x="16" y="29"/>
                  </a:cubicBezTo>
                  <a:cubicBezTo>
                    <a:pt x="15" y="30"/>
                    <a:pt x="15" y="32"/>
                    <a:pt x="15" y="33"/>
                  </a:cubicBezTo>
                  <a:cubicBezTo>
                    <a:pt x="15" y="33"/>
                    <a:pt x="17" y="36"/>
                    <a:pt x="17" y="36"/>
                  </a:cubicBezTo>
                  <a:cubicBezTo>
                    <a:pt x="18" y="37"/>
                    <a:pt x="20" y="38"/>
                    <a:pt x="21" y="38"/>
                  </a:cubicBezTo>
                  <a:cubicBezTo>
                    <a:pt x="22" y="39"/>
                    <a:pt x="22" y="40"/>
                    <a:pt x="22" y="41"/>
                  </a:cubicBezTo>
                  <a:cubicBezTo>
                    <a:pt x="22" y="42"/>
                    <a:pt x="23" y="43"/>
                    <a:pt x="23" y="44"/>
                  </a:cubicBezTo>
                  <a:cubicBezTo>
                    <a:pt x="23" y="45"/>
                    <a:pt x="21" y="44"/>
                    <a:pt x="20" y="44"/>
                  </a:cubicBezTo>
                  <a:cubicBezTo>
                    <a:pt x="19" y="44"/>
                    <a:pt x="16" y="48"/>
                    <a:pt x="16" y="49"/>
                  </a:cubicBezTo>
                  <a:cubicBezTo>
                    <a:pt x="15" y="50"/>
                    <a:pt x="14" y="50"/>
                    <a:pt x="13" y="51"/>
                  </a:cubicBezTo>
                  <a:cubicBezTo>
                    <a:pt x="12" y="52"/>
                    <a:pt x="11" y="53"/>
                    <a:pt x="10" y="54"/>
                  </a:cubicBezTo>
                  <a:cubicBezTo>
                    <a:pt x="9" y="54"/>
                    <a:pt x="4" y="58"/>
                    <a:pt x="4" y="57"/>
                  </a:cubicBezTo>
                  <a:cubicBezTo>
                    <a:pt x="4" y="59"/>
                    <a:pt x="2" y="60"/>
                    <a:pt x="2" y="62"/>
                  </a:cubicBezTo>
                  <a:cubicBezTo>
                    <a:pt x="3" y="64"/>
                    <a:pt x="2" y="67"/>
                    <a:pt x="4" y="67"/>
                  </a:cubicBezTo>
                  <a:cubicBezTo>
                    <a:pt x="5" y="67"/>
                    <a:pt x="4" y="72"/>
                    <a:pt x="4" y="73"/>
                  </a:cubicBezTo>
                  <a:cubicBezTo>
                    <a:pt x="4" y="75"/>
                    <a:pt x="2" y="77"/>
                    <a:pt x="4" y="78"/>
                  </a:cubicBezTo>
                  <a:cubicBezTo>
                    <a:pt x="4" y="78"/>
                    <a:pt x="8" y="79"/>
                    <a:pt x="7" y="80"/>
                  </a:cubicBezTo>
                  <a:cubicBezTo>
                    <a:pt x="7" y="80"/>
                    <a:pt x="5" y="81"/>
                    <a:pt x="5" y="81"/>
                  </a:cubicBezTo>
                  <a:cubicBezTo>
                    <a:pt x="7" y="81"/>
                    <a:pt x="7" y="79"/>
                    <a:pt x="8" y="79"/>
                  </a:cubicBezTo>
                  <a:cubicBezTo>
                    <a:pt x="10" y="78"/>
                    <a:pt x="8" y="83"/>
                    <a:pt x="8" y="83"/>
                  </a:cubicBezTo>
                  <a:cubicBezTo>
                    <a:pt x="8" y="83"/>
                    <a:pt x="11" y="80"/>
                    <a:pt x="11" y="80"/>
                  </a:cubicBezTo>
                  <a:cubicBezTo>
                    <a:pt x="12" y="79"/>
                    <a:pt x="11" y="83"/>
                    <a:pt x="11" y="83"/>
                  </a:cubicBezTo>
                  <a:cubicBezTo>
                    <a:pt x="14" y="84"/>
                    <a:pt x="20" y="81"/>
                    <a:pt x="23" y="80"/>
                  </a:cubicBezTo>
                  <a:cubicBezTo>
                    <a:pt x="27" y="79"/>
                    <a:pt x="31" y="79"/>
                    <a:pt x="36" y="78"/>
                  </a:cubicBezTo>
                  <a:cubicBezTo>
                    <a:pt x="39" y="74"/>
                    <a:pt x="43" y="71"/>
                    <a:pt x="46" y="68"/>
                  </a:cubicBezTo>
                  <a:cubicBezTo>
                    <a:pt x="48" y="66"/>
                    <a:pt x="54" y="62"/>
                    <a:pt x="53" y="59"/>
                  </a:cubicBezTo>
                  <a:cubicBezTo>
                    <a:pt x="52" y="57"/>
                    <a:pt x="54" y="62"/>
                    <a:pt x="53" y="5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1" name="Freeform 719">
              <a:extLst>
                <a:ext uri="{FF2B5EF4-FFF2-40B4-BE49-F238E27FC236}">
                  <a16:creationId xmlns:a16="http://schemas.microsoft.com/office/drawing/2014/main" id="{59991968-F0DC-B746-1F26-7AA3DC10D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6372" y="3299557"/>
              <a:ext cx="1496374" cy="1325912"/>
            </a:xfrm>
            <a:custGeom>
              <a:avLst/>
              <a:gdLst>
                <a:gd name="T0" fmla="*/ 38 w 128"/>
                <a:gd name="T1" fmla="*/ 87 h 107"/>
                <a:gd name="T2" fmla="*/ 38 w 128"/>
                <a:gd name="T3" fmla="*/ 63 h 107"/>
                <a:gd name="T4" fmla="*/ 47 w 128"/>
                <a:gd name="T5" fmla="*/ 52 h 107"/>
                <a:gd name="T6" fmla="*/ 56 w 128"/>
                <a:gd name="T7" fmla="*/ 34 h 107"/>
                <a:gd name="T8" fmla="*/ 72 w 128"/>
                <a:gd name="T9" fmla="*/ 25 h 107"/>
                <a:gd name="T10" fmla="*/ 86 w 128"/>
                <a:gd name="T11" fmla="*/ 22 h 107"/>
                <a:gd name="T12" fmla="*/ 102 w 128"/>
                <a:gd name="T13" fmla="*/ 20 h 107"/>
                <a:gd name="T14" fmla="*/ 112 w 128"/>
                <a:gd name="T15" fmla="*/ 10 h 107"/>
                <a:gd name="T16" fmla="*/ 120 w 128"/>
                <a:gd name="T17" fmla="*/ 13 h 107"/>
                <a:gd name="T18" fmla="*/ 127 w 128"/>
                <a:gd name="T19" fmla="*/ 6 h 107"/>
                <a:gd name="T20" fmla="*/ 114 w 128"/>
                <a:gd name="T21" fmla="*/ 5 h 107"/>
                <a:gd name="T22" fmla="*/ 116 w 128"/>
                <a:gd name="T23" fmla="*/ 2 h 107"/>
                <a:gd name="T24" fmla="*/ 106 w 128"/>
                <a:gd name="T25" fmla="*/ 3 h 107"/>
                <a:gd name="T26" fmla="*/ 100 w 128"/>
                <a:gd name="T27" fmla="*/ 1 h 107"/>
                <a:gd name="T28" fmla="*/ 95 w 128"/>
                <a:gd name="T29" fmla="*/ 3 h 107"/>
                <a:gd name="T30" fmla="*/ 91 w 128"/>
                <a:gd name="T31" fmla="*/ 6 h 107"/>
                <a:gd name="T32" fmla="*/ 90 w 128"/>
                <a:gd name="T33" fmla="*/ 11 h 107"/>
                <a:gd name="T34" fmla="*/ 84 w 128"/>
                <a:gd name="T35" fmla="*/ 10 h 107"/>
                <a:gd name="T36" fmla="*/ 80 w 128"/>
                <a:gd name="T37" fmla="*/ 13 h 107"/>
                <a:gd name="T38" fmla="*/ 76 w 128"/>
                <a:gd name="T39" fmla="*/ 15 h 107"/>
                <a:gd name="T40" fmla="*/ 72 w 128"/>
                <a:gd name="T41" fmla="*/ 16 h 107"/>
                <a:gd name="T42" fmla="*/ 68 w 128"/>
                <a:gd name="T43" fmla="*/ 10 h 107"/>
                <a:gd name="T44" fmla="*/ 67 w 128"/>
                <a:gd name="T45" fmla="*/ 14 h 107"/>
                <a:gd name="T46" fmla="*/ 65 w 128"/>
                <a:gd name="T47" fmla="*/ 14 h 107"/>
                <a:gd name="T48" fmla="*/ 62 w 128"/>
                <a:gd name="T49" fmla="*/ 18 h 107"/>
                <a:gd name="T50" fmla="*/ 61 w 128"/>
                <a:gd name="T51" fmla="*/ 21 h 107"/>
                <a:gd name="T52" fmla="*/ 57 w 128"/>
                <a:gd name="T53" fmla="*/ 20 h 107"/>
                <a:gd name="T54" fmla="*/ 54 w 128"/>
                <a:gd name="T55" fmla="*/ 20 h 107"/>
                <a:gd name="T56" fmla="*/ 51 w 128"/>
                <a:gd name="T57" fmla="*/ 22 h 107"/>
                <a:gd name="T58" fmla="*/ 49 w 128"/>
                <a:gd name="T59" fmla="*/ 23 h 107"/>
                <a:gd name="T60" fmla="*/ 54 w 128"/>
                <a:gd name="T61" fmla="*/ 25 h 107"/>
                <a:gd name="T62" fmla="*/ 56 w 128"/>
                <a:gd name="T63" fmla="*/ 25 h 107"/>
                <a:gd name="T64" fmla="*/ 57 w 128"/>
                <a:gd name="T65" fmla="*/ 28 h 107"/>
                <a:gd name="T66" fmla="*/ 49 w 128"/>
                <a:gd name="T67" fmla="*/ 31 h 107"/>
                <a:gd name="T68" fmla="*/ 53 w 128"/>
                <a:gd name="T69" fmla="*/ 33 h 107"/>
                <a:gd name="T70" fmla="*/ 49 w 128"/>
                <a:gd name="T71" fmla="*/ 35 h 107"/>
                <a:gd name="T72" fmla="*/ 43 w 128"/>
                <a:gd name="T73" fmla="*/ 40 h 107"/>
                <a:gd name="T74" fmla="*/ 42 w 128"/>
                <a:gd name="T75" fmla="*/ 43 h 107"/>
                <a:gd name="T76" fmla="*/ 39 w 128"/>
                <a:gd name="T77" fmla="*/ 45 h 107"/>
                <a:gd name="T78" fmla="*/ 39 w 128"/>
                <a:gd name="T79" fmla="*/ 49 h 107"/>
                <a:gd name="T80" fmla="*/ 39 w 128"/>
                <a:gd name="T81" fmla="*/ 52 h 107"/>
                <a:gd name="T82" fmla="*/ 35 w 128"/>
                <a:gd name="T83" fmla="*/ 56 h 107"/>
                <a:gd name="T84" fmla="*/ 27 w 128"/>
                <a:gd name="T85" fmla="*/ 62 h 107"/>
                <a:gd name="T86" fmla="*/ 31 w 128"/>
                <a:gd name="T87" fmla="*/ 64 h 107"/>
                <a:gd name="T88" fmla="*/ 28 w 128"/>
                <a:gd name="T89" fmla="*/ 66 h 107"/>
                <a:gd name="T90" fmla="*/ 19 w 128"/>
                <a:gd name="T91" fmla="*/ 68 h 107"/>
                <a:gd name="T92" fmla="*/ 16 w 128"/>
                <a:gd name="T93" fmla="*/ 72 h 107"/>
                <a:gd name="T94" fmla="*/ 10 w 128"/>
                <a:gd name="T95" fmla="*/ 73 h 107"/>
                <a:gd name="T96" fmla="*/ 10 w 128"/>
                <a:gd name="T97" fmla="*/ 74 h 107"/>
                <a:gd name="T98" fmla="*/ 5 w 128"/>
                <a:gd name="T99" fmla="*/ 75 h 107"/>
                <a:gd name="T100" fmla="*/ 4 w 128"/>
                <a:gd name="T101" fmla="*/ 81 h 107"/>
                <a:gd name="T102" fmla="*/ 1 w 128"/>
                <a:gd name="T103" fmla="*/ 86 h 107"/>
                <a:gd name="T104" fmla="*/ 6 w 128"/>
                <a:gd name="T105" fmla="*/ 92 h 107"/>
                <a:gd name="T106" fmla="*/ 7 w 128"/>
                <a:gd name="T107" fmla="*/ 94 h 107"/>
                <a:gd name="T108" fmla="*/ 3 w 128"/>
                <a:gd name="T109" fmla="*/ 93 h 107"/>
                <a:gd name="T110" fmla="*/ 5 w 128"/>
                <a:gd name="T111" fmla="*/ 97 h 107"/>
                <a:gd name="T112" fmla="*/ 5 w 128"/>
                <a:gd name="T113" fmla="*/ 103 h 107"/>
                <a:gd name="T114" fmla="*/ 27 w 128"/>
                <a:gd name="T115" fmla="*/ 99 h 107"/>
                <a:gd name="T116" fmla="*/ 34 w 128"/>
                <a:gd name="T117" fmla="*/ 10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" h="107">
                  <a:moveTo>
                    <a:pt x="34" y="101"/>
                  </a:moveTo>
                  <a:cubicBezTo>
                    <a:pt x="34" y="101"/>
                    <a:pt x="35" y="98"/>
                    <a:pt x="35" y="97"/>
                  </a:cubicBezTo>
                  <a:cubicBezTo>
                    <a:pt x="35" y="95"/>
                    <a:pt x="36" y="94"/>
                    <a:pt x="38" y="93"/>
                  </a:cubicBezTo>
                  <a:cubicBezTo>
                    <a:pt x="40" y="91"/>
                    <a:pt x="38" y="88"/>
                    <a:pt x="38" y="87"/>
                  </a:cubicBezTo>
                  <a:cubicBezTo>
                    <a:pt x="38" y="84"/>
                    <a:pt x="42" y="84"/>
                    <a:pt x="39" y="82"/>
                  </a:cubicBezTo>
                  <a:cubicBezTo>
                    <a:pt x="37" y="80"/>
                    <a:pt x="36" y="80"/>
                    <a:pt x="37" y="77"/>
                  </a:cubicBezTo>
                  <a:cubicBezTo>
                    <a:pt x="38" y="75"/>
                    <a:pt x="37" y="73"/>
                    <a:pt x="37" y="71"/>
                  </a:cubicBezTo>
                  <a:cubicBezTo>
                    <a:pt x="36" y="68"/>
                    <a:pt x="35" y="65"/>
                    <a:pt x="38" y="63"/>
                  </a:cubicBezTo>
                  <a:cubicBezTo>
                    <a:pt x="39" y="62"/>
                    <a:pt x="41" y="62"/>
                    <a:pt x="42" y="61"/>
                  </a:cubicBezTo>
                  <a:cubicBezTo>
                    <a:pt x="43" y="61"/>
                    <a:pt x="44" y="62"/>
                    <a:pt x="45" y="61"/>
                  </a:cubicBezTo>
                  <a:cubicBezTo>
                    <a:pt x="46" y="59"/>
                    <a:pt x="45" y="58"/>
                    <a:pt x="44" y="57"/>
                  </a:cubicBezTo>
                  <a:cubicBezTo>
                    <a:pt x="44" y="55"/>
                    <a:pt x="46" y="54"/>
                    <a:pt x="47" y="52"/>
                  </a:cubicBezTo>
                  <a:cubicBezTo>
                    <a:pt x="47" y="51"/>
                    <a:pt x="48" y="48"/>
                    <a:pt x="48" y="46"/>
                  </a:cubicBezTo>
                  <a:cubicBezTo>
                    <a:pt x="48" y="44"/>
                    <a:pt x="52" y="44"/>
                    <a:pt x="51" y="43"/>
                  </a:cubicBezTo>
                  <a:cubicBezTo>
                    <a:pt x="51" y="41"/>
                    <a:pt x="53" y="40"/>
                    <a:pt x="54" y="38"/>
                  </a:cubicBezTo>
                  <a:cubicBezTo>
                    <a:pt x="56" y="36"/>
                    <a:pt x="56" y="37"/>
                    <a:pt x="56" y="34"/>
                  </a:cubicBezTo>
                  <a:cubicBezTo>
                    <a:pt x="55" y="33"/>
                    <a:pt x="59" y="28"/>
                    <a:pt x="60" y="28"/>
                  </a:cubicBezTo>
                  <a:cubicBezTo>
                    <a:pt x="61" y="27"/>
                    <a:pt x="64" y="28"/>
                    <a:pt x="65" y="28"/>
                  </a:cubicBezTo>
                  <a:cubicBezTo>
                    <a:pt x="65" y="26"/>
                    <a:pt x="65" y="25"/>
                    <a:pt x="65" y="23"/>
                  </a:cubicBezTo>
                  <a:cubicBezTo>
                    <a:pt x="68" y="24"/>
                    <a:pt x="70" y="24"/>
                    <a:pt x="72" y="25"/>
                  </a:cubicBezTo>
                  <a:cubicBezTo>
                    <a:pt x="76" y="25"/>
                    <a:pt x="74" y="21"/>
                    <a:pt x="75" y="19"/>
                  </a:cubicBezTo>
                  <a:cubicBezTo>
                    <a:pt x="75" y="19"/>
                    <a:pt x="77" y="19"/>
                    <a:pt x="78" y="19"/>
                  </a:cubicBezTo>
                  <a:cubicBezTo>
                    <a:pt x="79" y="18"/>
                    <a:pt x="81" y="16"/>
                    <a:pt x="82" y="18"/>
                  </a:cubicBezTo>
                  <a:cubicBezTo>
                    <a:pt x="84" y="19"/>
                    <a:pt x="84" y="21"/>
                    <a:pt x="86" y="22"/>
                  </a:cubicBezTo>
                  <a:cubicBezTo>
                    <a:pt x="87" y="22"/>
                    <a:pt x="89" y="22"/>
                    <a:pt x="90" y="22"/>
                  </a:cubicBezTo>
                  <a:cubicBezTo>
                    <a:pt x="91" y="22"/>
                    <a:pt x="92" y="21"/>
                    <a:pt x="94" y="21"/>
                  </a:cubicBezTo>
                  <a:cubicBezTo>
                    <a:pt x="95" y="21"/>
                    <a:pt x="96" y="23"/>
                    <a:pt x="98" y="23"/>
                  </a:cubicBezTo>
                  <a:cubicBezTo>
                    <a:pt x="98" y="22"/>
                    <a:pt x="102" y="20"/>
                    <a:pt x="102" y="20"/>
                  </a:cubicBezTo>
                  <a:cubicBezTo>
                    <a:pt x="102" y="17"/>
                    <a:pt x="102" y="16"/>
                    <a:pt x="103" y="14"/>
                  </a:cubicBezTo>
                  <a:cubicBezTo>
                    <a:pt x="104" y="13"/>
                    <a:pt x="106" y="11"/>
                    <a:pt x="107" y="11"/>
                  </a:cubicBezTo>
                  <a:cubicBezTo>
                    <a:pt x="108" y="11"/>
                    <a:pt x="109" y="11"/>
                    <a:pt x="110" y="11"/>
                  </a:cubicBezTo>
                  <a:cubicBezTo>
                    <a:pt x="111" y="11"/>
                    <a:pt x="111" y="10"/>
                    <a:pt x="112" y="10"/>
                  </a:cubicBezTo>
                  <a:cubicBezTo>
                    <a:pt x="113" y="10"/>
                    <a:pt x="115" y="12"/>
                    <a:pt x="116" y="12"/>
                  </a:cubicBezTo>
                  <a:cubicBezTo>
                    <a:pt x="118" y="13"/>
                    <a:pt x="119" y="14"/>
                    <a:pt x="119" y="17"/>
                  </a:cubicBezTo>
                  <a:cubicBezTo>
                    <a:pt x="121" y="17"/>
                    <a:pt x="126" y="14"/>
                    <a:pt x="124" y="12"/>
                  </a:cubicBezTo>
                  <a:cubicBezTo>
                    <a:pt x="126" y="13"/>
                    <a:pt x="121" y="13"/>
                    <a:pt x="120" y="13"/>
                  </a:cubicBezTo>
                  <a:cubicBezTo>
                    <a:pt x="125" y="12"/>
                    <a:pt x="118" y="9"/>
                    <a:pt x="117" y="10"/>
                  </a:cubicBezTo>
                  <a:cubicBezTo>
                    <a:pt x="118" y="9"/>
                    <a:pt x="119" y="10"/>
                    <a:pt x="119" y="10"/>
                  </a:cubicBezTo>
                  <a:cubicBezTo>
                    <a:pt x="121" y="10"/>
                    <a:pt x="123" y="10"/>
                    <a:pt x="124" y="9"/>
                  </a:cubicBezTo>
                  <a:cubicBezTo>
                    <a:pt x="125" y="9"/>
                    <a:pt x="128" y="7"/>
                    <a:pt x="127" y="6"/>
                  </a:cubicBezTo>
                  <a:cubicBezTo>
                    <a:pt x="125" y="5"/>
                    <a:pt x="122" y="4"/>
                    <a:pt x="119" y="3"/>
                  </a:cubicBezTo>
                  <a:cubicBezTo>
                    <a:pt x="118" y="2"/>
                    <a:pt x="117" y="4"/>
                    <a:pt x="116" y="5"/>
                  </a:cubicBezTo>
                  <a:cubicBezTo>
                    <a:pt x="116" y="5"/>
                    <a:pt x="114" y="8"/>
                    <a:pt x="114" y="7"/>
                  </a:cubicBezTo>
                  <a:cubicBezTo>
                    <a:pt x="114" y="7"/>
                    <a:pt x="114" y="6"/>
                    <a:pt x="114" y="5"/>
                  </a:cubicBezTo>
                  <a:cubicBezTo>
                    <a:pt x="114" y="5"/>
                    <a:pt x="112" y="5"/>
                    <a:pt x="112" y="5"/>
                  </a:cubicBezTo>
                  <a:cubicBezTo>
                    <a:pt x="113" y="4"/>
                    <a:pt x="115" y="5"/>
                    <a:pt x="115" y="4"/>
                  </a:cubicBezTo>
                  <a:cubicBezTo>
                    <a:pt x="115" y="4"/>
                    <a:pt x="112" y="4"/>
                    <a:pt x="112" y="4"/>
                  </a:cubicBezTo>
                  <a:cubicBezTo>
                    <a:pt x="112" y="3"/>
                    <a:pt x="116" y="3"/>
                    <a:pt x="116" y="2"/>
                  </a:cubicBezTo>
                  <a:cubicBezTo>
                    <a:pt x="115" y="1"/>
                    <a:pt x="109" y="0"/>
                    <a:pt x="110" y="2"/>
                  </a:cubicBezTo>
                  <a:cubicBezTo>
                    <a:pt x="111" y="3"/>
                    <a:pt x="111" y="3"/>
                    <a:pt x="110" y="4"/>
                  </a:cubicBezTo>
                  <a:cubicBezTo>
                    <a:pt x="109" y="5"/>
                    <a:pt x="107" y="7"/>
                    <a:pt x="106" y="7"/>
                  </a:cubicBezTo>
                  <a:cubicBezTo>
                    <a:pt x="105" y="7"/>
                    <a:pt x="106" y="3"/>
                    <a:pt x="106" y="3"/>
                  </a:cubicBezTo>
                  <a:cubicBezTo>
                    <a:pt x="106" y="2"/>
                    <a:pt x="101" y="9"/>
                    <a:pt x="100" y="9"/>
                  </a:cubicBezTo>
                  <a:cubicBezTo>
                    <a:pt x="97" y="9"/>
                    <a:pt x="100" y="5"/>
                    <a:pt x="101" y="4"/>
                  </a:cubicBezTo>
                  <a:cubicBezTo>
                    <a:pt x="102" y="4"/>
                    <a:pt x="103" y="2"/>
                    <a:pt x="103" y="2"/>
                  </a:cubicBezTo>
                  <a:cubicBezTo>
                    <a:pt x="102" y="1"/>
                    <a:pt x="100" y="0"/>
                    <a:pt x="100" y="1"/>
                  </a:cubicBezTo>
                  <a:cubicBezTo>
                    <a:pt x="100" y="1"/>
                    <a:pt x="101" y="2"/>
                    <a:pt x="101" y="2"/>
                  </a:cubicBezTo>
                  <a:cubicBezTo>
                    <a:pt x="101" y="2"/>
                    <a:pt x="99" y="2"/>
                    <a:pt x="98" y="2"/>
                  </a:cubicBezTo>
                  <a:cubicBezTo>
                    <a:pt x="97" y="3"/>
                    <a:pt x="98" y="2"/>
                    <a:pt x="97" y="1"/>
                  </a:cubicBezTo>
                  <a:cubicBezTo>
                    <a:pt x="97" y="1"/>
                    <a:pt x="95" y="3"/>
                    <a:pt x="95" y="3"/>
                  </a:cubicBezTo>
                  <a:cubicBezTo>
                    <a:pt x="95" y="4"/>
                    <a:pt x="97" y="5"/>
                    <a:pt x="96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4" y="5"/>
                    <a:pt x="94" y="6"/>
                    <a:pt x="94" y="7"/>
                  </a:cubicBezTo>
                  <a:cubicBezTo>
                    <a:pt x="95" y="5"/>
                    <a:pt x="91" y="6"/>
                    <a:pt x="91" y="6"/>
                  </a:cubicBezTo>
                  <a:cubicBezTo>
                    <a:pt x="91" y="6"/>
                    <a:pt x="93" y="5"/>
                    <a:pt x="93" y="4"/>
                  </a:cubicBezTo>
                  <a:cubicBezTo>
                    <a:pt x="93" y="5"/>
                    <a:pt x="89" y="6"/>
                    <a:pt x="88" y="6"/>
                  </a:cubicBezTo>
                  <a:cubicBezTo>
                    <a:pt x="87" y="6"/>
                    <a:pt x="91" y="9"/>
                    <a:pt x="91" y="9"/>
                  </a:cubicBezTo>
                  <a:cubicBezTo>
                    <a:pt x="91" y="9"/>
                    <a:pt x="90" y="11"/>
                    <a:pt x="90" y="11"/>
                  </a:cubicBezTo>
                  <a:cubicBezTo>
                    <a:pt x="90" y="11"/>
                    <a:pt x="87" y="8"/>
                    <a:pt x="87" y="8"/>
                  </a:cubicBezTo>
                  <a:cubicBezTo>
                    <a:pt x="87" y="8"/>
                    <a:pt x="85" y="11"/>
                    <a:pt x="85" y="8"/>
                  </a:cubicBezTo>
                  <a:cubicBezTo>
                    <a:pt x="84" y="7"/>
                    <a:pt x="81" y="9"/>
                    <a:pt x="80" y="8"/>
                  </a:cubicBezTo>
                  <a:cubicBezTo>
                    <a:pt x="81" y="9"/>
                    <a:pt x="84" y="9"/>
                    <a:pt x="84" y="10"/>
                  </a:cubicBezTo>
                  <a:cubicBezTo>
                    <a:pt x="84" y="10"/>
                    <a:pt x="83" y="10"/>
                    <a:pt x="83" y="11"/>
                  </a:cubicBezTo>
                  <a:cubicBezTo>
                    <a:pt x="83" y="12"/>
                    <a:pt x="84" y="12"/>
                    <a:pt x="84" y="13"/>
                  </a:cubicBezTo>
                  <a:cubicBezTo>
                    <a:pt x="84" y="13"/>
                    <a:pt x="81" y="12"/>
                    <a:pt x="81" y="11"/>
                  </a:cubicBezTo>
                  <a:cubicBezTo>
                    <a:pt x="80" y="11"/>
                    <a:pt x="80" y="12"/>
                    <a:pt x="80" y="13"/>
                  </a:cubicBezTo>
                  <a:cubicBezTo>
                    <a:pt x="79" y="13"/>
                    <a:pt x="79" y="12"/>
                    <a:pt x="79" y="11"/>
                  </a:cubicBezTo>
                  <a:cubicBezTo>
                    <a:pt x="79" y="11"/>
                    <a:pt x="77" y="13"/>
                    <a:pt x="77" y="13"/>
                  </a:cubicBezTo>
                  <a:cubicBezTo>
                    <a:pt x="76" y="14"/>
                    <a:pt x="78" y="14"/>
                    <a:pt x="78" y="15"/>
                  </a:cubicBezTo>
                  <a:cubicBezTo>
                    <a:pt x="78" y="15"/>
                    <a:pt x="76" y="15"/>
                    <a:pt x="76" y="15"/>
                  </a:cubicBezTo>
                  <a:cubicBezTo>
                    <a:pt x="75" y="14"/>
                    <a:pt x="76" y="13"/>
                    <a:pt x="76" y="12"/>
                  </a:cubicBezTo>
                  <a:cubicBezTo>
                    <a:pt x="76" y="12"/>
                    <a:pt x="73" y="14"/>
                    <a:pt x="73" y="14"/>
                  </a:cubicBezTo>
                  <a:cubicBezTo>
                    <a:pt x="73" y="14"/>
                    <a:pt x="73" y="14"/>
                    <a:pt x="74" y="14"/>
                  </a:cubicBezTo>
                  <a:cubicBezTo>
                    <a:pt x="73" y="14"/>
                    <a:pt x="72" y="16"/>
                    <a:pt x="72" y="16"/>
                  </a:cubicBezTo>
                  <a:cubicBezTo>
                    <a:pt x="71" y="15"/>
                    <a:pt x="73" y="14"/>
                    <a:pt x="72" y="14"/>
                  </a:cubicBezTo>
                  <a:cubicBezTo>
                    <a:pt x="71" y="13"/>
                    <a:pt x="70" y="13"/>
                    <a:pt x="70" y="12"/>
                  </a:cubicBezTo>
                  <a:cubicBezTo>
                    <a:pt x="70" y="12"/>
                    <a:pt x="72" y="12"/>
                    <a:pt x="72" y="12"/>
                  </a:cubicBezTo>
                  <a:cubicBezTo>
                    <a:pt x="72" y="11"/>
                    <a:pt x="69" y="10"/>
                    <a:pt x="68" y="10"/>
                  </a:cubicBezTo>
                  <a:cubicBezTo>
                    <a:pt x="68" y="11"/>
                    <a:pt x="69" y="13"/>
                    <a:pt x="69" y="13"/>
                  </a:cubicBezTo>
                  <a:cubicBezTo>
                    <a:pt x="69" y="13"/>
                    <a:pt x="65" y="14"/>
                    <a:pt x="66" y="14"/>
                  </a:cubicBezTo>
                  <a:cubicBezTo>
                    <a:pt x="66" y="14"/>
                    <a:pt x="68" y="14"/>
                    <a:pt x="68" y="14"/>
                  </a:cubicBezTo>
                  <a:cubicBezTo>
                    <a:pt x="68" y="14"/>
                    <a:pt x="67" y="14"/>
                    <a:pt x="67" y="14"/>
                  </a:cubicBezTo>
                  <a:cubicBezTo>
                    <a:pt x="68" y="16"/>
                    <a:pt x="70" y="14"/>
                    <a:pt x="69" y="14"/>
                  </a:cubicBezTo>
                  <a:cubicBezTo>
                    <a:pt x="70" y="15"/>
                    <a:pt x="69" y="16"/>
                    <a:pt x="69" y="16"/>
                  </a:cubicBezTo>
                  <a:cubicBezTo>
                    <a:pt x="69" y="17"/>
                    <a:pt x="67" y="15"/>
                    <a:pt x="67" y="15"/>
                  </a:cubicBezTo>
                  <a:cubicBezTo>
                    <a:pt x="66" y="15"/>
                    <a:pt x="66" y="14"/>
                    <a:pt x="65" y="14"/>
                  </a:cubicBezTo>
                  <a:cubicBezTo>
                    <a:pt x="65" y="14"/>
                    <a:pt x="64" y="16"/>
                    <a:pt x="63" y="15"/>
                  </a:cubicBezTo>
                  <a:cubicBezTo>
                    <a:pt x="63" y="14"/>
                    <a:pt x="60" y="16"/>
                    <a:pt x="60" y="16"/>
                  </a:cubicBezTo>
                  <a:cubicBezTo>
                    <a:pt x="60" y="16"/>
                    <a:pt x="60" y="19"/>
                    <a:pt x="60" y="19"/>
                  </a:cubicBezTo>
                  <a:cubicBezTo>
                    <a:pt x="60" y="20"/>
                    <a:pt x="61" y="17"/>
                    <a:pt x="62" y="18"/>
                  </a:cubicBezTo>
                  <a:cubicBezTo>
                    <a:pt x="62" y="18"/>
                    <a:pt x="64" y="19"/>
                    <a:pt x="64" y="18"/>
                  </a:cubicBezTo>
                  <a:cubicBezTo>
                    <a:pt x="64" y="19"/>
                    <a:pt x="63" y="19"/>
                    <a:pt x="63" y="20"/>
                  </a:cubicBezTo>
                  <a:cubicBezTo>
                    <a:pt x="62" y="20"/>
                    <a:pt x="63" y="22"/>
                    <a:pt x="62" y="22"/>
                  </a:cubicBezTo>
                  <a:cubicBezTo>
                    <a:pt x="62" y="23"/>
                    <a:pt x="61" y="21"/>
                    <a:pt x="61" y="21"/>
                  </a:cubicBezTo>
                  <a:cubicBezTo>
                    <a:pt x="60" y="21"/>
                    <a:pt x="60" y="23"/>
                    <a:pt x="59" y="23"/>
                  </a:cubicBezTo>
                  <a:cubicBezTo>
                    <a:pt x="59" y="23"/>
                    <a:pt x="59" y="21"/>
                    <a:pt x="59" y="21"/>
                  </a:cubicBezTo>
                  <a:cubicBezTo>
                    <a:pt x="58" y="21"/>
                    <a:pt x="58" y="22"/>
                    <a:pt x="57" y="22"/>
                  </a:cubicBezTo>
                  <a:cubicBezTo>
                    <a:pt x="57" y="22"/>
                    <a:pt x="57" y="20"/>
                    <a:pt x="57" y="20"/>
                  </a:cubicBezTo>
                  <a:cubicBezTo>
                    <a:pt x="57" y="19"/>
                    <a:pt x="56" y="22"/>
                    <a:pt x="55" y="22"/>
                  </a:cubicBezTo>
                  <a:cubicBezTo>
                    <a:pt x="53" y="23"/>
                    <a:pt x="56" y="17"/>
                    <a:pt x="56" y="17"/>
                  </a:cubicBezTo>
                  <a:cubicBezTo>
                    <a:pt x="55" y="17"/>
                    <a:pt x="53" y="18"/>
                    <a:pt x="53" y="18"/>
                  </a:cubicBezTo>
                  <a:cubicBezTo>
                    <a:pt x="52" y="19"/>
                    <a:pt x="54" y="20"/>
                    <a:pt x="54" y="20"/>
                  </a:cubicBezTo>
                  <a:cubicBezTo>
                    <a:pt x="53" y="20"/>
                    <a:pt x="53" y="20"/>
                    <a:pt x="52" y="20"/>
                  </a:cubicBezTo>
                  <a:cubicBezTo>
                    <a:pt x="52" y="20"/>
                    <a:pt x="52" y="21"/>
                    <a:pt x="51" y="22"/>
                  </a:cubicBezTo>
                  <a:cubicBezTo>
                    <a:pt x="52" y="21"/>
                    <a:pt x="47" y="21"/>
                    <a:pt x="49" y="22"/>
                  </a:cubicBezTo>
                  <a:cubicBezTo>
                    <a:pt x="49" y="23"/>
                    <a:pt x="51" y="22"/>
                    <a:pt x="51" y="22"/>
                  </a:cubicBezTo>
                  <a:cubicBezTo>
                    <a:pt x="51" y="22"/>
                    <a:pt x="50" y="23"/>
                    <a:pt x="51" y="23"/>
                  </a:cubicBezTo>
                  <a:cubicBezTo>
                    <a:pt x="51" y="23"/>
                    <a:pt x="52" y="23"/>
                    <a:pt x="52" y="22"/>
                  </a:cubicBezTo>
                  <a:cubicBezTo>
                    <a:pt x="52" y="22"/>
                    <a:pt x="52" y="24"/>
                    <a:pt x="51" y="24"/>
                  </a:cubicBezTo>
                  <a:cubicBezTo>
                    <a:pt x="50" y="24"/>
                    <a:pt x="50" y="23"/>
                    <a:pt x="49" y="23"/>
                  </a:cubicBezTo>
                  <a:cubicBezTo>
                    <a:pt x="48" y="24"/>
                    <a:pt x="48" y="26"/>
                    <a:pt x="47" y="26"/>
                  </a:cubicBezTo>
                  <a:cubicBezTo>
                    <a:pt x="47" y="26"/>
                    <a:pt x="44" y="26"/>
                    <a:pt x="44" y="26"/>
                  </a:cubicBezTo>
                  <a:cubicBezTo>
                    <a:pt x="44" y="29"/>
                    <a:pt x="51" y="25"/>
                    <a:pt x="51" y="25"/>
                  </a:cubicBezTo>
                  <a:cubicBezTo>
                    <a:pt x="52" y="25"/>
                    <a:pt x="53" y="24"/>
                    <a:pt x="54" y="25"/>
                  </a:cubicBezTo>
                  <a:cubicBezTo>
                    <a:pt x="56" y="25"/>
                    <a:pt x="55" y="23"/>
                    <a:pt x="54" y="23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6" y="25"/>
                    <a:pt x="57" y="23"/>
                    <a:pt x="58" y="23"/>
                  </a:cubicBezTo>
                  <a:cubicBezTo>
                    <a:pt x="57" y="23"/>
                    <a:pt x="57" y="25"/>
                    <a:pt x="56" y="25"/>
                  </a:cubicBezTo>
                  <a:cubicBezTo>
                    <a:pt x="57" y="25"/>
                    <a:pt x="58" y="25"/>
                    <a:pt x="58" y="25"/>
                  </a:cubicBezTo>
                  <a:cubicBezTo>
                    <a:pt x="58" y="25"/>
                    <a:pt x="56" y="26"/>
                    <a:pt x="56" y="27"/>
                  </a:cubicBezTo>
                  <a:cubicBezTo>
                    <a:pt x="56" y="27"/>
                    <a:pt x="61" y="25"/>
                    <a:pt x="61" y="26"/>
                  </a:cubicBezTo>
                  <a:cubicBezTo>
                    <a:pt x="60" y="27"/>
                    <a:pt x="57" y="26"/>
                    <a:pt x="57" y="28"/>
                  </a:cubicBezTo>
                  <a:cubicBezTo>
                    <a:pt x="56" y="31"/>
                    <a:pt x="54" y="27"/>
                    <a:pt x="54" y="27"/>
                  </a:cubicBezTo>
                  <a:cubicBezTo>
                    <a:pt x="54" y="26"/>
                    <a:pt x="54" y="29"/>
                    <a:pt x="54" y="29"/>
                  </a:cubicBezTo>
                  <a:cubicBezTo>
                    <a:pt x="54" y="29"/>
                    <a:pt x="53" y="27"/>
                    <a:pt x="52" y="27"/>
                  </a:cubicBezTo>
                  <a:cubicBezTo>
                    <a:pt x="51" y="28"/>
                    <a:pt x="49" y="30"/>
                    <a:pt x="49" y="31"/>
                  </a:cubicBezTo>
                  <a:cubicBezTo>
                    <a:pt x="49" y="31"/>
                    <a:pt x="51" y="30"/>
                    <a:pt x="51" y="30"/>
                  </a:cubicBezTo>
                  <a:cubicBezTo>
                    <a:pt x="51" y="31"/>
                    <a:pt x="53" y="30"/>
                    <a:pt x="53" y="31"/>
                  </a:cubicBezTo>
                  <a:cubicBezTo>
                    <a:pt x="53" y="30"/>
                    <a:pt x="50" y="31"/>
                    <a:pt x="50" y="32"/>
                  </a:cubicBezTo>
                  <a:cubicBezTo>
                    <a:pt x="51" y="33"/>
                    <a:pt x="54" y="31"/>
                    <a:pt x="53" y="33"/>
                  </a:cubicBezTo>
                  <a:cubicBezTo>
                    <a:pt x="54" y="31"/>
                    <a:pt x="47" y="34"/>
                    <a:pt x="47" y="34"/>
                  </a:cubicBezTo>
                  <a:cubicBezTo>
                    <a:pt x="47" y="33"/>
                    <a:pt x="53" y="35"/>
                    <a:pt x="52" y="35"/>
                  </a:cubicBezTo>
                  <a:cubicBezTo>
                    <a:pt x="51" y="36"/>
                    <a:pt x="50" y="34"/>
                    <a:pt x="49" y="35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9" y="36"/>
                    <a:pt x="46" y="34"/>
                    <a:pt x="45" y="36"/>
                  </a:cubicBezTo>
                  <a:cubicBezTo>
                    <a:pt x="45" y="36"/>
                    <a:pt x="48" y="36"/>
                    <a:pt x="48" y="36"/>
                  </a:cubicBezTo>
                  <a:cubicBezTo>
                    <a:pt x="46" y="38"/>
                    <a:pt x="44" y="36"/>
                    <a:pt x="45" y="39"/>
                  </a:cubicBezTo>
                  <a:cubicBezTo>
                    <a:pt x="45" y="39"/>
                    <a:pt x="43" y="40"/>
                    <a:pt x="43" y="40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2"/>
                    <a:pt x="41" y="42"/>
                    <a:pt x="41" y="42"/>
                  </a:cubicBezTo>
                  <a:cubicBezTo>
                    <a:pt x="41" y="43"/>
                    <a:pt x="42" y="42"/>
                    <a:pt x="42" y="42"/>
                  </a:cubicBezTo>
                  <a:cubicBezTo>
                    <a:pt x="43" y="42"/>
                    <a:pt x="42" y="43"/>
                    <a:pt x="42" y="43"/>
                  </a:cubicBezTo>
                  <a:cubicBezTo>
                    <a:pt x="43" y="43"/>
                    <a:pt x="45" y="44"/>
                    <a:pt x="46" y="43"/>
                  </a:cubicBezTo>
                  <a:cubicBezTo>
                    <a:pt x="44" y="44"/>
                    <a:pt x="44" y="44"/>
                    <a:pt x="42" y="44"/>
                  </a:cubicBezTo>
                  <a:cubicBezTo>
                    <a:pt x="41" y="44"/>
                    <a:pt x="38" y="44"/>
                    <a:pt x="38" y="45"/>
                  </a:cubicBezTo>
                  <a:cubicBezTo>
                    <a:pt x="38" y="45"/>
                    <a:pt x="39" y="45"/>
                    <a:pt x="39" y="45"/>
                  </a:cubicBezTo>
                  <a:cubicBezTo>
                    <a:pt x="39" y="45"/>
                    <a:pt x="38" y="46"/>
                    <a:pt x="38" y="46"/>
                  </a:cubicBezTo>
                  <a:cubicBezTo>
                    <a:pt x="38" y="46"/>
                    <a:pt x="40" y="45"/>
                    <a:pt x="40" y="46"/>
                  </a:cubicBezTo>
                  <a:cubicBezTo>
                    <a:pt x="40" y="46"/>
                    <a:pt x="38" y="48"/>
                    <a:pt x="38" y="48"/>
                  </a:cubicBezTo>
                  <a:cubicBezTo>
                    <a:pt x="38" y="48"/>
                    <a:pt x="39" y="48"/>
                    <a:pt x="39" y="49"/>
                  </a:cubicBezTo>
                  <a:cubicBezTo>
                    <a:pt x="39" y="49"/>
                    <a:pt x="37" y="49"/>
                    <a:pt x="37" y="49"/>
                  </a:cubicBezTo>
                  <a:cubicBezTo>
                    <a:pt x="37" y="49"/>
                    <a:pt x="39" y="50"/>
                    <a:pt x="39" y="50"/>
                  </a:cubicBezTo>
                  <a:cubicBezTo>
                    <a:pt x="38" y="50"/>
                    <a:pt x="37" y="50"/>
                    <a:pt x="37" y="50"/>
                  </a:cubicBezTo>
                  <a:cubicBezTo>
                    <a:pt x="37" y="51"/>
                    <a:pt x="38" y="52"/>
                    <a:pt x="39" y="52"/>
                  </a:cubicBezTo>
                  <a:cubicBezTo>
                    <a:pt x="37" y="52"/>
                    <a:pt x="35" y="52"/>
                    <a:pt x="34" y="54"/>
                  </a:cubicBezTo>
                  <a:cubicBezTo>
                    <a:pt x="34" y="55"/>
                    <a:pt x="30" y="54"/>
                    <a:pt x="30" y="54"/>
                  </a:cubicBezTo>
                  <a:cubicBezTo>
                    <a:pt x="30" y="57"/>
                    <a:pt x="36" y="54"/>
                    <a:pt x="37" y="54"/>
                  </a:cubicBezTo>
                  <a:cubicBezTo>
                    <a:pt x="36" y="54"/>
                    <a:pt x="35" y="56"/>
                    <a:pt x="35" y="56"/>
                  </a:cubicBezTo>
                  <a:cubicBezTo>
                    <a:pt x="32" y="56"/>
                    <a:pt x="34" y="57"/>
                    <a:pt x="33" y="58"/>
                  </a:cubicBezTo>
                  <a:cubicBezTo>
                    <a:pt x="32" y="59"/>
                    <a:pt x="30" y="57"/>
                    <a:pt x="29" y="58"/>
                  </a:cubicBezTo>
                  <a:cubicBezTo>
                    <a:pt x="29" y="59"/>
                    <a:pt x="26" y="61"/>
                    <a:pt x="26" y="61"/>
                  </a:cubicBezTo>
                  <a:cubicBezTo>
                    <a:pt x="26" y="62"/>
                    <a:pt x="27" y="62"/>
                    <a:pt x="27" y="62"/>
                  </a:cubicBezTo>
                  <a:cubicBezTo>
                    <a:pt x="27" y="63"/>
                    <a:pt x="24" y="63"/>
                    <a:pt x="24" y="63"/>
                  </a:cubicBezTo>
                  <a:cubicBezTo>
                    <a:pt x="24" y="63"/>
                    <a:pt x="25" y="64"/>
                    <a:pt x="25" y="65"/>
                  </a:cubicBezTo>
                  <a:cubicBezTo>
                    <a:pt x="25" y="66"/>
                    <a:pt x="27" y="65"/>
                    <a:pt x="28" y="65"/>
                  </a:cubicBezTo>
                  <a:cubicBezTo>
                    <a:pt x="29" y="64"/>
                    <a:pt x="30" y="65"/>
                    <a:pt x="31" y="64"/>
                  </a:cubicBezTo>
                  <a:cubicBezTo>
                    <a:pt x="31" y="64"/>
                    <a:pt x="30" y="63"/>
                    <a:pt x="30" y="62"/>
                  </a:cubicBezTo>
                  <a:cubicBezTo>
                    <a:pt x="30" y="62"/>
                    <a:pt x="32" y="63"/>
                    <a:pt x="33" y="64"/>
                  </a:cubicBezTo>
                  <a:cubicBezTo>
                    <a:pt x="33" y="64"/>
                    <a:pt x="30" y="66"/>
                    <a:pt x="30" y="66"/>
                  </a:cubicBezTo>
                  <a:cubicBezTo>
                    <a:pt x="29" y="66"/>
                    <a:pt x="28" y="67"/>
                    <a:pt x="28" y="66"/>
                  </a:cubicBezTo>
                  <a:cubicBezTo>
                    <a:pt x="27" y="65"/>
                    <a:pt x="26" y="67"/>
                    <a:pt x="25" y="67"/>
                  </a:cubicBezTo>
                  <a:cubicBezTo>
                    <a:pt x="24" y="66"/>
                    <a:pt x="24" y="63"/>
                    <a:pt x="23" y="66"/>
                  </a:cubicBezTo>
                  <a:cubicBezTo>
                    <a:pt x="21" y="70"/>
                    <a:pt x="20" y="65"/>
                    <a:pt x="21" y="65"/>
                  </a:cubicBezTo>
                  <a:cubicBezTo>
                    <a:pt x="19" y="65"/>
                    <a:pt x="21" y="69"/>
                    <a:pt x="19" y="68"/>
                  </a:cubicBezTo>
                  <a:cubicBezTo>
                    <a:pt x="15" y="68"/>
                    <a:pt x="18" y="70"/>
                    <a:pt x="17" y="71"/>
                  </a:cubicBezTo>
                  <a:cubicBezTo>
                    <a:pt x="16" y="71"/>
                    <a:pt x="16" y="69"/>
                    <a:pt x="16" y="69"/>
                  </a:cubicBezTo>
                  <a:cubicBezTo>
                    <a:pt x="14" y="69"/>
                    <a:pt x="12" y="70"/>
                    <a:pt x="11" y="71"/>
                  </a:cubicBezTo>
                  <a:cubicBezTo>
                    <a:pt x="11" y="72"/>
                    <a:pt x="15" y="72"/>
                    <a:pt x="16" y="72"/>
                  </a:cubicBezTo>
                  <a:cubicBezTo>
                    <a:pt x="16" y="72"/>
                    <a:pt x="19" y="71"/>
                    <a:pt x="19" y="71"/>
                  </a:cubicBezTo>
                  <a:cubicBezTo>
                    <a:pt x="20" y="72"/>
                    <a:pt x="15" y="72"/>
                    <a:pt x="15" y="72"/>
                  </a:cubicBezTo>
                  <a:cubicBezTo>
                    <a:pt x="14" y="72"/>
                    <a:pt x="14" y="73"/>
                    <a:pt x="13" y="73"/>
                  </a:cubicBezTo>
                  <a:cubicBezTo>
                    <a:pt x="12" y="73"/>
                    <a:pt x="11" y="73"/>
                    <a:pt x="10" y="73"/>
                  </a:cubicBezTo>
                  <a:cubicBezTo>
                    <a:pt x="8" y="72"/>
                    <a:pt x="7" y="73"/>
                    <a:pt x="9" y="74"/>
                  </a:cubicBezTo>
                  <a:cubicBezTo>
                    <a:pt x="10" y="74"/>
                    <a:pt x="12" y="74"/>
                    <a:pt x="12" y="76"/>
                  </a:cubicBezTo>
                  <a:cubicBezTo>
                    <a:pt x="12" y="76"/>
                    <a:pt x="11" y="78"/>
                    <a:pt x="11" y="77"/>
                  </a:cubicBezTo>
                  <a:cubicBezTo>
                    <a:pt x="10" y="77"/>
                    <a:pt x="12" y="75"/>
                    <a:pt x="10" y="74"/>
                  </a:cubicBezTo>
                  <a:cubicBezTo>
                    <a:pt x="7" y="74"/>
                    <a:pt x="9" y="75"/>
                    <a:pt x="8" y="76"/>
                  </a:cubicBezTo>
                  <a:cubicBezTo>
                    <a:pt x="8" y="76"/>
                    <a:pt x="8" y="73"/>
                    <a:pt x="7" y="73"/>
                  </a:cubicBezTo>
                  <a:cubicBezTo>
                    <a:pt x="7" y="72"/>
                    <a:pt x="5" y="78"/>
                    <a:pt x="6" y="77"/>
                  </a:cubicBezTo>
                  <a:cubicBezTo>
                    <a:pt x="5" y="77"/>
                    <a:pt x="5" y="75"/>
                    <a:pt x="5" y="75"/>
                  </a:cubicBezTo>
                  <a:cubicBezTo>
                    <a:pt x="4" y="75"/>
                    <a:pt x="4" y="77"/>
                    <a:pt x="4" y="77"/>
                  </a:cubicBezTo>
                  <a:cubicBezTo>
                    <a:pt x="3" y="78"/>
                    <a:pt x="1" y="77"/>
                    <a:pt x="1" y="78"/>
                  </a:cubicBezTo>
                  <a:cubicBezTo>
                    <a:pt x="1" y="79"/>
                    <a:pt x="0" y="80"/>
                    <a:pt x="1" y="80"/>
                  </a:cubicBezTo>
                  <a:cubicBezTo>
                    <a:pt x="2" y="80"/>
                    <a:pt x="3" y="80"/>
                    <a:pt x="4" y="81"/>
                  </a:cubicBezTo>
                  <a:cubicBezTo>
                    <a:pt x="4" y="81"/>
                    <a:pt x="0" y="82"/>
                    <a:pt x="1" y="83"/>
                  </a:cubicBezTo>
                  <a:cubicBezTo>
                    <a:pt x="1" y="84"/>
                    <a:pt x="3" y="84"/>
                    <a:pt x="3" y="84"/>
                  </a:cubicBezTo>
                  <a:cubicBezTo>
                    <a:pt x="3" y="84"/>
                    <a:pt x="6" y="83"/>
                    <a:pt x="6" y="84"/>
                  </a:cubicBezTo>
                  <a:cubicBezTo>
                    <a:pt x="5" y="85"/>
                    <a:pt x="2" y="84"/>
                    <a:pt x="1" y="86"/>
                  </a:cubicBezTo>
                  <a:cubicBezTo>
                    <a:pt x="0" y="87"/>
                    <a:pt x="6" y="87"/>
                    <a:pt x="4" y="89"/>
                  </a:cubicBezTo>
                  <a:cubicBezTo>
                    <a:pt x="4" y="89"/>
                    <a:pt x="3" y="87"/>
                    <a:pt x="2" y="88"/>
                  </a:cubicBezTo>
                  <a:cubicBezTo>
                    <a:pt x="1" y="89"/>
                    <a:pt x="1" y="90"/>
                    <a:pt x="2" y="91"/>
                  </a:cubicBezTo>
                  <a:cubicBezTo>
                    <a:pt x="3" y="91"/>
                    <a:pt x="5" y="92"/>
                    <a:pt x="6" y="92"/>
                  </a:cubicBezTo>
                  <a:cubicBezTo>
                    <a:pt x="7" y="91"/>
                    <a:pt x="8" y="89"/>
                    <a:pt x="9" y="90"/>
                  </a:cubicBezTo>
                  <a:cubicBezTo>
                    <a:pt x="8" y="90"/>
                    <a:pt x="7" y="91"/>
                    <a:pt x="7" y="91"/>
                  </a:cubicBezTo>
                  <a:cubicBezTo>
                    <a:pt x="7" y="92"/>
                    <a:pt x="6" y="92"/>
                    <a:pt x="5" y="92"/>
                  </a:cubicBezTo>
                  <a:cubicBezTo>
                    <a:pt x="5" y="92"/>
                    <a:pt x="7" y="93"/>
                    <a:pt x="7" y="94"/>
                  </a:cubicBezTo>
                  <a:cubicBezTo>
                    <a:pt x="7" y="94"/>
                    <a:pt x="4" y="92"/>
                    <a:pt x="5" y="94"/>
                  </a:cubicBezTo>
                  <a:cubicBezTo>
                    <a:pt x="5" y="95"/>
                    <a:pt x="8" y="96"/>
                    <a:pt x="8" y="96"/>
                  </a:cubicBezTo>
                  <a:cubicBezTo>
                    <a:pt x="8" y="97"/>
                    <a:pt x="5" y="95"/>
                    <a:pt x="4" y="96"/>
                  </a:cubicBezTo>
                  <a:cubicBezTo>
                    <a:pt x="2" y="96"/>
                    <a:pt x="4" y="93"/>
                    <a:pt x="3" y="93"/>
                  </a:cubicBezTo>
                  <a:cubicBezTo>
                    <a:pt x="3" y="93"/>
                    <a:pt x="1" y="95"/>
                    <a:pt x="2" y="96"/>
                  </a:cubicBezTo>
                  <a:cubicBezTo>
                    <a:pt x="3" y="96"/>
                    <a:pt x="2" y="98"/>
                    <a:pt x="2" y="98"/>
                  </a:cubicBezTo>
                  <a:cubicBezTo>
                    <a:pt x="3" y="99"/>
                    <a:pt x="4" y="97"/>
                    <a:pt x="5" y="96"/>
                  </a:cubicBezTo>
                  <a:cubicBezTo>
                    <a:pt x="5" y="96"/>
                    <a:pt x="5" y="97"/>
                    <a:pt x="5" y="97"/>
                  </a:cubicBezTo>
                  <a:cubicBezTo>
                    <a:pt x="6" y="97"/>
                    <a:pt x="6" y="96"/>
                    <a:pt x="7" y="96"/>
                  </a:cubicBezTo>
                  <a:cubicBezTo>
                    <a:pt x="7" y="96"/>
                    <a:pt x="7" y="98"/>
                    <a:pt x="6" y="98"/>
                  </a:cubicBezTo>
                  <a:cubicBezTo>
                    <a:pt x="4" y="99"/>
                    <a:pt x="8" y="101"/>
                    <a:pt x="8" y="100"/>
                  </a:cubicBezTo>
                  <a:cubicBezTo>
                    <a:pt x="8" y="102"/>
                    <a:pt x="1" y="100"/>
                    <a:pt x="5" y="103"/>
                  </a:cubicBezTo>
                  <a:cubicBezTo>
                    <a:pt x="7" y="104"/>
                    <a:pt x="8" y="105"/>
                    <a:pt x="10" y="105"/>
                  </a:cubicBezTo>
                  <a:cubicBezTo>
                    <a:pt x="10" y="105"/>
                    <a:pt x="13" y="107"/>
                    <a:pt x="14" y="107"/>
                  </a:cubicBezTo>
                  <a:cubicBezTo>
                    <a:pt x="17" y="107"/>
                    <a:pt x="21" y="104"/>
                    <a:pt x="23" y="102"/>
                  </a:cubicBezTo>
                  <a:cubicBezTo>
                    <a:pt x="24" y="100"/>
                    <a:pt x="25" y="100"/>
                    <a:pt x="27" y="99"/>
                  </a:cubicBezTo>
                  <a:cubicBezTo>
                    <a:pt x="28" y="98"/>
                    <a:pt x="28" y="95"/>
                    <a:pt x="29" y="95"/>
                  </a:cubicBezTo>
                  <a:cubicBezTo>
                    <a:pt x="29" y="95"/>
                    <a:pt x="29" y="98"/>
                    <a:pt x="30" y="98"/>
                  </a:cubicBezTo>
                  <a:cubicBezTo>
                    <a:pt x="32" y="99"/>
                    <a:pt x="31" y="99"/>
                    <a:pt x="31" y="100"/>
                  </a:cubicBezTo>
                  <a:cubicBezTo>
                    <a:pt x="32" y="100"/>
                    <a:pt x="33" y="100"/>
                    <a:pt x="34" y="101"/>
                  </a:cubicBezTo>
                  <a:cubicBezTo>
                    <a:pt x="34" y="102"/>
                    <a:pt x="33" y="100"/>
                    <a:pt x="34" y="10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2" name="Freeform 720">
              <a:extLst>
                <a:ext uri="{FF2B5EF4-FFF2-40B4-BE49-F238E27FC236}">
                  <a16:creationId xmlns:a16="http://schemas.microsoft.com/office/drawing/2014/main" id="{0800BFA7-2986-6D60-E1C2-865E7883B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99285" y="2505701"/>
              <a:ext cx="9477032" cy="3496348"/>
            </a:xfrm>
            <a:custGeom>
              <a:avLst/>
              <a:gdLst>
                <a:gd name="T0" fmla="*/ 785 w 810"/>
                <a:gd name="T1" fmla="*/ 109 h 282"/>
                <a:gd name="T2" fmla="*/ 725 w 810"/>
                <a:gd name="T3" fmla="*/ 77 h 282"/>
                <a:gd name="T4" fmla="*/ 665 w 810"/>
                <a:gd name="T5" fmla="*/ 80 h 282"/>
                <a:gd name="T6" fmla="*/ 607 w 810"/>
                <a:gd name="T7" fmla="*/ 65 h 282"/>
                <a:gd name="T8" fmla="*/ 578 w 810"/>
                <a:gd name="T9" fmla="*/ 56 h 282"/>
                <a:gd name="T10" fmla="*/ 555 w 810"/>
                <a:gd name="T11" fmla="*/ 61 h 282"/>
                <a:gd name="T12" fmla="*/ 521 w 810"/>
                <a:gd name="T13" fmla="*/ 59 h 282"/>
                <a:gd name="T14" fmla="*/ 495 w 810"/>
                <a:gd name="T15" fmla="*/ 44 h 282"/>
                <a:gd name="T16" fmla="*/ 469 w 810"/>
                <a:gd name="T17" fmla="*/ 49 h 282"/>
                <a:gd name="T18" fmla="*/ 423 w 810"/>
                <a:gd name="T19" fmla="*/ 43 h 282"/>
                <a:gd name="T20" fmla="*/ 383 w 810"/>
                <a:gd name="T21" fmla="*/ 50 h 282"/>
                <a:gd name="T22" fmla="*/ 423 w 810"/>
                <a:gd name="T23" fmla="*/ 17 h 282"/>
                <a:gd name="T24" fmla="*/ 378 w 810"/>
                <a:gd name="T25" fmla="*/ 7 h 282"/>
                <a:gd name="T26" fmla="*/ 355 w 810"/>
                <a:gd name="T27" fmla="*/ 17 h 282"/>
                <a:gd name="T28" fmla="*/ 320 w 810"/>
                <a:gd name="T29" fmla="*/ 22 h 282"/>
                <a:gd name="T30" fmla="*/ 297 w 810"/>
                <a:gd name="T31" fmla="*/ 32 h 282"/>
                <a:gd name="T32" fmla="*/ 269 w 810"/>
                <a:gd name="T33" fmla="*/ 49 h 282"/>
                <a:gd name="T34" fmla="*/ 247 w 810"/>
                <a:gd name="T35" fmla="*/ 58 h 282"/>
                <a:gd name="T36" fmla="*/ 242 w 810"/>
                <a:gd name="T37" fmla="*/ 50 h 282"/>
                <a:gd name="T38" fmla="*/ 259 w 810"/>
                <a:gd name="T39" fmla="*/ 97 h 282"/>
                <a:gd name="T40" fmla="*/ 227 w 810"/>
                <a:gd name="T41" fmla="*/ 107 h 282"/>
                <a:gd name="T42" fmla="*/ 231 w 810"/>
                <a:gd name="T43" fmla="*/ 88 h 282"/>
                <a:gd name="T44" fmla="*/ 206 w 810"/>
                <a:gd name="T45" fmla="*/ 60 h 282"/>
                <a:gd name="T46" fmla="*/ 191 w 810"/>
                <a:gd name="T47" fmla="*/ 83 h 282"/>
                <a:gd name="T48" fmla="*/ 131 w 810"/>
                <a:gd name="T49" fmla="*/ 90 h 282"/>
                <a:gd name="T50" fmla="*/ 92 w 810"/>
                <a:gd name="T51" fmla="*/ 100 h 282"/>
                <a:gd name="T52" fmla="*/ 84 w 810"/>
                <a:gd name="T53" fmla="*/ 107 h 282"/>
                <a:gd name="T54" fmla="*/ 53 w 810"/>
                <a:gd name="T55" fmla="*/ 120 h 282"/>
                <a:gd name="T56" fmla="*/ 31 w 810"/>
                <a:gd name="T57" fmla="*/ 102 h 282"/>
                <a:gd name="T58" fmla="*/ 29 w 810"/>
                <a:gd name="T59" fmla="*/ 84 h 282"/>
                <a:gd name="T60" fmla="*/ 5 w 810"/>
                <a:gd name="T61" fmla="*/ 88 h 282"/>
                <a:gd name="T62" fmla="*/ 7 w 810"/>
                <a:gd name="T63" fmla="*/ 152 h 282"/>
                <a:gd name="T64" fmla="*/ 16 w 810"/>
                <a:gd name="T65" fmla="*/ 187 h 282"/>
                <a:gd name="T66" fmla="*/ 40 w 810"/>
                <a:gd name="T67" fmla="*/ 223 h 282"/>
                <a:gd name="T68" fmla="*/ 53 w 810"/>
                <a:gd name="T69" fmla="*/ 244 h 282"/>
                <a:gd name="T70" fmla="*/ 82 w 810"/>
                <a:gd name="T71" fmla="*/ 272 h 282"/>
                <a:gd name="T72" fmla="*/ 109 w 810"/>
                <a:gd name="T73" fmla="*/ 250 h 282"/>
                <a:gd name="T74" fmla="*/ 108 w 810"/>
                <a:gd name="T75" fmla="*/ 222 h 282"/>
                <a:gd name="T76" fmla="*/ 160 w 810"/>
                <a:gd name="T77" fmla="*/ 223 h 282"/>
                <a:gd name="T78" fmla="*/ 196 w 810"/>
                <a:gd name="T79" fmla="*/ 196 h 282"/>
                <a:gd name="T80" fmla="*/ 252 w 810"/>
                <a:gd name="T81" fmla="*/ 204 h 282"/>
                <a:gd name="T82" fmla="*/ 331 w 810"/>
                <a:gd name="T83" fmla="*/ 226 h 282"/>
                <a:gd name="T84" fmla="*/ 415 w 810"/>
                <a:gd name="T85" fmla="*/ 231 h 282"/>
                <a:gd name="T86" fmla="*/ 483 w 810"/>
                <a:gd name="T87" fmla="*/ 207 h 282"/>
                <a:gd name="T88" fmla="*/ 521 w 810"/>
                <a:gd name="T89" fmla="*/ 258 h 282"/>
                <a:gd name="T90" fmla="*/ 558 w 810"/>
                <a:gd name="T91" fmla="*/ 226 h 282"/>
                <a:gd name="T92" fmla="*/ 543 w 810"/>
                <a:gd name="T93" fmla="*/ 199 h 282"/>
                <a:gd name="T94" fmla="*/ 591 w 810"/>
                <a:gd name="T95" fmla="*/ 162 h 282"/>
                <a:gd name="T96" fmla="*/ 627 w 810"/>
                <a:gd name="T97" fmla="*/ 165 h 282"/>
                <a:gd name="T98" fmla="*/ 657 w 810"/>
                <a:gd name="T99" fmla="*/ 153 h 282"/>
                <a:gd name="T100" fmla="*/ 669 w 810"/>
                <a:gd name="T101" fmla="*/ 154 h 282"/>
                <a:gd name="T102" fmla="*/ 649 w 810"/>
                <a:gd name="T103" fmla="*/ 210 h 282"/>
                <a:gd name="T104" fmla="*/ 667 w 810"/>
                <a:gd name="T105" fmla="*/ 171 h 282"/>
                <a:gd name="T106" fmla="*/ 710 w 810"/>
                <a:gd name="T107" fmla="*/ 156 h 282"/>
                <a:gd name="T108" fmla="*/ 738 w 810"/>
                <a:gd name="T109" fmla="*/ 121 h 282"/>
                <a:gd name="T110" fmla="*/ 765 w 810"/>
                <a:gd name="T111" fmla="*/ 116 h 282"/>
                <a:gd name="T112" fmla="*/ 802 w 810"/>
                <a:gd name="T113" fmla="*/ 115 h 282"/>
                <a:gd name="T114" fmla="*/ 388 w 810"/>
                <a:gd name="T115" fmla="*/ 21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10" h="282">
                  <a:moveTo>
                    <a:pt x="808" y="111"/>
                  </a:moveTo>
                  <a:cubicBezTo>
                    <a:pt x="806" y="109"/>
                    <a:pt x="803" y="108"/>
                    <a:pt x="801" y="106"/>
                  </a:cubicBezTo>
                  <a:cubicBezTo>
                    <a:pt x="800" y="105"/>
                    <a:pt x="799" y="104"/>
                    <a:pt x="797" y="103"/>
                  </a:cubicBezTo>
                  <a:cubicBezTo>
                    <a:pt x="796" y="103"/>
                    <a:pt x="794" y="103"/>
                    <a:pt x="793" y="102"/>
                  </a:cubicBezTo>
                  <a:cubicBezTo>
                    <a:pt x="793" y="103"/>
                    <a:pt x="794" y="103"/>
                    <a:pt x="794" y="103"/>
                  </a:cubicBezTo>
                  <a:cubicBezTo>
                    <a:pt x="795" y="103"/>
                    <a:pt x="792" y="104"/>
                    <a:pt x="791" y="103"/>
                  </a:cubicBezTo>
                  <a:cubicBezTo>
                    <a:pt x="791" y="103"/>
                    <a:pt x="792" y="103"/>
                    <a:pt x="792" y="102"/>
                  </a:cubicBezTo>
                  <a:cubicBezTo>
                    <a:pt x="791" y="101"/>
                    <a:pt x="786" y="103"/>
                    <a:pt x="785" y="102"/>
                  </a:cubicBezTo>
                  <a:cubicBezTo>
                    <a:pt x="787" y="103"/>
                    <a:pt x="787" y="103"/>
                    <a:pt x="787" y="106"/>
                  </a:cubicBezTo>
                  <a:cubicBezTo>
                    <a:pt x="786" y="107"/>
                    <a:pt x="788" y="109"/>
                    <a:pt x="788" y="109"/>
                  </a:cubicBezTo>
                  <a:cubicBezTo>
                    <a:pt x="787" y="109"/>
                    <a:pt x="787" y="108"/>
                    <a:pt x="787" y="108"/>
                  </a:cubicBezTo>
                  <a:cubicBezTo>
                    <a:pt x="786" y="107"/>
                    <a:pt x="786" y="109"/>
                    <a:pt x="785" y="109"/>
                  </a:cubicBezTo>
                  <a:cubicBezTo>
                    <a:pt x="785" y="109"/>
                    <a:pt x="783" y="105"/>
                    <a:pt x="783" y="105"/>
                  </a:cubicBezTo>
                  <a:cubicBezTo>
                    <a:pt x="783" y="104"/>
                    <a:pt x="783" y="104"/>
                    <a:pt x="783" y="104"/>
                  </a:cubicBezTo>
                  <a:cubicBezTo>
                    <a:pt x="783" y="103"/>
                    <a:pt x="782" y="102"/>
                    <a:pt x="783" y="101"/>
                  </a:cubicBezTo>
                  <a:cubicBezTo>
                    <a:pt x="784" y="99"/>
                    <a:pt x="782" y="100"/>
                    <a:pt x="781" y="99"/>
                  </a:cubicBezTo>
                  <a:cubicBezTo>
                    <a:pt x="781" y="98"/>
                    <a:pt x="779" y="97"/>
                    <a:pt x="778" y="97"/>
                  </a:cubicBezTo>
                  <a:cubicBezTo>
                    <a:pt x="771" y="93"/>
                    <a:pt x="765" y="89"/>
                    <a:pt x="758" y="87"/>
                  </a:cubicBezTo>
                  <a:cubicBezTo>
                    <a:pt x="756" y="86"/>
                    <a:pt x="755" y="85"/>
                    <a:pt x="754" y="84"/>
                  </a:cubicBezTo>
                  <a:cubicBezTo>
                    <a:pt x="753" y="83"/>
                    <a:pt x="751" y="82"/>
                    <a:pt x="749" y="82"/>
                  </a:cubicBezTo>
                  <a:cubicBezTo>
                    <a:pt x="746" y="81"/>
                    <a:pt x="743" y="80"/>
                    <a:pt x="739" y="78"/>
                  </a:cubicBezTo>
                  <a:cubicBezTo>
                    <a:pt x="736" y="78"/>
                    <a:pt x="732" y="78"/>
                    <a:pt x="730" y="78"/>
                  </a:cubicBezTo>
                  <a:cubicBezTo>
                    <a:pt x="728" y="78"/>
                    <a:pt x="727" y="78"/>
                    <a:pt x="726" y="78"/>
                  </a:cubicBezTo>
                  <a:cubicBezTo>
                    <a:pt x="726" y="78"/>
                    <a:pt x="725" y="77"/>
                    <a:pt x="725" y="77"/>
                  </a:cubicBezTo>
                  <a:cubicBezTo>
                    <a:pt x="724" y="78"/>
                    <a:pt x="724" y="79"/>
                    <a:pt x="723" y="78"/>
                  </a:cubicBezTo>
                  <a:cubicBezTo>
                    <a:pt x="720" y="78"/>
                    <a:pt x="717" y="77"/>
                    <a:pt x="714" y="76"/>
                  </a:cubicBezTo>
                  <a:cubicBezTo>
                    <a:pt x="713" y="76"/>
                    <a:pt x="710" y="75"/>
                    <a:pt x="710" y="77"/>
                  </a:cubicBezTo>
                  <a:cubicBezTo>
                    <a:pt x="709" y="79"/>
                    <a:pt x="708" y="79"/>
                    <a:pt x="710" y="80"/>
                  </a:cubicBezTo>
                  <a:cubicBezTo>
                    <a:pt x="712" y="82"/>
                    <a:pt x="714" y="86"/>
                    <a:pt x="709" y="87"/>
                  </a:cubicBezTo>
                  <a:cubicBezTo>
                    <a:pt x="708" y="88"/>
                    <a:pt x="705" y="88"/>
                    <a:pt x="704" y="86"/>
                  </a:cubicBezTo>
                  <a:cubicBezTo>
                    <a:pt x="703" y="85"/>
                    <a:pt x="703" y="84"/>
                    <a:pt x="700" y="84"/>
                  </a:cubicBezTo>
                  <a:cubicBezTo>
                    <a:pt x="697" y="83"/>
                    <a:pt x="699" y="82"/>
                    <a:pt x="698" y="81"/>
                  </a:cubicBezTo>
                  <a:cubicBezTo>
                    <a:pt x="698" y="80"/>
                    <a:pt x="695" y="79"/>
                    <a:pt x="694" y="80"/>
                  </a:cubicBezTo>
                  <a:cubicBezTo>
                    <a:pt x="691" y="83"/>
                    <a:pt x="686" y="80"/>
                    <a:pt x="682" y="80"/>
                  </a:cubicBezTo>
                  <a:cubicBezTo>
                    <a:pt x="678" y="80"/>
                    <a:pt x="674" y="79"/>
                    <a:pt x="670" y="79"/>
                  </a:cubicBezTo>
                  <a:cubicBezTo>
                    <a:pt x="668" y="79"/>
                    <a:pt x="667" y="79"/>
                    <a:pt x="665" y="80"/>
                  </a:cubicBezTo>
                  <a:cubicBezTo>
                    <a:pt x="663" y="81"/>
                    <a:pt x="664" y="84"/>
                    <a:pt x="664" y="86"/>
                  </a:cubicBezTo>
                  <a:cubicBezTo>
                    <a:pt x="664" y="86"/>
                    <a:pt x="664" y="86"/>
                    <a:pt x="664" y="86"/>
                  </a:cubicBezTo>
                  <a:cubicBezTo>
                    <a:pt x="663" y="86"/>
                    <a:pt x="662" y="81"/>
                    <a:pt x="661" y="80"/>
                  </a:cubicBezTo>
                  <a:cubicBezTo>
                    <a:pt x="660" y="80"/>
                    <a:pt x="656" y="80"/>
                    <a:pt x="655" y="78"/>
                  </a:cubicBezTo>
                  <a:cubicBezTo>
                    <a:pt x="655" y="75"/>
                    <a:pt x="659" y="74"/>
                    <a:pt x="655" y="71"/>
                  </a:cubicBezTo>
                  <a:cubicBezTo>
                    <a:pt x="653" y="70"/>
                    <a:pt x="651" y="69"/>
                    <a:pt x="648" y="68"/>
                  </a:cubicBezTo>
                  <a:cubicBezTo>
                    <a:pt x="642" y="66"/>
                    <a:pt x="635" y="68"/>
                    <a:pt x="629" y="69"/>
                  </a:cubicBezTo>
                  <a:cubicBezTo>
                    <a:pt x="626" y="69"/>
                    <a:pt x="623" y="69"/>
                    <a:pt x="619" y="69"/>
                  </a:cubicBezTo>
                  <a:cubicBezTo>
                    <a:pt x="618" y="69"/>
                    <a:pt x="618" y="69"/>
                    <a:pt x="617" y="69"/>
                  </a:cubicBezTo>
                  <a:cubicBezTo>
                    <a:pt x="615" y="68"/>
                    <a:pt x="617" y="68"/>
                    <a:pt x="618" y="67"/>
                  </a:cubicBezTo>
                  <a:cubicBezTo>
                    <a:pt x="618" y="66"/>
                    <a:pt x="613" y="65"/>
                    <a:pt x="613" y="65"/>
                  </a:cubicBezTo>
                  <a:cubicBezTo>
                    <a:pt x="612" y="64"/>
                    <a:pt x="608" y="65"/>
                    <a:pt x="607" y="65"/>
                  </a:cubicBezTo>
                  <a:cubicBezTo>
                    <a:pt x="607" y="65"/>
                    <a:pt x="611" y="64"/>
                    <a:pt x="610" y="63"/>
                  </a:cubicBezTo>
                  <a:cubicBezTo>
                    <a:pt x="609" y="63"/>
                    <a:pt x="608" y="64"/>
                    <a:pt x="607" y="64"/>
                  </a:cubicBezTo>
                  <a:cubicBezTo>
                    <a:pt x="606" y="63"/>
                    <a:pt x="604" y="62"/>
                    <a:pt x="604" y="62"/>
                  </a:cubicBezTo>
                  <a:cubicBezTo>
                    <a:pt x="603" y="62"/>
                    <a:pt x="600" y="60"/>
                    <a:pt x="602" y="60"/>
                  </a:cubicBezTo>
                  <a:cubicBezTo>
                    <a:pt x="603" y="60"/>
                    <a:pt x="605" y="60"/>
                    <a:pt x="606" y="60"/>
                  </a:cubicBezTo>
                  <a:cubicBezTo>
                    <a:pt x="609" y="60"/>
                    <a:pt x="605" y="57"/>
                    <a:pt x="604" y="57"/>
                  </a:cubicBezTo>
                  <a:cubicBezTo>
                    <a:pt x="602" y="55"/>
                    <a:pt x="597" y="56"/>
                    <a:pt x="594" y="55"/>
                  </a:cubicBezTo>
                  <a:cubicBezTo>
                    <a:pt x="592" y="55"/>
                    <a:pt x="591" y="57"/>
                    <a:pt x="589" y="59"/>
                  </a:cubicBezTo>
                  <a:cubicBezTo>
                    <a:pt x="589" y="59"/>
                    <a:pt x="582" y="63"/>
                    <a:pt x="582" y="60"/>
                  </a:cubicBezTo>
                  <a:cubicBezTo>
                    <a:pt x="583" y="58"/>
                    <a:pt x="584" y="60"/>
                    <a:pt x="586" y="59"/>
                  </a:cubicBezTo>
                  <a:cubicBezTo>
                    <a:pt x="586" y="59"/>
                    <a:pt x="585" y="56"/>
                    <a:pt x="584" y="56"/>
                  </a:cubicBezTo>
                  <a:cubicBezTo>
                    <a:pt x="584" y="56"/>
                    <a:pt x="578" y="56"/>
                    <a:pt x="578" y="56"/>
                  </a:cubicBezTo>
                  <a:cubicBezTo>
                    <a:pt x="579" y="55"/>
                    <a:pt x="581" y="54"/>
                    <a:pt x="583" y="54"/>
                  </a:cubicBezTo>
                  <a:cubicBezTo>
                    <a:pt x="584" y="55"/>
                    <a:pt x="591" y="55"/>
                    <a:pt x="591" y="55"/>
                  </a:cubicBezTo>
                  <a:cubicBezTo>
                    <a:pt x="591" y="54"/>
                    <a:pt x="585" y="54"/>
                    <a:pt x="584" y="53"/>
                  </a:cubicBezTo>
                  <a:cubicBezTo>
                    <a:pt x="582" y="53"/>
                    <a:pt x="580" y="53"/>
                    <a:pt x="578" y="53"/>
                  </a:cubicBezTo>
                  <a:cubicBezTo>
                    <a:pt x="574" y="52"/>
                    <a:pt x="570" y="52"/>
                    <a:pt x="566" y="51"/>
                  </a:cubicBezTo>
                  <a:cubicBezTo>
                    <a:pt x="565" y="51"/>
                    <a:pt x="561" y="50"/>
                    <a:pt x="561" y="50"/>
                  </a:cubicBezTo>
                  <a:cubicBezTo>
                    <a:pt x="561" y="51"/>
                    <a:pt x="562" y="52"/>
                    <a:pt x="561" y="52"/>
                  </a:cubicBezTo>
                  <a:cubicBezTo>
                    <a:pt x="560" y="53"/>
                    <a:pt x="559" y="53"/>
                    <a:pt x="558" y="53"/>
                  </a:cubicBezTo>
                  <a:cubicBezTo>
                    <a:pt x="557" y="53"/>
                    <a:pt x="552" y="54"/>
                    <a:pt x="553" y="56"/>
                  </a:cubicBezTo>
                  <a:cubicBezTo>
                    <a:pt x="554" y="58"/>
                    <a:pt x="556" y="55"/>
                    <a:pt x="557" y="56"/>
                  </a:cubicBezTo>
                  <a:cubicBezTo>
                    <a:pt x="557" y="56"/>
                    <a:pt x="554" y="57"/>
                    <a:pt x="555" y="59"/>
                  </a:cubicBezTo>
                  <a:cubicBezTo>
                    <a:pt x="556" y="59"/>
                    <a:pt x="555" y="60"/>
                    <a:pt x="555" y="61"/>
                  </a:cubicBezTo>
                  <a:cubicBezTo>
                    <a:pt x="556" y="61"/>
                    <a:pt x="557" y="62"/>
                    <a:pt x="557" y="63"/>
                  </a:cubicBezTo>
                  <a:cubicBezTo>
                    <a:pt x="557" y="63"/>
                    <a:pt x="553" y="63"/>
                    <a:pt x="552" y="63"/>
                  </a:cubicBezTo>
                  <a:cubicBezTo>
                    <a:pt x="550" y="63"/>
                    <a:pt x="552" y="62"/>
                    <a:pt x="552" y="62"/>
                  </a:cubicBezTo>
                  <a:cubicBezTo>
                    <a:pt x="551" y="61"/>
                    <a:pt x="548" y="62"/>
                    <a:pt x="548" y="62"/>
                  </a:cubicBezTo>
                  <a:cubicBezTo>
                    <a:pt x="546" y="63"/>
                    <a:pt x="544" y="62"/>
                    <a:pt x="543" y="62"/>
                  </a:cubicBezTo>
                  <a:cubicBezTo>
                    <a:pt x="542" y="62"/>
                    <a:pt x="546" y="63"/>
                    <a:pt x="546" y="63"/>
                  </a:cubicBezTo>
                  <a:cubicBezTo>
                    <a:pt x="549" y="64"/>
                    <a:pt x="546" y="66"/>
                    <a:pt x="545" y="65"/>
                  </a:cubicBezTo>
                  <a:cubicBezTo>
                    <a:pt x="544" y="65"/>
                    <a:pt x="544" y="64"/>
                    <a:pt x="544" y="63"/>
                  </a:cubicBezTo>
                  <a:cubicBezTo>
                    <a:pt x="543" y="63"/>
                    <a:pt x="542" y="63"/>
                    <a:pt x="541" y="63"/>
                  </a:cubicBezTo>
                  <a:cubicBezTo>
                    <a:pt x="539" y="62"/>
                    <a:pt x="537" y="61"/>
                    <a:pt x="534" y="62"/>
                  </a:cubicBezTo>
                  <a:cubicBezTo>
                    <a:pt x="531" y="62"/>
                    <a:pt x="529" y="65"/>
                    <a:pt x="526" y="63"/>
                  </a:cubicBezTo>
                  <a:cubicBezTo>
                    <a:pt x="524" y="62"/>
                    <a:pt x="522" y="61"/>
                    <a:pt x="521" y="59"/>
                  </a:cubicBezTo>
                  <a:cubicBezTo>
                    <a:pt x="520" y="58"/>
                    <a:pt x="518" y="62"/>
                    <a:pt x="517" y="62"/>
                  </a:cubicBezTo>
                  <a:cubicBezTo>
                    <a:pt x="516" y="64"/>
                    <a:pt x="515" y="70"/>
                    <a:pt x="512" y="69"/>
                  </a:cubicBezTo>
                  <a:cubicBezTo>
                    <a:pt x="510" y="68"/>
                    <a:pt x="508" y="68"/>
                    <a:pt x="506" y="66"/>
                  </a:cubicBezTo>
                  <a:cubicBezTo>
                    <a:pt x="505" y="65"/>
                    <a:pt x="503" y="63"/>
                    <a:pt x="502" y="62"/>
                  </a:cubicBezTo>
                  <a:cubicBezTo>
                    <a:pt x="501" y="60"/>
                    <a:pt x="499" y="59"/>
                    <a:pt x="498" y="58"/>
                  </a:cubicBezTo>
                  <a:cubicBezTo>
                    <a:pt x="496" y="56"/>
                    <a:pt x="500" y="57"/>
                    <a:pt x="501" y="57"/>
                  </a:cubicBezTo>
                  <a:cubicBezTo>
                    <a:pt x="502" y="57"/>
                    <a:pt x="504" y="56"/>
                    <a:pt x="504" y="55"/>
                  </a:cubicBezTo>
                  <a:cubicBezTo>
                    <a:pt x="504" y="55"/>
                    <a:pt x="499" y="52"/>
                    <a:pt x="499" y="52"/>
                  </a:cubicBezTo>
                  <a:cubicBezTo>
                    <a:pt x="499" y="52"/>
                    <a:pt x="502" y="52"/>
                    <a:pt x="502" y="51"/>
                  </a:cubicBezTo>
                  <a:cubicBezTo>
                    <a:pt x="501" y="50"/>
                    <a:pt x="499" y="50"/>
                    <a:pt x="499" y="50"/>
                  </a:cubicBezTo>
                  <a:cubicBezTo>
                    <a:pt x="499" y="48"/>
                    <a:pt x="504" y="47"/>
                    <a:pt x="499" y="46"/>
                  </a:cubicBezTo>
                  <a:cubicBezTo>
                    <a:pt x="498" y="46"/>
                    <a:pt x="497" y="44"/>
                    <a:pt x="495" y="44"/>
                  </a:cubicBezTo>
                  <a:cubicBezTo>
                    <a:pt x="494" y="44"/>
                    <a:pt x="492" y="43"/>
                    <a:pt x="491" y="44"/>
                  </a:cubicBezTo>
                  <a:cubicBezTo>
                    <a:pt x="490" y="44"/>
                    <a:pt x="490" y="45"/>
                    <a:pt x="489" y="45"/>
                  </a:cubicBezTo>
                  <a:cubicBezTo>
                    <a:pt x="488" y="44"/>
                    <a:pt x="488" y="44"/>
                    <a:pt x="487" y="44"/>
                  </a:cubicBezTo>
                  <a:cubicBezTo>
                    <a:pt x="486" y="44"/>
                    <a:pt x="484" y="44"/>
                    <a:pt x="483" y="43"/>
                  </a:cubicBezTo>
                  <a:cubicBezTo>
                    <a:pt x="482" y="43"/>
                    <a:pt x="481" y="43"/>
                    <a:pt x="480" y="41"/>
                  </a:cubicBezTo>
                  <a:cubicBezTo>
                    <a:pt x="479" y="41"/>
                    <a:pt x="480" y="40"/>
                    <a:pt x="478" y="41"/>
                  </a:cubicBezTo>
                  <a:cubicBezTo>
                    <a:pt x="478" y="41"/>
                    <a:pt x="477" y="42"/>
                    <a:pt x="476" y="42"/>
                  </a:cubicBezTo>
                  <a:cubicBezTo>
                    <a:pt x="475" y="42"/>
                    <a:pt x="475" y="41"/>
                    <a:pt x="474" y="42"/>
                  </a:cubicBezTo>
                  <a:cubicBezTo>
                    <a:pt x="474" y="43"/>
                    <a:pt x="473" y="44"/>
                    <a:pt x="473" y="45"/>
                  </a:cubicBezTo>
                  <a:cubicBezTo>
                    <a:pt x="473" y="46"/>
                    <a:pt x="475" y="46"/>
                    <a:pt x="474" y="47"/>
                  </a:cubicBezTo>
                  <a:cubicBezTo>
                    <a:pt x="473" y="48"/>
                    <a:pt x="474" y="48"/>
                    <a:pt x="473" y="48"/>
                  </a:cubicBezTo>
                  <a:cubicBezTo>
                    <a:pt x="472" y="48"/>
                    <a:pt x="470" y="48"/>
                    <a:pt x="469" y="49"/>
                  </a:cubicBezTo>
                  <a:cubicBezTo>
                    <a:pt x="470" y="48"/>
                    <a:pt x="473" y="50"/>
                    <a:pt x="473" y="50"/>
                  </a:cubicBezTo>
                  <a:cubicBezTo>
                    <a:pt x="472" y="51"/>
                    <a:pt x="469" y="49"/>
                    <a:pt x="467" y="49"/>
                  </a:cubicBezTo>
                  <a:cubicBezTo>
                    <a:pt x="465" y="49"/>
                    <a:pt x="462" y="49"/>
                    <a:pt x="459" y="49"/>
                  </a:cubicBezTo>
                  <a:cubicBezTo>
                    <a:pt x="458" y="49"/>
                    <a:pt x="458" y="48"/>
                    <a:pt x="457" y="48"/>
                  </a:cubicBezTo>
                  <a:cubicBezTo>
                    <a:pt x="456" y="47"/>
                    <a:pt x="453" y="48"/>
                    <a:pt x="452" y="48"/>
                  </a:cubicBezTo>
                  <a:cubicBezTo>
                    <a:pt x="451" y="47"/>
                    <a:pt x="449" y="47"/>
                    <a:pt x="448" y="46"/>
                  </a:cubicBezTo>
                  <a:cubicBezTo>
                    <a:pt x="448" y="45"/>
                    <a:pt x="450" y="45"/>
                    <a:pt x="450" y="44"/>
                  </a:cubicBezTo>
                  <a:cubicBezTo>
                    <a:pt x="451" y="43"/>
                    <a:pt x="442" y="43"/>
                    <a:pt x="441" y="43"/>
                  </a:cubicBezTo>
                  <a:cubicBezTo>
                    <a:pt x="436" y="42"/>
                    <a:pt x="432" y="43"/>
                    <a:pt x="427" y="43"/>
                  </a:cubicBezTo>
                  <a:cubicBezTo>
                    <a:pt x="424" y="43"/>
                    <a:pt x="425" y="43"/>
                    <a:pt x="426" y="45"/>
                  </a:cubicBezTo>
                  <a:cubicBezTo>
                    <a:pt x="426" y="46"/>
                    <a:pt x="424" y="45"/>
                    <a:pt x="424" y="45"/>
                  </a:cubicBezTo>
                  <a:cubicBezTo>
                    <a:pt x="422" y="45"/>
                    <a:pt x="423" y="44"/>
                    <a:pt x="423" y="43"/>
                  </a:cubicBezTo>
                  <a:cubicBezTo>
                    <a:pt x="423" y="41"/>
                    <a:pt x="422" y="38"/>
                    <a:pt x="420" y="40"/>
                  </a:cubicBezTo>
                  <a:cubicBezTo>
                    <a:pt x="420" y="42"/>
                    <a:pt x="416" y="42"/>
                    <a:pt x="414" y="41"/>
                  </a:cubicBezTo>
                  <a:cubicBezTo>
                    <a:pt x="413" y="40"/>
                    <a:pt x="415" y="38"/>
                    <a:pt x="411" y="39"/>
                  </a:cubicBezTo>
                  <a:cubicBezTo>
                    <a:pt x="410" y="39"/>
                    <a:pt x="409" y="39"/>
                    <a:pt x="408" y="39"/>
                  </a:cubicBezTo>
                  <a:cubicBezTo>
                    <a:pt x="407" y="38"/>
                    <a:pt x="406" y="39"/>
                    <a:pt x="404" y="40"/>
                  </a:cubicBezTo>
                  <a:cubicBezTo>
                    <a:pt x="402" y="42"/>
                    <a:pt x="407" y="41"/>
                    <a:pt x="407" y="42"/>
                  </a:cubicBezTo>
                  <a:cubicBezTo>
                    <a:pt x="407" y="44"/>
                    <a:pt x="403" y="43"/>
                    <a:pt x="402" y="44"/>
                  </a:cubicBezTo>
                  <a:cubicBezTo>
                    <a:pt x="401" y="45"/>
                    <a:pt x="399" y="45"/>
                    <a:pt x="397" y="46"/>
                  </a:cubicBezTo>
                  <a:cubicBezTo>
                    <a:pt x="395" y="47"/>
                    <a:pt x="393" y="47"/>
                    <a:pt x="390" y="47"/>
                  </a:cubicBezTo>
                  <a:cubicBezTo>
                    <a:pt x="388" y="47"/>
                    <a:pt x="388" y="47"/>
                    <a:pt x="387" y="49"/>
                  </a:cubicBezTo>
                  <a:cubicBezTo>
                    <a:pt x="386" y="50"/>
                    <a:pt x="382" y="51"/>
                    <a:pt x="381" y="51"/>
                  </a:cubicBezTo>
                  <a:cubicBezTo>
                    <a:pt x="381" y="50"/>
                    <a:pt x="383" y="50"/>
                    <a:pt x="383" y="50"/>
                  </a:cubicBezTo>
                  <a:cubicBezTo>
                    <a:pt x="385" y="49"/>
                    <a:pt x="385" y="47"/>
                    <a:pt x="386" y="46"/>
                  </a:cubicBezTo>
                  <a:cubicBezTo>
                    <a:pt x="387" y="44"/>
                    <a:pt x="388" y="46"/>
                    <a:pt x="389" y="45"/>
                  </a:cubicBezTo>
                  <a:cubicBezTo>
                    <a:pt x="390" y="45"/>
                    <a:pt x="390" y="44"/>
                    <a:pt x="391" y="44"/>
                  </a:cubicBezTo>
                  <a:cubicBezTo>
                    <a:pt x="394" y="42"/>
                    <a:pt x="398" y="41"/>
                    <a:pt x="401" y="39"/>
                  </a:cubicBezTo>
                  <a:cubicBezTo>
                    <a:pt x="403" y="38"/>
                    <a:pt x="405" y="37"/>
                    <a:pt x="407" y="36"/>
                  </a:cubicBezTo>
                  <a:cubicBezTo>
                    <a:pt x="411" y="33"/>
                    <a:pt x="416" y="31"/>
                    <a:pt x="420" y="29"/>
                  </a:cubicBezTo>
                  <a:cubicBezTo>
                    <a:pt x="423" y="28"/>
                    <a:pt x="426" y="26"/>
                    <a:pt x="423" y="23"/>
                  </a:cubicBezTo>
                  <a:cubicBezTo>
                    <a:pt x="422" y="22"/>
                    <a:pt x="422" y="24"/>
                    <a:pt x="421" y="23"/>
                  </a:cubicBezTo>
                  <a:cubicBezTo>
                    <a:pt x="420" y="22"/>
                    <a:pt x="419" y="22"/>
                    <a:pt x="418" y="21"/>
                  </a:cubicBezTo>
                  <a:cubicBezTo>
                    <a:pt x="418" y="20"/>
                    <a:pt x="423" y="22"/>
                    <a:pt x="423" y="22"/>
                  </a:cubicBezTo>
                  <a:cubicBezTo>
                    <a:pt x="424" y="22"/>
                    <a:pt x="427" y="22"/>
                    <a:pt x="425" y="20"/>
                  </a:cubicBezTo>
                  <a:cubicBezTo>
                    <a:pt x="424" y="19"/>
                    <a:pt x="424" y="18"/>
                    <a:pt x="423" y="17"/>
                  </a:cubicBezTo>
                  <a:cubicBezTo>
                    <a:pt x="422" y="15"/>
                    <a:pt x="421" y="19"/>
                    <a:pt x="420" y="19"/>
                  </a:cubicBezTo>
                  <a:cubicBezTo>
                    <a:pt x="420" y="18"/>
                    <a:pt x="420" y="17"/>
                    <a:pt x="420" y="17"/>
                  </a:cubicBezTo>
                  <a:cubicBezTo>
                    <a:pt x="420" y="16"/>
                    <a:pt x="420" y="16"/>
                    <a:pt x="419" y="15"/>
                  </a:cubicBezTo>
                  <a:cubicBezTo>
                    <a:pt x="419" y="14"/>
                    <a:pt x="417" y="13"/>
                    <a:pt x="416" y="13"/>
                  </a:cubicBezTo>
                  <a:cubicBezTo>
                    <a:pt x="414" y="12"/>
                    <a:pt x="413" y="12"/>
                    <a:pt x="411" y="11"/>
                  </a:cubicBezTo>
                  <a:cubicBezTo>
                    <a:pt x="409" y="11"/>
                    <a:pt x="409" y="11"/>
                    <a:pt x="406" y="12"/>
                  </a:cubicBezTo>
                  <a:cubicBezTo>
                    <a:pt x="404" y="12"/>
                    <a:pt x="397" y="9"/>
                    <a:pt x="396" y="12"/>
                  </a:cubicBezTo>
                  <a:cubicBezTo>
                    <a:pt x="395" y="13"/>
                    <a:pt x="389" y="14"/>
                    <a:pt x="388" y="13"/>
                  </a:cubicBezTo>
                  <a:cubicBezTo>
                    <a:pt x="388" y="13"/>
                    <a:pt x="394" y="9"/>
                    <a:pt x="392" y="8"/>
                  </a:cubicBezTo>
                  <a:cubicBezTo>
                    <a:pt x="392" y="8"/>
                    <a:pt x="385" y="9"/>
                    <a:pt x="384" y="8"/>
                  </a:cubicBezTo>
                  <a:cubicBezTo>
                    <a:pt x="384" y="7"/>
                    <a:pt x="386" y="7"/>
                    <a:pt x="386" y="7"/>
                  </a:cubicBezTo>
                  <a:cubicBezTo>
                    <a:pt x="386" y="6"/>
                    <a:pt x="378" y="7"/>
                    <a:pt x="378" y="7"/>
                  </a:cubicBezTo>
                  <a:cubicBezTo>
                    <a:pt x="379" y="5"/>
                    <a:pt x="383" y="6"/>
                    <a:pt x="384" y="5"/>
                  </a:cubicBezTo>
                  <a:cubicBezTo>
                    <a:pt x="385" y="4"/>
                    <a:pt x="387" y="5"/>
                    <a:pt x="386" y="4"/>
                  </a:cubicBezTo>
                  <a:cubicBezTo>
                    <a:pt x="386" y="3"/>
                    <a:pt x="386" y="2"/>
                    <a:pt x="385" y="2"/>
                  </a:cubicBezTo>
                  <a:cubicBezTo>
                    <a:pt x="382" y="2"/>
                    <a:pt x="381" y="1"/>
                    <a:pt x="378" y="1"/>
                  </a:cubicBezTo>
                  <a:cubicBezTo>
                    <a:pt x="376" y="0"/>
                    <a:pt x="374" y="1"/>
                    <a:pt x="372" y="2"/>
                  </a:cubicBezTo>
                  <a:cubicBezTo>
                    <a:pt x="368" y="3"/>
                    <a:pt x="364" y="6"/>
                    <a:pt x="362" y="8"/>
                  </a:cubicBezTo>
                  <a:cubicBezTo>
                    <a:pt x="361" y="9"/>
                    <a:pt x="361" y="9"/>
                    <a:pt x="362" y="10"/>
                  </a:cubicBezTo>
                  <a:cubicBezTo>
                    <a:pt x="363" y="10"/>
                    <a:pt x="362" y="11"/>
                    <a:pt x="362" y="12"/>
                  </a:cubicBezTo>
                  <a:cubicBezTo>
                    <a:pt x="362" y="14"/>
                    <a:pt x="366" y="13"/>
                    <a:pt x="366" y="14"/>
                  </a:cubicBezTo>
                  <a:cubicBezTo>
                    <a:pt x="366" y="13"/>
                    <a:pt x="361" y="14"/>
                    <a:pt x="360" y="14"/>
                  </a:cubicBezTo>
                  <a:cubicBezTo>
                    <a:pt x="359" y="14"/>
                    <a:pt x="353" y="13"/>
                    <a:pt x="352" y="14"/>
                  </a:cubicBezTo>
                  <a:cubicBezTo>
                    <a:pt x="352" y="13"/>
                    <a:pt x="355" y="17"/>
                    <a:pt x="355" y="17"/>
                  </a:cubicBezTo>
                  <a:cubicBezTo>
                    <a:pt x="356" y="18"/>
                    <a:pt x="351" y="16"/>
                    <a:pt x="350" y="16"/>
                  </a:cubicBezTo>
                  <a:cubicBezTo>
                    <a:pt x="349" y="16"/>
                    <a:pt x="347" y="17"/>
                    <a:pt x="345" y="18"/>
                  </a:cubicBezTo>
                  <a:cubicBezTo>
                    <a:pt x="345" y="18"/>
                    <a:pt x="345" y="18"/>
                    <a:pt x="344" y="18"/>
                  </a:cubicBezTo>
                  <a:cubicBezTo>
                    <a:pt x="342" y="18"/>
                    <a:pt x="344" y="18"/>
                    <a:pt x="343" y="17"/>
                  </a:cubicBezTo>
                  <a:cubicBezTo>
                    <a:pt x="343" y="18"/>
                    <a:pt x="338" y="20"/>
                    <a:pt x="338" y="20"/>
                  </a:cubicBezTo>
                  <a:cubicBezTo>
                    <a:pt x="338" y="19"/>
                    <a:pt x="340" y="18"/>
                    <a:pt x="340" y="18"/>
                  </a:cubicBezTo>
                  <a:cubicBezTo>
                    <a:pt x="340" y="17"/>
                    <a:pt x="335" y="18"/>
                    <a:pt x="334" y="17"/>
                  </a:cubicBezTo>
                  <a:cubicBezTo>
                    <a:pt x="334" y="17"/>
                    <a:pt x="336" y="16"/>
                    <a:pt x="336" y="16"/>
                  </a:cubicBezTo>
                  <a:cubicBezTo>
                    <a:pt x="335" y="17"/>
                    <a:pt x="330" y="18"/>
                    <a:pt x="328" y="18"/>
                  </a:cubicBezTo>
                  <a:cubicBezTo>
                    <a:pt x="323" y="19"/>
                    <a:pt x="329" y="19"/>
                    <a:pt x="330" y="20"/>
                  </a:cubicBezTo>
                  <a:cubicBezTo>
                    <a:pt x="329" y="19"/>
                    <a:pt x="324" y="21"/>
                    <a:pt x="323" y="21"/>
                  </a:cubicBezTo>
                  <a:cubicBezTo>
                    <a:pt x="322" y="21"/>
                    <a:pt x="321" y="21"/>
                    <a:pt x="320" y="22"/>
                  </a:cubicBezTo>
                  <a:cubicBezTo>
                    <a:pt x="319" y="23"/>
                    <a:pt x="317" y="22"/>
                    <a:pt x="315" y="22"/>
                  </a:cubicBezTo>
                  <a:cubicBezTo>
                    <a:pt x="314" y="22"/>
                    <a:pt x="313" y="24"/>
                    <a:pt x="311" y="24"/>
                  </a:cubicBezTo>
                  <a:cubicBezTo>
                    <a:pt x="309" y="25"/>
                    <a:pt x="308" y="24"/>
                    <a:pt x="307" y="25"/>
                  </a:cubicBezTo>
                  <a:cubicBezTo>
                    <a:pt x="306" y="26"/>
                    <a:pt x="305" y="27"/>
                    <a:pt x="304" y="27"/>
                  </a:cubicBezTo>
                  <a:cubicBezTo>
                    <a:pt x="302" y="27"/>
                    <a:pt x="300" y="27"/>
                    <a:pt x="299" y="27"/>
                  </a:cubicBezTo>
                  <a:cubicBezTo>
                    <a:pt x="299" y="27"/>
                    <a:pt x="302" y="29"/>
                    <a:pt x="302" y="29"/>
                  </a:cubicBezTo>
                  <a:cubicBezTo>
                    <a:pt x="301" y="30"/>
                    <a:pt x="295" y="30"/>
                    <a:pt x="295" y="30"/>
                  </a:cubicBezTo>
                  <a:cubicBezTo>
                    <a:pt x="295" y="30"/>
                    <a:pt x="299" y="30"/>
                    <a:pt x="299" y="30"/>
                  </a:cubicBezTo>
                  <a:cubicBezTo>
                    <a:pt x="299" y="30"/>
                    <a:pt x="297" y="30"/>
                    <a:pt x="296" y="30"/>
                  </a:cubicBezTo>
                  <a:cubicBezTo>
                    <a:pt x="297" y="30"/>
                    <a:pt x="299" y="31"/>
                    <a:pt x="299" y="31"/>
                  </a:cubicBezTo>
                  <a:cubicBezTo>
                    <a:pt x="298" y="31"/>
                    <a:pt x="298" y="31"/>
                    <a:pt x="297" y="31"/>
                  </a:cubicBezTo>
                  <a:cubicBezTo>
                    <a:pt x="298" y="31"/>
                    <a:pt x="297" y="32"/>
                    <a:pt x="297" y="32"/>
                  </a:cubicBezTo>
                  <a:cubicBezTo>
                    <a:pt x="297" y="33"/>
                    <a:pt x="294" y="32"/>
                    <a:pt x="294" y="32"/>
                  </a:cubicBezTo>
                  <a:cubicBezTo>
                    <a:pt x="294" y="33"/>
                    <a:pt x="296" y="33"/>
                    <a:pt x="296" y="34"/>
                  </a:cubicBezTo>
                  <a:cubicBezTo>
                    <a:pt x="297" y="34"/>
                    <a:pt x="295" y="34"/>
                    <a:pt x="295" y="34"/>
                  </a:cubicBezTo>
                  <a:cubicBezTo>
                    <a:pt x="295" y="36"/>
                    <a:pt x="299" y="34"/>
                    <a:pt x="298" y="36"/>
                  </a:cubicBezTo>
                  <a:cubicBezTo>
                    <a:pt x="296" y="38"/>
                    <a:pt x="301" y="39"/>
                    <a:pt x="298" y="40"/>
                  </a:cubicBezTo>
                  <a:cubicBezTo>
                    <a:pt x="296" y="40"/>
                    <a:pt x="294" y="40"/>
                    <a:pt x="292" y="40"/>
                  </a:cubicBezTo>
                  <a:cubicBezTo>
                    <a:pt x="291" y="41"/>
                    <a:pt x="291" y="42"/>
                    <a:pt x="289" y="41"/>
                  </a:cubicBezTo>
                  <a:cubicBezTo>
                    <a:pt x="288" y="41"/>
                    <a:pt x="287" y="41"/>
                    <a:pt x="286" y="41"/>
                  </a:cubicBezTo>
                  <a:cubicBezTo>
                    <a:pt x="282" y="42"/>
                    <a:pt x="278" y="42"/>
                    <a:pt x="274" y="42"/>
                  </a:cubicBezTo>
                  <a:cubicBezTo>
                    <a:pt x="272" y="42"/>
                    <a:pt x="270" y="42"/>
                    <a:pt x="269" y="43"/>
                  </a:cubicBezTo>
                  <a:cubicBezTo>
                    <a:pt x="268" y="44"/>
                    <a:pt x="267" y="45"/>
                    <a:pt x="267" y="46"/>
                  </a:cubicBezTo>
                  <a:cubicBezTo>
                    <a:pt x="267" y="47"/>
                    <a:pt x="269" y="48"/>
                    <a:pt x="269" y="49"/>
                  </a:cubicBezTo>
                  <a:cubicBezTo>
                    <a:pt x="268" y="51"/>
                    <a:pt x="268" y="52"/>
                    <a:pt x="269" y="53"/>
                  </a:cubicBezTo>
                  <a:cubicBezTo>
                    <a:pt x="271" y="55"/>
                    <a:pt x="274" y="54"/>
                    <a:pt x="276" y="56"/>
                  </a:cubicBezTo>
                  <a:cubicBezTo>
                    <a:pt x="276" y="56"/>
                    <a:pt x="278" y="60"/>
                    <a:pt x="278" y="60"/>
                  </a:cubicBezTo>
                  <a:cubicBezTo>
                    <a:pt x="274" y="60"/>
                    <a:pt x="273" y="60"/>
                    <a:pt x="270" y="58"/>
                  </a:cubicBezTo>
                  <a:cubicBezTo>
                    <a:pt x="267" y="56"/>
                    <a:pt x="262" y="54"/>
                    <a:pt x="258" y="54"/>
                  </a:cubicBezTo>
                  <a:cubicBezTo>
                    <a:pt x="256" y="54"/>
                    <a:pt x="257" y="53"/>
                    <a:pt x="255" y="52"/>
                  </a:cubicBezTo>
                  <a:cubicBezTo>
                    <a:pt x="254" y="52"/>
                    <a:pt x="250" y="52"/>
                    <a:pt x="250" y="54"/>
                  </a:cubicBezTo>
                  <a:cubicBezTo>
                    <a:pt x="250" y="55"/>
                    <a:pt x="254" y="55"/>
                    <a:pt x="254" y="55"/>
                  </a:cubicBezTo>
                  <a:cubicBezTo>
                    <a:pt x="254" y="55"/>
                    <a:pt x="251" y="56"/>
                    <a:pt x="252" y="56"/>
                  </a:cubicBezTo>
                  <a:cubicBezTo>
                    <a:pt x="254" y="57"/>
                    <a:pt x="255" y="56"/>
                    <a:pt x="256" y="58"/>
                  </a:cubicBezTo>
                  <a:cubicBezTo>
                    <a:pt x="256" y="60"/>
                    <a:pt x="253" y="59"/>
                    <a:pt x="252" y="59"/>
                  </a:cubicBezTo>
                  <a:cubicBezTo>
                    <a:pt x="250" y="58"/>
                    <a:pt x="249" y="57"/>
                    <a:pt x="247" y="58"/>
                  </a:cubicBezTo>
                  <a:cubicBezTo>
                    <a:pt x="245" y="58"/>
                    <a:pt x="246" y="61"/>
                    <a:pt x="247" y="62"/>
                  </a:cubicBezTo>
                  <a:cubicBezTo>
                    <a:pt x="248" y="63"/>
                    <a:pt x="250" y="63"/>
                    <a:pt x="251" y="63"/>
                  </a:cubicBezTo>
                  <a:cubicBezTo>
                    <a:pt x="253" y="64"/>
                    <a:pt x="255" y="64"/>
                    <a:pt x="256" y="65"/>
                  </a:cubicBezTo>
                  <a:cubicBezTo>
                    <a:pt x="257" y="66"/>
                    <a:pt x="257" y="67"/>
                    <a:pt x="257" y="67"/>
                  </a:cubicBezTo>
                  <a:cubicBezTo>
                    <a:pt x="258" y="67"/>
                    <a:pt x="259" y="67"/>
                    <a:pt x="260" y="67"/>
                  </a:cubicBezTo>
                  <a:cubicBezTo>
                    <a:pt x="260" y="67"/>
                    <a:pt x="257" y="68"/>
                    <a:pt x="257" y="68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2" y="65"/>
                    <a:pt x="249" y="65"/>
                    <a:pt x="246" y="65"/>
                  </a:cubicBezTo>
                  <a:cubicBezTo>
                    <a:pt x="245" y="65"/>
                    <a:pt x="240" y="64"/>
                    <a:pt x="242" y="62"/>
                  </a:cubicBezTo>
                  <a:cubicBezTo>
                    <a:pt x="243" y="62"/>
                    <a:pt x="242" y="61"/>
                    <a:pt x="242" y="60"/>
                  </a:cubicBezTo>
                  <a:cubicBezTo>
                    <a:pt x="241" y="59"/>
                    <a:pt x="242" y="58"/>
                    <a:pt x="242" y="57"/>
                  </a:cubicBezTo>
                  <a:cubicBezTo>
                    <a:pt x="243" y="55"/>
                    <a:pt x="244" y="51"/>
                    <a:pt x="242" y="50"/>
                  </a:cubicBezTo>
                  <a:cubicBezTo>
                    <a:pt x="238" y="49"/>
                    <a:pt x="241" y="54"/>
                    <a:pt x="240" y="56"/>
                  </a:cubicBezTo>
                  <a:cubicBezTo>
                    <a:pt x="238" y="58"/>
                    <a:pt x="235" y="59"/>
                    <a:pt x="233" y="61"/>
                  </a:cubicBezTo>
                  <a:cubicBezTo>
                    <a:pt x="230" y="64"/>
                    <a:pt x="231" y="63"/>
                    <a:pt x="233" y="65"/>
                  </a:cubicBezTo>
                  <a:cubicBezTo>
                    <a:pt x="234" y="66"/>
                    <a:pt x="237" y="69"/>
                    <a:pt x="237" y="71"/>
                  </a:cubicBezTo>
                  <a:cubicBezTo>
                    <a:pt x="237" y="71"/>
                    <a:pt x="236" y="73"/>
                    <a:pt x="235" y="73"/>
                  </a:cubicBezTo>
                  <a:cubicBezTo>
                    <a:pt x="234" y="75"/>
                    <a:pt x="233" y="77"/>
                    <a:pt x="233" y="79"/>
                  </a:cubicBezTo>
                  <a:cubicBezTo>
                    <a:pt x="233" y="79"/>
                    <a:pt x="234" y="84"/>
                    <a:pt x="235" y="84"/>
                  </a:cubicBezTo>
                  <a:cubicBezTo>
                    <a:pt x="237" y="84"/>
                    <a:pt x="239" y="84"/>
                    <a:pt x="241" y="83"/>
                  </a:cubicBezTo>
                  <a:cubicBezTo>
                    <a:pt x="243" y="82"/>
                    <a:pt x="246" y="83"/>
                    <a:pt x="248" y="84"/>
                  </a:cubicBezTo>
                  <a:cubicBezTo>
                    <a:pt x="251" y="84"/>
                    <a:pt x="253" y="86"/>
                    <a:pt x="254" y="89"/>
                  </a:cubicBezTo>
                  <a:cubicBezTo>
                    <a:pt x="255" y="91"/>
                    <a:pt x="251" y="94"/>
                    <a:pt x="253" y="95"/>
                  </a:cubicBezTo>
                  <a:cubicBezTo>
                    <a:pt x="253" y="95"/>
                    <a:pt x="259" y="97"/>
                    <a:pt x="259" y="97"/>
                  </a:cubicBezTo>
                  <a:cubicBezTo>
                    <a:pt x="259" y="98"/>
                    <a:pt x="252" y="96"/>
                    <a:pt x="251" y="96"/>
                  </a:cubicBezTo>
                  <a:cubicBezTo>
                    <a:pt x="251" y="96"/>
                    <a:pt x="250" y="93"/>
                    <a:pt x="250" y="93"/>
                  </a:cubicBezTo>
                  <a:cubicBezTo>
                    <a:pt x="251" y="91"/>
                    <a:pt x="252" y="90"/>
                    <a:pt x="250" y="89"/>
                  </a:cubicBezTo>
                  <a:cubicBezTo>
                    <a:pt x="248" y="88"/>
                    <a:pt x="249" y="86"/>
                    <a:pt x="247" y="85"/>
                  </a:cubicBezTo>
                  <a:cubicBezTo>
                    <a:pt x="245" y="85"/>
                    <a:pt x="243" y="86"/>
                    <a:pt x="241" y="86"/>
                  </a:cubicBezTo>
                  <a:cubicBezTo>
                    <a:pt x="241" y="86"/>
                    <a:pt x="237" y="87"/>
                    <a:pt x="237" y="88"/>
                  </a:cubicBezTo>
                  <a:cubicBezTo>
                    <a:pt x="238" y="88"/>
                    <a:pt x="239" y="88"/>
                    <a:pt x="238" y="88"/>
                  </a:cubicBezTo>
                  <a:cubicBezTo>
                    <a:pt x="238" y="89"/>
                    <a:pt x="236" y="90"/>
                    <a:pt x="237" y="91"/>
                  </a:cubicBezTo>
                  <a:cubicBezTo>
                    <a:pt x="241" y="93"/>
                    <a:pt x="238" y="96"/>
                    <a:pt x="236" y="98"/>
                  </a:cubicBezTo>
                  <a:cubicBezTo>
                    <a:pt x="235" y="99"/>
                    <a:pt x="234" y="101"/>
                    <a:pt x="234" y="102"/>
                  </a:cubicBezTo>
                  <a:cubicBezTo>
                    <a:pt x="233" y="103"/>
                    <a:pt x="231" y="104"/>
                    <a:pt x="229" y="104"/>
                  </a:cubicBezTo>
                  <a:cubicBezTo>
                    <a:pt x="228" y="105"/>
                    <a:pt x="227" y="105"/>
                    <a:pt x="227" y="107"/>
                  </a:cubicBezTo>
                  <a:cubicBezTo>
                    <a:pt x="226" y="109"/>
                    <a:pt x="224" y="108"/>
                    <a:pt x="223" y="108"/>
                  </a:cubicBezTo>
                  <a:cubicBezTo>
                    <a:pt x="220" y="107"/>
                    <a:pt x="218" y="108"/>
                    <a:pt x="216" y="107"/>
                  </a:cubicBezTo>
                  <a:cubicBezTo>
                    <a:pt x="215" y="107"/>
                    <a:pt x="214" y="106"/>
                    <a:pt x="213" y="106"/>
                  </a:cubicBezTo>
                  <a:cubicBezTo>
                    <a:pt x="211" y="106"/>
                    <a:pt x="211" y="105"/>
                    <a:pt x="210" y="104"/>
                  </a:cubicBezTo>
                  <a:cubicBezTo>
                    <a:pt x="210" y="104"/>
                    <a:pt x="212" y="103"/>
                    <a:pt x="212" y="104"/>
                  </a:cubicBezTo>
                  <a:cubicBezTo>
                    <a:pt x="213" y="106"/>
                    <a:pt x="215" y="106"/>
                    <a:pt x="215" y="105"/>
                  </a:cubicBezTo>
                  <a:cubicBezTo>
                    <a:pt x="216" y="104"/>
                    <a:pt x="221" y="107"/>
                    <a:pt x="223" y="105"/>
                  </a:cubicBezTo>
                  <a:cubicBezTo>
                    <a:pt x="223" y="104"/>
                    <a:pt x="221" y="103"/>
                    <a:pt x="223" y="103"/>
                  </a:cubicBezTo>
                  <a:cubicBezTo>
                    <a:pt x="224" y="102"/>
                    <a:pt x="226" y="101"/>
                    <a:pt x="227" y="100"/>
                  </a:cubicBezTo>
                  <a:cubicBezTo>
                    <a:pt x="228" y="98"/>
                    <a:pt x="227" y="98"/>
                    <a:pt x="230" y="97"/>
                  </a:cubicBezTo>
                  <a:cubicBezTo>
                    <a:pt x="233" y="95"/>
                    <a:pt x="229" y="93"/>
                    <a:pt x="231" y="91"/>
                  </a:cubicBezTo>
                  <a:cubicBezTo>
                    <a:pt x="233" y="90"/>
                    <a:pt x="233" y="89"/>
                    <a:pt x="231" y="88"/>
                  </a:cubicBezTo>
                  <a:cubicBezTo>
                    <a:pt x="230" y="88"/>
                    <a:pt x="229" y="87"/>
                    <a:pt x="228" y="86"/>
                  </a:cubicBezTo>
                  <a:cubicBezTo>
                    <a:pt x="227" y="84"/>
                    <a:pt x="228" y="81"/>
                    <a:pt x="228" y="79"/>
                  </a:cubicBezTo>
                  <a:cubicBezTo>
                    <a:pt x="228" y="77"/>
                    <a:pt x="227" y="75"/>
                    <a:pt x="228" y="73"/>
                  </a:cubicBezTo>
                  <a:cubicBezTo>
                    <a:pt x="228" y="71"/>
                    <a:pt x="230" y="71"/>
                    <a:pt x="230" y="69"/>
                  </a:cubicBezTo>
                  <a:cubicBezTo>
                    <a:pt x="229" y="67"/>
                    <a:pt x="227" y="66"/>
                    <a:pt x="226" y="65"/>
                  </a:cubicBezTo>
                  <a:cubicBezTo>
                    <a:pt x="225" y="64"/>
                    <a:pt x="224" y="63"/>
                    <a:pt x="225" y="62"/>
                  </a:cubicBezTo>
                  <a:cubicBezTo>
                    <a:pt x="227" y="61"/>
                    <a:pt x="227" y="59"/>
                    <a:pt x="228" y="57"/>
                  </a:cubicBezTo>
                  <a:cubicBezTo>
                    <a:pt x="229" y="56"/>
                    <a:pt x="230" y="53"/>
                    <a:pt x="229" y="52"/>
                  </a:cubicBezTo>
                  <a:cubicBezTo>
                    <a:pt x="229" y="51"/>
                    <a:pt x="225" y="50"/>
                    <a:pt x="223" y="49"/>
                  </a:cubicBezTo>
                  <a:cubicBezTo>
                    <a:pt x="221" y="49"/>
                    <a:pt x="219" y="49"/>
                    <a:pt x="217" y="49"/>
                  </a:cubicBezTo>
                  <a:cubicBezTo>
                    <a:pt x="216" y="49"/>
                    <a:pt x="213" y="48"/>
                    <a:pt x="212" y="49"/>
                  </a:cubicBezTo>
                  <a:cubicBezTo>
                    <a:pt x="209" y="51"/>
                    <a:pt x="209" y="58"/>
                    <a:pt x="206" y="60"/>
                  </a:cubicBezTo>
                  <a:cubicBezTo>
                    <a:pt x="204" y="63"/>
                    <a:pt x="198" y="64"/>
                    <a:pt x="198" y="68"/>
                  </a:cubicBezTo>
                  <a:cubicBezTo>
                    <a:pt x="198" y="69"/>
                    <a:pt x="201" y="68"/>
                    <a:pt x="201" y="68"/>
                  </a:cubicBezTo>
                  <a:cubicBezTo>
                    <a:pt x="202" y="69"/>
                    <a:pt x="201" y="73"/>
                    <a:pt x="201" y="73"/>
                  </a:cubicBezTo>
                  <a:cubicBezTo>
                    <a:pt x="200" y="75"/>
                    <a:pt x="202" y="76"/>
                    <a:pt x="199" y="76"/>
                  </a:cubicBezTo>
                  <a:cubicBezTo>
                    <a:pt x="199" y="77"/>
                    <a:pt x="198" y="77"/>
                    <a:pt x="198" y="78"/>
                  </a:cubicBezTo>
                  <a:cubicBezTo>
                    <a:pt x="199" y="79"/>
                    <a:pt x="200" y="79"/>
                    <a:pt x="201" y="79"/>
                  </a:cubicBezTo>
                  <a:cubicBezTo>
                    <a:pt x="202" y="79"/>
                    <a:pt x="206" y="79"/>
                    <a:pt x="206" y="80"/>
                  </a:cubicBezTo>
                  <a:cubicBezTo>
                    <a:pt x="206" y="82"/>
                    <a:pt x="206" y="84"/>
                    <a:pt x="208" y="85"/>
                  </a:cubicBezTo>
                  <a:cubicBezTo>
                    <a:pt x="210" y="86"/>
                    <a:pt x="212" y="85"/>
                    <a:pt x="210" y="87"/>
                  </a:cubicBezTo>
                  <a:cubicBezTo>
                    <a:pt x="209" y="88"/>
                    <a:pt x="209" y="90"/>
                    <a:pt x="208" y="91"/>
                  </a:cubicBezTo>
                  <a:cubicBezTo>
                    <a:pt x="207" y="93"/>
                    <a:pt x="202" y="88"/>
                    <a:pt x="201" y="87"/>
                  </a:cubicBezTo>
                  <a:cubicBezTo>
                    <a:pt x="198" y="85"/>
                    <a:pt x="194" y="84"/>
                    <a:pt x="191" y="83"/>
                  </a:cubicBezTo>
                  <a:cubicBezTo>
                    <a:pt x="189" y="82"/>
                    <a:pt x="188" y="81"/>
                    <a:pt x="186" y="80"/>
                  </a:cubicBezTo>
                  <a:cubicBezTo>
                    <a:pt x="185" y="80"/>
                    <a:pt x="183" y="79"/>
                    <a:pt x="182" y="79"/>
                  </a:cubicBezTo>
                  <a:cubicBezTo>
                    <a:pt x="179" y="79"/>
                    <a:pt x="176" y="78"/>
                    <a:pt x="173" y="78"/>
                  </a:cubicBezTo>
                  <a:cubicBezTo>
                    <a:pt x="169" y="78"/>
                    <a:pt x="165" y="78"/>
                    <a:pt x="168" y="83"/>
                  </a:cubicBezTo>
                  <a:cubicBezTo>
                    <a:pt x="170" y="84"/>
                    <a:pt x="169" y="86"/>
                    <a:pt x="167" y="87"/>
                  </a:cubicBezTo>
                  <a:cubicBezTo>
                    <a:pt x="166" y="88"/>
                    <a:pt x="163" y="86"/>
                    <a:pt x="164" y="89"/>
                  </a:cubicBezTo>
                  <a:cubicBezTo>
                    <a:pt x="165" y="90"/>
                    <a:pt x="157" y="90"/>
                    <a:pt x="161" y="87"/>
                  </a:cubicBezTo>
                  <a:cubicBezTo>
                    <a:pt x="162" y="86"/>
                    <a:pt x="159" y="84"/>
                    <a:pt x="158" y="85"/>
                  </a:cubicBezTo>
                  <a:cubicBezTo>
                    <a:pt x="156" y="85"/>
                    <a:pt x="154" y="86"/>
                    <a:pt x="153" y="87"/>
                  </a:cubicBezTo>
                  <a:cubicBezTo>
                    <a:pt x="150" y="89"/>
                    <a:pt x="147" y="87"/>
                    <a:pt x="144" y="88"/>
                  </a:cubicBezTo>
                  <a:cubicBezTo>
                    <a:pt x="141" y="89"/>
                    <a:pt x="139" y="91"/>
                    <a:pt x="137" y="91"/>
                  </a:cubicBezTo>
                  <a:cubicBezTo>
                    <a:pt x="136" y="91"/>
                    <a:pt x="130" y="91"/>
                    <a:pt x="131" y="90"/>
                  </a:cubicBezTo>
                  <a:cubicBezTo>
                    <a:pt x="133" y="90"/>
                    <a:pt x="133" y="90"/>
                    <a:pt x="133" y="89"/>
                  </a:cubicBezTo>
                  <a:cubicBezTo>
                    <a:pt x="133" y="86"/>
                    <a:pt x="135" y="87"/>
                    <a:pt x="135" y="85"/>
                  </a:cubicBezTo>
                  <a:cubicBezTo>
                    <a:pt x="136" y="84"/>
                    <a:pt x="129" y="86"/>
                    <a:pt x="129" y="86"/>
                  </a:cubicBezTo>
                  <a:cubicBezTo>
                    <a:pt x="128" y="86"/>
                    <a:pt x="127" y="86"/>
                    <a:pt x="127" y="87"/>
                  </a:cubicBezTo>
                  <a:cubicBezTo>
                    <a:pt x="127" y="88"/>
                    <a:pt x="127" y="89"/>
                    <a:pt x="127" y="90"/>
                  </a:cubicBezTo>
                  <a:cubicBezTo>
                    <a:pt x="126" y="90"/>
                    <a:pt x="124" y="89"/>
                    <a:pt x="123" y="89"/>
                  </a:cubicBezTo>
                  <a:cubicBezTo>
                    <a:pt x="121" y="89"/>
                    <a:pt x="118" y="90"/>
                    <a:pt x="116" y="91"/>
                  </a:cubicBezTo>
                  <a:cubicBezTo>
                    <a:pt x="113" y="92"/>
                    <a:pt x="110" y="94"/>
                    <a:pt x="107" y="95"/>
                  </a:cubicBezTo>
                  <a:cubicBezTo>
                    <a:pt x="105" y="95"/>
                    <a:pt x="104" y="96"/>
                    <a:pt x="103" y="98"/>
                  </a:cubicBezTo>
                  <a:cubicBezTo>
                    <a:pt x="103" y="99"/>
                    <a:pt x="103" y="102"/>
                    <a:pt x="101" y="102"/>
                  </a:cubicBezTo>
                  <a:cubicBezTo>
                    <a:pt x="99" y="102"/>
                    <a:pt x="97" y="103"/>
                    <a:pt x="95" y="103"/>
                  </a:cubicBezTo>
                  <a:cubicBezTo>
                    <a:pt x="94" y="103"/>
                    <a:pt x="93" y="101"/>
                    <a:pt x="92" y="100"/>
                  </a:cubicBezTo>
                  <a:cubicBezTo>
                    <a:pt x="90" y="98"/>
                    <a:pt x="87" y="99"/>
                    <a:pt x="89" y="96"/>
                  </a:cubicBezTo>
                  <a:cubicBezTo>
                    <a:pt x="90" y="94"/>
                    <a:pt x="93" y="95"/>
                    <a:pt x="94" y="94"/>
                  </a:cubicBezTo>
                  <a:cubicBezTo>
                    <a:pt x="96" y="94"/>
                    <a:pt x="98" y="95"/>
                    <a:pt x="97" y="93"/>
                  </a:cubicBezTo>
                  <a:cubicBezTo>
                    <a:pt x="96" y="92"/>
                    <a:pt x="95" y="90"/>
                    <a:pt x="94" y="89"/>
                  </a:cubicBezTo>
                  <a:cubicBezTo>
                    <a:pt x="92" y="87"/>
                    <a:pt x="89" y="88"/>
                    <a:pt x="87" y="88"/>
                  </a:cubicBezTo>
                  <a:cubicBezTo>
                    <a:pt x="86" y="88"/>
                    <a:pt x="80" y="87"/>
                    <a:pt x="80" y="87"/>
                  </a:cubicBezTo>
                  <a:cubicBezTo>
                    <a:pt x="80" y="87"/>
                    <a:pt x="83" y="88"/>
                    <a:pt x="83" y="88"/>
                  </a:cubicBezTo>
                  <a:cubicBezTo>
                    <a:pt x="84" y="89"/>
                    <a:pt x="84" y="90"/>
                    <a:pt x="84" y="91"/>
                  </a:cubicBezTo>
                  <a:cubicBezTo>
                    <a:pt x="84" y="92"/>
                    <a:pt x="84" y="94"/>
                    <a:pt x="84" y="95"/>
                  </a:cubicBezTo>
                  <a:cubicBezTo>
                    <a:pt x="83" y="96"/>
                    <a:pt x="82" y="97"/>
                    <a:pt x="82" y="98"/>
                  </a:cubicBezTo>
                  <a:cubicBezTo>
                    <a:pt x="83" y="100"/>
                    <a:pt x="87" y="100"/>
                    <a:pt x="86" y="103"/>
                  </a:cubicBezTo>
                  <a:cubicBezTo>
                    <a:pt x="85" y="104"/>
                    <a:pt x="84" y="106"/>
                    <a:pt x="84" y="107"/>
                  </a:cubicBezTo>
                  <a:cubicBezTo>
                    <a:pt x="84" y="107"/>
                    <a:pt x="84" y="111"/>
                    <a:pt x="84" y="111"/>
                  </a:cubicBezTo>
                  <a:cubicBezTo>
                    <a:pt x="84" y="111"/>
                    <a:pt x="83" y="108"/>
                    <a:pt x="83" y="108"/>
                  </a:cubicBezTo>
                  <a:cubicBezTo>
                    <a:pt x="82" y="108"/>
                    <a:pt x="81" y="110"/>
                    <a:pt x="80" y="109"/>
                  </a:cubicBezTo>
                  <a:cubicBezTo>
                    <a:pt x="80" y="109"/>
                    <a:pt x="82" y="108"/>
                    <a:pt x="82" y="107"/>
                  </a:cubicBezTo>
                  <a:cubicBezTo>
                    <a:pt x="81" y="106"/>
                    <a:pt x="79" y="106"/>
                    <a:pt x="78" y="106"/>
                  </a:cubicBezTo>
                  <a:cubicBezTo>
                    <a:pt x="77" y="106"/>
                    <a:pt x="76" y="105"/>
                    <a:pt x="75" y="106"/>
                  </a:cubicBezTo>
                  <a:cubicBezTo>
                    <a:pt x="73" y="106"/>
                    <a:pt x="72" y="108"/>
                    <a:pt x="70" y="108"/>
                  </a:cubicBezTo>
                  <a:cubicBezTo>
                    <a:pt x="68" y="110"/>
                    <a:pt x="67" y="110"/>
                    <a:pt x="65" y="112"/>
                  </a:cubicBezTo>
                  <a:cubicBezTo>
                    <a:pt x="63" y="114"/>
                    <a:pt x="61" y="114"/>
                    <a:pt x="64" y="116"/>
                  </a:cubicBezTo>
                  <a:cubicBezTo>
                    <a:pt x="65" y="117"/>
                    <a:pt x="67" y="120"/>
                    <a:pt x="66" y="121"/>
                  </a:cubicBezTo>
                  <a:cubicBezTo>
                    <a:pt x="65" y="122"/>
                    <a:pt x="59" y="120"/>
                    <a:pt x="58" y="120"/>
                  </a:cubicBezTo>
                  <a:cubicBezTo>
                    <a:pt x="57" y="119"/>
                    <a:pt x="54" y="120"/>
                    <a:pt x="53" y="120"/>
                  </a:cubicBezTo>
                  <a:cubicBezTo>
                    <a:pt x="54" y="119"/>
                    <a:pt x="49" y="115"/>
                    <a:pt x="48" y="117"/>
                  </a:cubicBezTo>
                  <a:cubicBezTo>
                    <a:pt x="43" y="121"/>
                    <a:pt x="54" y="122"/>
                    <a:pt x="54" y="124"/>
                  </a:cubicBezTo>
                  <a:cubicBezTo>
                    <a:pt x="53" y="128"/>
                    <a:pt x="50" y="126"/>
                    <a:pt x="47" y="126"/>
                  </a:cubicBezTo>
                  <a:cubicBezTo>
                    <a:pt x="44" y="125"/>
                    <a:pt x="43" y="123"/>
                    <a:pt x="40" y="122"/>
                  </a:cubicBezTo>
                  <a:cubicBezTo>
                    <a:pt x="38" y="121"/>
                    <a:pt x="38" y="120"/>
                    <a:pt x="37" y="118"/>
                  </a:cubicBezTo>
                  <a:cubicBezTo>
                    <a:pt x="37" y="116"/>
                    <a:pt x="36" y="116"/>
                    <a:pt x="35" y="115"/>
                  </a:cubicBezTo>
                  <a:cubicBezTo>
                    <a:pt x="35" y="114"/>
                    <a:pt x="38" y="112"/>
                    <a:pt x="38" y="112"/>
                  </a:cubicBezTo>
                  <a:cubicBezTo>
                    <a:pt x="39" y="109"/>
                    <a:pt x="34" y="107"/>
                    <a:pt x="32" y="107"/>
                  </a:cubicBezTo>
                  <a:cubicBezTo>
                    <a:pt x="30" y="106"/>
                    <a:pt x="30" y="104"/>
                    <a:pt x="28" y="104"/>
                  </a:cubicBezTo>
                  <a:cubicBezTo>
                    <a:pt x="29" y="103"/>
                    <a:pt x="24" y="99"/>
                    <a:pt x="24" y="99"/>
                  </a:cubicBezTo>
                  <a:cubicBezTo>
                    <a:pt x="26" y="98"/>
                    <a:pt x="28" y="101"/>
                    <a:pt x="29" y="102"/>
                  </a:cubicBezTo>
                  <a:cubicBezTo>
                    <a:pt x="30" y="103"/>
                    <a:pt x="31" y="103"/>
                    <a:pt x="31" y="102"/>
                  </a:cubicBezTo>
                  <a:cubicBezTo>
                    <a:pt x="32" y="102"/>
                    <a:pt x="33" y="103"/>
                    <a:pt x="33" y="103"/>
                  </a:cubicBezTo>
                  <a:cubicBezTo>
                    <a:pt x="36" y="104"/>
                    <a:pt x="38" y="105"/>
                    <a:pt x="41" y="105"/>
                  </a:cubicBezTo>
                  <a:cubicBezTo>
                    <a:pt x="43" y="106"/>
                    <a:pt x="46" y="106"/>
                    <a:pt x="49" y="107"/>
                  </a:cubicBezTo>
                  <a:cubicBezTo>
                    <a:pt x="54" y="109"/>
                    <a:pt x="58" y="109"/>
                    <a:pt x="63" y="106"/>
                  </a:cubicBezTo>
                  <a:cubicBezTo>
                    <a:pt x="65" y="105"/>
                    <a:pt x="66" y="104"/>
                    <a:pt x="68" y="103"/>
                  </a:cubicBezTo>
                  <a:cubicBezTo>
                    <a:pt x="71" y="101"/>
                    <a:pt x="69" y="100"/>
                    <a:pt x="69" y="97"/>
                  </a:cubicBezTo>
                  <a:cubicBezTo>
                    <a:pt x="69" y="94"/>
                    <a:pt x="62" y="93"/>
                    <a:pt x="60" y="91"/>
                  </a:cubicBezTo>
                  <a:cubicBezTo>
                    <a:pt x="57" y="89"/>
                    <a:pt x="53" y="87"/>
                    <a:pt x="50" y="86"/>
                  </a:cubicBezTo>
                  <a:cubicBezTo>
                    <a:pt x="47" y="84"/>
                    <a:pt x="43" y="82"/>
                    <a:pt x="40" y="82"/>
                  </a:cubicBezTo>
                  <a:cubicBezTo>
                    <a:pt x="39" y="81"/>
                    <a:pt x="39" y="82"/>
                    <a:pt x="38" y="82"/>
                  </a:cubicBezTo>
                  <a:cubicBezTo>
                    <a:pt x="37" y="82"/>
                    <a:pt x="36" y="81"/>
                    <a:pt x="35" y="81"/>
                  </a:cubicBezTo>
                  <a:cubicBezTo>
                    <a:pt x="33" y="80"/>
                    <a:pt x="31" y="84"/>
                    <a:pt x="29" y="84"/>
                  </a:cubicBezTo>
                  <a:cubicBezTo>
                    <a:pt x="29" y="83"/>
                    <a:pt x="33" y="80"/>
                    <a:pt x="29" y="80"/>
                  </a:cubicBezTo>
                  <a:cubicBezTo>
                    <a:pt x="28" y="80"/>
                    <a:pt x="24" y="78"/>
                    <a:pt x="24" y="78"/>
                  </a:cubicBezTo>
                  <a:cubicBezTo>
                    <a:pt x="25" y="77"/>
                    <a:pt x="29" y="80"/>
                    <a:pt x="29" y="78"/>
                  </a:cubicBezTo>
                  <a:cubicBezTo>
                    <a:pt x="29" y="77"/>
                    <a:pt x="25" y="75"/>
                    <a:pt x="24" y="75"/>
                  </a:cubicBezTo>
                  <a:cubicBezTo>
                    <a:pt x="23" y="76"/>
                    <a:pt x="20" y="78"/>
                    <a:pt x="20" y="78"/>
                  </a:cubicBezTo>
                  <a:cubicBezTo>
                    <a:pt x="20" y="77"/>
                    <a:pt x="20" y="77"/>
                    <a:pt x="19" y="76"/>
                  </a:cubicBezTo>
                  <a:cubicBezTo>
                    <a:pt x="17" y="76"/>
                    <a:pt x="17" y="77"/>
                    <a:pt x="16" y="78"/>
                  </a:cubicBezTo>
                  <a:cubicBezTo>
                    <a:pt x="16" y="78"/>
                    <a:pt x="16" y="78"/>
                    <a:pt x="16" y="77"/>
                  </a:cubicBezTo>
                  <a:cubicBezTo>
                    <a:pt x="15" y="78"/>
                    <a:pt x="14" y="80"/>
                    <a:pt x="13" y="80"/>
                  </a:cubicBezTo>
                  <a:cubicBezTo>
                    <a:pt x="12" y="81"/>
                    <a:pt x="10" y="81"/>
                    <a:pt x="10" y="81"/>
                  </a:cubicBezTo>
                  <a:cubicBezTo>
                    <a:pt x="9" y="83"/>
                    <a:pt x="5" y="83"/>
                    <a:pt x="6" y="85"/>
                  </a:cubicBezTo>
                  <a:cubicBezTo>
                    <a:pt x="9" y="87"/>
                    <a:pt x="5" y="85"/>
                    <a:pt x="5" y="88"/>
                  </a:cubicBezTo>
                  <a:cubicBezTo>
                    <a:pt x="5" y="90"/>
                    <a:pt x="9" y="91"/>
                    <a:pt x="10" y="92"/>
                  </a:cubicBezTo>
                  <a:cubicBezTo>
                    <a:pt x="12" y="93"/>
                    <a:pt x="14" y="95"/>
                    <a:pt x="13" y="97"/>
                  </a:cubicBezTo>
                  <a:cubicBezTo>
                    <a:pt x="12" y="99"/>
                    <a:pt x="9" y="100"/>
                    <a:pt x="9" y="102"/>
                  </a:cubicBezTo>
                  <a:cubicBezTo>
                    <a:pt x="10" y="104"/>
                    <a:pt x="12" y="106"/>
                    <a:pt x="13" y="108"/>
                  </a:cubicBezTo>
                  <a:cubicBezTo>
                    <a:pt x="14" y="110"/>
                    <a:pt x="12" y="110"/>
                    <a:pt x="12" y="112"/>
                  </a:cubicBezTo>
                  <a:cubicBezTo>
                    <a:pt x="12" y="114"/>
                    <a:pt x="15" y="116"/>
                    <a:pt x="13" y="117"/>
                  </a:cubicBezTo>
                  <a:cubicBezTo>
                    <a:pt x="11" y="118"/>
                    <a:pt x="14" y="121"/>
                    <a:pt x="14" y="122"/>
                  </a:cubicBezTo>
                  <a:cubicBezTo>
                    <a:pt x="16" y="124"/>
                    <a:pt x="18" y="124"/>
                    <a:pt x="15" y="126"/>
                  </a:cubicBezTo>
                  <a:cubicBezTo>
                    <a:pt x="13" y="128"/>
                    <a:pt x="14" y="128"/>
                    <a:pt x="15" y="129"/>
                  </a:cubicBezTo>
                  <a:cubicBezTo>
                    <a:pt x="20" y="132"/>
                    <a:pt x="23" y="134"/>
                    <a:pt x="18" y="138"/>
                  </a:cubicBezTo>
                  <a:cubicBezTo>
                    <a:pt x="13" y="143"/>
                    <a:pt x="8" y="147"/>
                    <a:pt x="4" y="152"/>
                  </a:cubicBezTo>
                  <a:cubicBezTo>
                    <a:pt x="6" y="152"/>
                    <a:pt x="6" y="151"/>
                    <a:pt x="7" y="152"/>
                  </a:cubicBezTo>
                  <a:cubicBezTo>
                    <a:pt x="8" y="154"/>
                    <a:pt x="10" y="154"/>
                    <a:pt x="11" y="155"/>
                  </a:cubicBezTo>
                  <a:cubicBezTo>
                    <a:pt x="17" y="157"/>
                    <a:pt x="9" y="157"/>
                    <a:pt x="7" y="157"/>
                  </a:cubicBezTo>
                  <a:cubicBezTo>
                    <a:pt x="5" y="157"/>
                    <a:pt x="4" y="158"/>
                    <a:pt x="4" y="160"/>
                  </a:cubicBezTo>
                  <a:cubicBezTo>
                    <a:pt x="4" y="162"/>
                    <a:pt x="2" y="163"/>
                    <a:pt x="1" y="165"/>
                  </a:cubicBezTo>
                  <a:cubicBezTo>
                    <a:pt x="0" y="166"/>
                    <a:pt x="1" y="168"/>
                    <a:pt x="2" y="170"/>
                  </a:cubicBezTo>
                  <a:cubicBezTo>
                    <a:pt x="2" y="172"/>
                    <a:pt x="0" y="174"/>
                    <a:pt x="1" y="175"/>
                  </a:cubicBezTo>
                  <a:cubicBezTo>
                    <a:pt x="3" y="176"/>
                    <a:pt x="3" y="176"/>
                    <a:pt x="3" y="178"/>
                  </a:cubicBezTo>
                  <a:cubicBezTo>
                    <a:pt x="2" y="180"/>
                    <a:pt x="4" y="181"/>
                    <a:pt x="4" y="183"/>
                  </a:cubicBezTo>
                  <a:cubicBezTo>
                    <a:pt x="4" y="184"/>
                    <a:pt x="7" y="186"/>
                    <a:pt x="8" y="186"/>
                  </a:cubicBezTo>
                  <a:cubicBezTo>
                    <a:pt x="8" y="186"/>
                    <a:pt x="9" y="185"/>
                    <a:pt x="10" y="185"/>
                  </a:cubicBezTo>
                  <a:cubicBezTo>
                    <a:pt x="11" y="185"/>
                    <a:pt x="11" y="187"/>
                    <a:pt x="12" y="187"/>
                  </a:cubicBezTo>
                  <a:cubicBezTo>
                    <a:pt x="14" y="186"/>
                    <a:pt x="14" y="185"/>
                    <a:pt x="16" y="187"/>
                  </a:cubicBezTo>
                  <a:cubicBezTo>
                    <a:pt x="18" y="188"/>
                    <a:pt x="18" y="188"/>
                    <a:pt x="18" y="190"/>
                  </a:cubicBezTo>
                  <a:cubicBezTo>
                    <a:pt x="17" y="195"/>
                    <a:pt x="21" y="199"/>
                    <a:pt x="24" y="201"/>
                  </a:cubicBezTo>
                  <a:cubicBezTo>
                    <a:pt x="26" y="202"/>
                    <a:pt x="27" y="203"/>
                    <a:pt x="25" y="204"/>
                  </a:cubicBezTo>
                  <a:cubicBezTo>
                    <a:pt x="24" y="206"/>
                    <a:pt x="23" y="205"/>
                    <a:pt x="21" y="205"/>
                  </a:cubicBezTo>
                  <a:cubicBezTo>
                    <a:pt x="19" y="205"/>
                    <a:pt x="22" y="214"/>
                    <a:pt x="24" y="213"/>
                  </a:cubicBezTo>
                  <a:cubicBezTo>
                    <a:pt x="25" y="212"/>
                    <a:pt x="26" y="209"/>
                    <a:pt x="27" y="210"/>
                  </a:cubicBezTo>
                  <a:cubicBezTo>
                    <a:pt x="28" y="210"/>
                    <a:pt x="29" y="211"/>
                    <a:pt x="31" y="211"/>
                  </a:cubicBezTo>
                  <a:cubicBezTo>
                    <a:pt x="33" y="211"/>
                    <a:pt x="35" y="212"/>
                    <a:pt x="35" y="214"/>
                  </a:cubicBezTo>
                  <a:cubicBezTo>
                    <a:pt x="35" y="215"/>
                    <a:pt x="34" y="215"/>
                    <a:pt x="34" y="215"/>
                  </a:cubicBezTo>
                  <a:cubicBezTo>
                    <a:pt x="33" y="216"/>
                    <a:pt x="34" y="218"/>
                    <a:pt x="35" y="218"/>
                  </a:cubicBezTo>
                  <a:cubicBezTo>
                    <a:pt x="36" y="219"/>
                    <a:pt x="38" y="218"/>
                    <a:pt x="39" y="219"/>
                  </a:cubicBezTo>
                  <a:cubicBezTo>
                    <a:pt x="40" y="220"/>
                    <a:pt x="40" y="222"/>
                    <a:pt x="40" y="223"/>
                  </a:cubicBezTo>
                  <a:cubicBezTo>
                    <a:pt x="40" y="224"/>
                    <a:pt x="43" y="223"/>
                    <a:pt x="44" y="223"/>
                  </a:cubicBezTo>
                  <a:cubicBezTo>
                    <a:pt x="45" y="224"/>
                    <a:pt x="47" y="227"/>
                    <a:pt x="48" y="225"/>
                  </a:cubicBezTo>
                  <a:cubicBezTo>
                    <a:pt x="49" y="223"/>
                    <a:pt x="50" y="224"/>
                    <a:pt x="51" y="225"/>
                  </a:cubicBezTo>
                  <a:cubicBezTo>
                    <a:pt x="53" y="227"/>
                    <a:pt x="53" y="226"/>
                    <a:pt x="55" y="226"/>
                  </a:cubicBezTo>
                  <a:cubicBezTo>
                    <a:pt x="56" y="226"/>
                    <a:pt x="57" y="229"/>
                    <a:pt x="58" y="228"/>
                  </a:cubicBezTo>
                  <a:cubicBezTo>
                    <a:pt x="60" y="227"/>
                    <a:pt x="62" y="229"/>
                    <a:pt x="63" y="230"/>
                  </a:cubicBezTo>
                  <a:cubicBezTo>
                    <a:pt x="65" y="231"/>
                    <a:pt x="62" y="232"/>
                    <a:pt x="62" y="232"/>
                  </a:cubicBezTo>
                  <a:cubicBezTo>
                    <a:pt x="60" y="233"/>
                    <a:pt x="63" y="234"/>
                    <a:pt x="63" y="234"/>
                  </a:cubicBezTo>
                  <a:cubicBezTo>
                    <a:pt x="63" y="234"/>
                    <a:pt x="60" y="234"/>
                    <a:pt x="61" y="236"/>
                  </a:cubicBezTo>
                  <a:cubicBezTo>
                    <a:pt x="63" y="237"/>
                    <a:pt x="62" y="238"/>
                    <a:pt x="61" y="239"/>
                  </a:cubicBezTo>
                  <a:cubicBezTo>
                    <a:pt x="61" y="240"/>
                    <a:pt x="58" y="240"/>
                    <a:pt x="57" y="240"/>
                  </a:cubicBezTo>
                  <a:cubicBezTo>
                    <a:pt x="55" y="240"/>
                    <a:pt x="54" y="242"/>
                    <a:pt x="53" y="244"/>
                  </a:cubicBezTo>
                  <a:cubicBezTo>
                    <a:pt x="54" y="244"/>
                    <a:pt x="58" y="244"/>
                    <a:pt x="58" y="245"/>
                  </a:cubicBezTo>
                  <a:cubicBezTo>
                    <a:pt x="58" y="246"/>
                    <a:pt x="53" y="247"/>
                    <a:pt x="53" y="248"/>
                  </a:cubicBezTo>
                  <a:cubicBezTo>
                    <a:pt x="53" y="249"/>
                    <a:pt x="55" y="249"/>
                    <a:pt x="55" y="251"/>
                  </a:cubicBezTo>
                  <a:cubicBezTo>
                    <a:pt x="55" y="251"/>
                    <a:pt x="52" y="252"/>
                    <a:pt x="52" y="252"/>
                  </a:cubicBezTo>
                  <a:cubicBezTo>
                    <a:pt x="51" y="253"/>
                    <a:pt x="51" y="254"/>
                    <a:pt x="50" y="255"/>
                  </a:cubicBezTo>
                  <a:cubicBezTo>
                    <a:pt x="50" y="256"/>
                    <a:pt x="48" y="255"/>
                    <a:pt x="48" y="257"/>
                  </a:cubicBezTo>
                  <a:cubicBezTo>
                    <a:pt x="47" y="258"/>
                    <a:pt x="49" y="260"/>
                    <a:pt x="51" y="260"/>
                  </a:cubicBezTo>
                  <a:cubicBezTo>
                    <a:pt x="53" y="261"/>
                    <a:pt x="55" y="262"/>
                    <a:pt x="58" y="264"/>
                  </a:cubicBezTo>
                  <a:cubicBezTo>
                    <a:pt x="59" y="265"/>
                    <a:pt x="60" y="266"/>
                    <a:pt x="61" y="266"/>
                  </a:cubicBezTo>
                  <a:cubicBezTo>
                    <a:pt x="62" y="268"/>
                    <a:pt x="62" y="267"/>
                    <a:pt x="64" y="266"/>
                  </a:cubicBezTo>
                  <a:cubicBezTo>
                    <a:pt x="67" y="266"/>
                    <a:pt x="70" y="269"/>
                    <a:pt x="73" y="269"/>
                  </a:cubicBezTo>
                  <a:cubicBezTo>
                    <a:pt x="76" y="269"/>
                    <a:pt x="79" y="271"/>
                    <a:pt x="82" y="272"/>
                  </a:cubicBezTo>
                  <a:cubicBezTo>
                    <a:pt x="85" y="273"/>
                    <a:pt x="87" y="272"/>
                    <a:pt x="90" y="272"/>
                  </a:cubicBezTo>
                  <a:cubicBezTo>
                    <a:pt x="91" y="273"/>
                    <a:pt x="92" y="274"/>
                    <a:pt x="92" y="275"/>
                  </a:cubicBezTo>
                  <a:cubicBezTo>
                    <a:pt x="92" y="276"/>
                    <a:pt x="93" y="276"/>
                    <a:pt x="94" y="276"/>
                  </a:cubicBezTo>
                  <a:cubicBezTo>
                    <a:pt x="97" y="277"/>
                    <a:pt x="99" y="282"/>
                    <a:pt x="103" y="280"/>
                  </a:cubicBezTo>
                  <a:cubicBezTo>
                    <a:pt x="104" y="279"/>
                    <a:pt x="106" y="278"/>
                    <a:pt x="105" y="277"/>
                  </a:cubicBezTo>
                  <a:cubicBezTo>
                    <a:pt x="104" y="276"/>
                    <a:pt x="103" y="275"/>
                    <a:pt x="102" y="274"/>
                  </a:cubicBezTo>
                  <a:cubicBezTo>
                    <a:pt x="100" y="272"/>
                    <a:pt x="99" y="270"/>
                    <a:pt x="100" y="267"/>
                  </a:cubicBezTo>
                  <a:cubicBezTo>
                    <a:pt x="100" y="265"/>
                    <a:pt x="99" y="263"/>
                    <a:pt x="97" y="262"/>
                  </a:cubicBezTo>
                  <a:cubicBezTo>
                    <a:pt x="95" y="261"/>
                    <a:pt x="98" y="259"/>
                    <a:pt x="99" y="258"/>
                  </a:cubicBezTo>
                  <a:cubicBezTo>
                    <a:pt x="100" y="256"/>
                    <a:pt x="100" y="254"/>
                    <a:pt x="103" y="254"/>
                  </a:cubicBezTo>
                  <a:cubicBezTo>
                    <a:pt x="104" y="254"/>
                    <a:pt x="105" y="253"/>
                    <a:pt x="106" y="252"/>
                  </a:cubicBezTo>
                  <a:cubicBezTo>
                    <a:pt x="107" y="251"/>
                    <a:pt x="108" y="251"/>
                    <a:pt x="109" y="250"/>
                  </a:cubicBezTo>
                  <a:cubicBezTo>
                    <a:pt x="108" y="250"/>
                    <a:pt x="106" y="249"/>
                    <a:pt x="106" y="248"/>
                  </a:cubicBezTo>
                  <a:cubicBezTo>
                    <a:pt x="106" y="247"/>
                    <a:pt x="108" y="248"/>
                    <a:pt x="108" y="248"/>
                  </a:cubicBezTo>
                  <a:cubicBezTo>
                    <a:pt x="108" y="247"/>
                    <a:pt x="106" y="244"/>
                    <a:pt x="105" y="243"/>
                  </a:cubicBezTo>
                  <a:cubicBezTo>
                    <a:pt x="104" y="241"/>
                    <a:pt x="103" y="241"/>
                    <a:pt x="101" y="241"/>
                  </a:cubicBezTo>
                  <a:cubicBezTo>
                    <a:pt x="98" y="241"/>
                    <a:pt x="100" y="239"/>
                    <a:pt x="98" y="238"/>
                  </a:cubicBezTo>
                  <a:cubicBezTo>
                    <a:pt x="97" y="237"/>
                    <a:pt x="94" y="237"/>
                    <a:pt x="96" y="235"/>
                  </a:cubicBezTo>
                  <a:cubicBezTo>
                    <a:pt x="97" y="233"/>
                    <a:pt x="99" y="232"/>
                    <a:pt x="97" y="231"/>
                  </a:cubicBezTo>
                  <a:cubicBezTo>
                    <a:pt x="96" y="229"/>
                    <a:pt x="98" y="228"/>
                    <a:pt x="99" y="227"/>
                  </a:cubicBezTo>
                  <a:cubicBezTo>
                    <a:pt x="99" y="226"/>
                    <a:pt x="101" y="223"/>
                    <a:pt x="101" y="224"/>
                  </a:cubicBezTo>
                  <a:cubicBezTo>
                    <a:pt x="102" y="225"/>
                    <a:pt x="103" y="227"/>
                    <a:pt x="104" y="228"/>
                  </a:cubicBezTo>
                  <a:cubicBezTo>
                    <a:pt x="106" y="228"/>
                    <a:pt x="107" y="227"/>
                    <a:pt x="107" y="226"/>
                  </a:cubicBezTo>
                  <a:cubicBezTo>
                    <a:pt x="106" y="224"/>
                    <a:pt x="106" y="223"/>
                    <a:pt x="108" y="222"/>
                  </a:cubicBezTo>
                  <a:cubicBezTo>
                    <a:pt x="110" y="221"/>
                    <a:pt x="110" y="219"/>
                    <a:pt x="112" y="219"/>
                  </a:cubicBezTo>
                  <a:cubicBezTo>
                    <a:pt x="114" y="218"/>
                    <a:pt x="116" y="215"/>
                    <a:pt x="118" y="216"/>
                  </a:cubicBezTo>
                  <a:cubicBezTo>
                    <a:pt x="120" y="216"/>
                    <a:pt x="120" y="218"/>
                    <a:pt x="122" y="216"/>
                  </a:cubicBezTo>
                  <a:cubicBezTo>
                    <a:pt x="124" y="215"/>
                    <a:pt x="124" y="216"/>
                    <a:pt x="126" y="217"/>
                  </a:cubicBezTo>
                  <a:cubicBezTo>
                    <a:pt x="128" y="217"/>
                    <a:pt x="130" y="217"/>
                    <a:pt x="132" y="218"/>
                  </a:cubicBezTo>
                  <a:cubicBezTo>
                    <a:pt x="134" y="219"/>
                    <a:pt x="134" y="221"/>
                    <a:pt x="136" y="223"/>
                  </a:cubicBezTo>
                  <a:cubicBezTo>
                    <a:pt x="136" y="223"/>
                    <a:pt x="136" y="220"/>
                    <a:pt x="138" y="221"/>
                  </a:cubicBezTo>
                  <a:cubicBezTo>
                    <a:pt x="139" y="221"/>
                    <a:pt x="140" y="223"/>
                    <a:pt x="142" y="223"/>
                  </a:cubicBezTo>
                  <a:cubicBezTo>
                    <a:pt x="143" y="224"/>
                    <a:pt x="144" y="222"/>
                    <a:pt x="145" y="221"/>
                  </a:cubicBezTo>
                  <a:cubicBezTo>
                    <a:pt x="147" y="219"/>
                    <a:pt x="148" y="221"/>
                    <a:pt x="150" y="221"/>
                  </a:cubicBezTo>
                  <a:cubicBezTo>
                    <a:pt x="152" y="221"/>
                    <a:pt x="153" y="219"/>
                    <a:pt x="155" y="220"/>
                  </a:cubicBezTo>
                  <a:cubicBezTo>
                    <a:pt x="157" y="221"/>
                    <a:pt x="158" y="222"/>
                    <a:pt x="160" y="223"/>
                  </a:cubicBezTo>
                  <a:cubicBezTo>
                    <a:pt x="162" y="224"/>
                    <a:pt x="161" y="223"/>
                    <a:pt x="163" y="222"/>
                  </a:cubicBezTo>
                  <a:cubicBezTo>
                    <a:pt x="164" y="221"/>
                    <a:pt x="168" y="222"/>
                    <a:pt x="169" y="222"/>
                  </a:cubicBezTo>
                  <a:cubicBezTo>
                    <a:pt x="170" y="222"/>
                    <a:pt x="172" y="220"/>
                    <a:pt x="172" y="219"/>
                  </a:cubicBezTo>
                  <a:cubicBezTo>
                    <a:pt x="172" y="217"/>
                    <a:pt x="169" y="217"/>
                    <a:pt x="168" y="216"/>
                  </a:cubicBezTo>
                  <a:cubicBezTo>
                    <a:pt x="161" y="213"/>
                    <a:pt x="171" y="214"/>
                    <a:pt x="169" y="210"/>
                  </a:cubicBezTo>
                  <a:cubicBezTo>
                    <a:pt x="168" y="209"/>
                    <a:pt x="166" y="209"/>
                    <a:pt x="169" y="208"/>
                  </a:cubicBezTo>
                  <a:cubicBezTo>
                    <a:pt x="170" y="207"/>
                    <a:pt x="172" y="208"/>
                    <a:pt x="173" y="207"/>
                  </a:cubicBezTo>
                  <a:cubicBezTo>
                    <a:pt x="177" y="207"/>
                    <a:pt x="166" y="202"/>
                    <a:pt x="171" y="200"/>
                  </a:cubicBezTo>
                  <a:cubicBezTo>
                    <a:pt x="172" y="200"/>
                    <a:pt x="174" y="200"/>
                    <a:pt x="175" y="200"/>
                  </a:cubicBezTo>
                  <a:cubicBezTo>
                    <a:pt x="178" y="200"/>
                    <a:pt x="180" y="200"/>
                    <a:pt x="183" y="199"/>
                  </a:cubicBezTo>
                  <a:cubicBezTo>
                    <a:pt x="185" y="198"/>
                    <a:pt x="187" y="198"/>
                    <a:pt x="189" y="198"/>
                  </a:cubicBezTo>
                  <a:cubicBezTo>
                    <a:pt x="191" y="197"/>
                    <a:pt x="193" y="196"/>
                    <a:pt x="196" y="196"/>
                  </a:cubicBezTo>
                  <a:cubicBezTo>
                    <a:pt x="200" y="195"/>
                    <a:pt x="204" y="194"/>
                    <a:pt x="208" y="192"/>
                  </a:cubicBezTo>
                  <a:cubicBezTo>
                    <a:pt x="211" y="190"/>
                    <a:pt x="217" y="190"/>
                    <a:pt x="219" y="194"/>
                  </a:cubicBezTo>
                  <a:cubicBezTo>
                    <a:pt x="220" y="196"/>
                    <a:pt x="219" y="196"/>
                    <a:pt x="220" y="198"/>
                  </a:cubicBezTo>
                  <a:cubicBezTo>
                    <a:pt x="220" y="201"/>
                    <a:pt x="224" y="198"/>
                    <a:pt x="226" y="199"/>
                  </a:cubicBezTo>
                  <a:cubicBezTo>
                    <a:pt x="227" y="199"/>
                    <a:pt x="226" y="200"/>
                    <a:pt x="227" y="200"/>
                  </a:cubicBezTo>
                  <a:cubicBezTo>
                    <a:pt x="228" y="201"/>
                    <a:pt x="228" y="200"/>
                    <a:pt x="228" y="200"/>
                  </a:cubicBezTo>
                  <a:cubicBezTo>
                    <a:pt x="229" y="199"/>
                    <a:pt x="230" y="200"/>
                    <a:pt x="231" y="201"/>
                  </a:cubicBezTo>
                  <a:cubicBezTo>
                    <a:pt x="232" y="201"/>
                    <a:pt x="232" y="201"/>
                    <a:pt x="231" y="202"/>
                  </a:cubicBezTo>
                  <a:cubicBezTo>
                    <a:pt x="230" y="205"/>
                    <a:pt x="237" y="203"/>
                    <a:pt x="239" y="202"/>
                  </a:cubicBezTo>
                  <a:cubicBezTo>
                    <a:pt x="239" y="202"/>
                    <a:pt x="248" y="197"/>
                    <a:pt x="248" y="198"/>
                  </a:cubicBezTo>
                  <a:cubicBezTo>
                    <a:pt x="248" y="199"/>
                    <a:pt x="246" y="201"/>
                    <a:pt x="248" y="202"/>
                  </a:cubicBezTo>
                  <a:cubicBezTo>
                    <a:pt x="250" y="202"/>
                    <a:pt x="251" y="203"/>
                    <a:pt x="252" y="204"/>
                  </a:cubicBezTo>
                  <a:cubicBezTo>
                    <a:pt x="255" y="207"/>
                    <a:pt x="256" y="210"/>
                    <a:pt x="258" y="213"/>
                  </a:cubicBezTo>
                  <a:cubicBezTo>
                    <a:pt x="260" y="216"/>
                    <a:pt x="261" y="219"/>
                    <a:pt x="263" y="221"/>
                  </a:cubicBezTo>
                  <a:cubicBezTo>
                    <a:pt x="266" y="224"/>
                    <a:pt x="266" y="217"/>
                    <a:pt x="269" y="220"/>
                  </a:cubicBezTo>
                  <a:cubicBezTo>
                    <a:pt x="273" y="224"/>
                    <a:pt x="275" y="222"/>
                    <a:pt x="280" y="221"/>
                  </a:cubicBezTo>
                  <a:cubicBezTo>
                    <a:pt x="282" y="220"/>
                    <a:pt x="283" y="223"/>
                    <a:pt x="284" y="224"/>
                  </a:cubicBezTo>
                  <a:cubicBezTo>
                    <a:pt x="285" y="226"/>
                    <a:pt x="287" y="226"/>
                    <a:pt x="288" y="228"/>
                  </a:cubicBezTo>
                  <a:cubicBezTo>
                    <a:pt x="289" y="230"/>
                    <a:pt x="291" y="230"/>
                    <a:pt x="293" y="230"/>
                  </a:cubicBezTo>
                  <a:cubicBezTo>
                    <a:pt x="296" y="229"/>
                    <a:pt x="295" y="230"/>
                    <a:pt x="296" y="231"/>
                  </a:cubicBezTo>
                  <a:cubicBezTo>
                    <a:pt x="298" y="235"/>
                    <a:pt x="304" y="230"/>
                    <a:pt x="307" y="230"/>
                  </a:cubicBezTo>
                  <a:cubicBezTo>
                    <a:pt x="310" y="229"/>
                    <a:pt x="313" y="226"/>
                    <a:pt x="316" y="225"/>
                  </a:cubicBezTo>
                  <a:cubicBezTo>
                    <a:pt x="320" y="222"/>
                    <a:pt x="322" y="222"/>
                    <a:pt x="327" y="223"/>
                  </a:cubicBezTo>
                  <a:cubicBezTo>
                    <a:pt x="329" y="223"/>
                    <a:pt x="329" y="224"/>
                    <a:pt x="331" y="226"/>
                  </a:cubicBezTo>
                  <a:cubicBezTo>
                    <a:pt x="332" y="227"/>
                    <a:pt x="334" y="227"/>
                    <a:pt x="336" y="227"/>
                  </a:cubicBezTo>
                  <a:cubicBezTo>
                    <a:pt x="338" y="227"/>
                    <a:pt x="339" y="228"/>
                    <a:pt x="341" y="228"/>
                  </a:cubicBezTo>
                  <a:cubicBezTo>
                    <a:pt x="343" y="230"/>
                    <a:pt x="344" y="228"/>
                    <a:pt x="346" y="227"/>
                  </a:cubicBezTo>
                  <a:cubicBezTo>
                    <a:pt x="349" y="224"/>
                    <a:pt x="344" y="222"/>
                    <a:pt x="346" y="219"/>
                  </a:cubicBezTo>
                  <a:cubicBezTo>
                    <a:pt x="347" y="217"/>
                    <a:pt x="351" y="213"/>
                    <a:pt x="353" y="214"/>
                  </a:cubicBezTo>
                  <a:cubicBezTo>
                    <a:pt x="357" y="216"/>
                    <a:pt x="362" y="216"/>
                    <a:pt x="366" y="218"/>
                  </a:cubicBezTo>
                  <a:cubicBezTo>
                    <a:pt x="368" y="219"/>
                    <a:pt x="367" y="221"/>
                    <a:pt x="368" y="222"/>
                  </a:cubicBezTo>
                  <a:cubicBezTo>
                    <a:pt x="369" y="225"/>
                    <a:pt x="371" y="225"/>
                    <a:pt x="374" y="226"/>
                  </a:cubicBezTo>
                  <a:cubicBezTo>
                    <a:pt x="378" y="227"/>
                    <a:pt x="382" y="224"/>
                    <a:pt x="386" y="225"/>
                  </a:cubicBezTo>
                  <a:cubicBezTo>
                    <a:pt x="387" y="225"/>
                    <a:pt x="389" y="225"/>
                    <a:pt x="390" y="226"/>
                  </a:cubicBezTo>
                  <a:cubicBezTo>
                    <a:pt x="392" y="227"/>
                    <a:pt x="394" y="227"/>
                    <a:pt x="396" y="229"/>
                  </a:cubicBezTo>
                  <a:cubicBezTo>
                    <a:pt x="401" y="233"/>
                    <a:pt x="409" y="233"/>
                    <a:pt x="415" y="231"/>
                  </a:cubicBezTo>
                  <a:cubicBezTo>
                    <a:pt x="419" y="230"/>
                    <a:pt x="422" y="228"/>
                    <a:pt x="426" y="227"/>
                  </a:cubicBezTo>
                  <a:cubicBezTo>
                    <a:pt x="428" y="225"/>
                    <a:pt x="431" y="227"/>
                    <a:pt x="433" y="227"/>
                  </a:cubicBezTo>
                  <a:cubicBezTo>
                    <a:pt x="435" y="228"/>
                    <a:pt x="436" y="226"/>
                    <a:pt x="438" y="227"/>
                  </a:cubicBezTo>
                  <a:cubicBezTo>
                    <a:pt x="439" y="228"/>
                    <a:pt x="443" y="231"/>
                    <a:pt x="445" y="230"/>
                  </a:cubicBezTo>
                  <a:cubicBezTo>
                    <a:pt x="446" y="230"/>
                    <a:pt x="448" y="229"/>
                    <a:pt x="449" y="228"/>
                  </a:cubicBezTo>
                  <a:cubicBezTo>
                    <a:pt x="452" y="227"/>
                    <a:pt x="453" y="227"/>
                    <a:pt x="453" y="225"/>
                  </a:cubicBezTo>
                  <a:cubicBezTo>
                    <a:pt x="453" y="221"/>
                    <a:pt x="456" y="217"/>
                    <a:pt x="458" y="215"/>
                  </a:cubicBezTo>
                  <a:cubicBezTo>
                    <a:pt x="459" y="214"/>
                    <a:pt x="460" y="212"/>
                    <a:pt x="459" y="211"/>
                  </a:cubicBezTo>
                  <a:cubicBezTo>
                    <a:pt x="458" y="210"/>
                    <a:pt x="455" y="210"/>
                    <a:pt x="457" y="208"/>
                  </a:cubicBezTo>
                  <a:cubicBezTo>
                    <a:pt x="460" y="205"/>
                    <a:pt x="465" y="205"/>
                    <a:pt x="470" y="204"/>
                  </a:cubicBezTo>
                  <a:cubicBezTo>
                    <a:pt x="472" y="204"/>
                    <a:pt x="474" y="204"/>
                    <a:pt x="476" y="205"/>
                  </a:cubicBezTo>
                  <a:cubicBezTo>
                    <a:pt x="478" y="206"/>
                    <a:pt x="481" y="206"/>
                    <a:pt x="483" y="207"/>
                  </a:cubicBezTo>
                  <a:cubicBezTo>
                    <a:pt x="486" y="208"/>
                    <a:pt x="487" y="212"/>
                    <a:pt x="489" y="215"/>
                  </a:cubicBezTo>
                  <a:cubicBezTo>
                    <a:pt x="490" y="218"/>
                    <a:pt x="492" y="221"/>
                    <a:pt x="493" y="224"/>
                  </a:cubicBezTo>
                  <a:cubicBezTo>
                    <a:pt x="493" y="225"/>
                    <a:pt x="493" y="227"/>
                    <a:pt x="494" y="229"/>
                  </a:cubicBezTo>
                  <a:cubicBezTo>
                    <a:pt x="494" y="230"/>
                    <a:pt x="497" y="230"/>
                    <a:pt x="498" y="230"/>
                  </a:cubicBezTo>
                  <a:cubicBezTo>
                    <a:pt x="502" y="231"/>
                    <a:pt x="507" y="233"/>
                    <a:pt x="508" y="237"/>
                  </a:cubicBezTo>
                  <a:cubicBezTo>
                    <a:pt x="509" y="240"/>
                    <a:pt x="510" y="242"/>
                    <a:pt x="514" y="242"/>
                  </a:cubicBezTo>
                  <a:cubicBezTo>
                    <a:pt x="515" y="242"/>
                    <a:pt x="517" y="242"/>
                    <a:pt x="518" y="242"/>
                  </a:cubicBezTo>
                  <a:cubicBezTo>
                    <a:pt x="520" y="242"/>
                    <a:pt x="520" y="240"/>
                    <a:pt x="522" y="240"/>
                  </a:cubicBezTo>
                  <a:cubicBezTo>
                    <a:pt x="525" y="240"/>
                    <a:pt x="528" y="237"/>
                    <a:pt x="530" y="241"/>
                  </a:cubicBezTo>
                  <a:cubicBezTo>
                    <a:pt x="530" y="243"/>
                    <a:pt x="530" y="243"/>
                    <a:pt x="529" y="244"/>
                  </a:cubicBezTo>
                  <a:cubicBezTo>
                    <a:pt x="527" y="246"/>
                    <a:pt x="527" y="247"/>
                    <a:pt x="526" y="249"/>
                  </a:cubicBezTo>
                  <a:cubicBezTo>
                    <a:pt x="525" y="252"/>
                    <a:pt x="523" y="255"/>
                    <a:pt x="521" y="258"/>
                  </a:cubicBezTo>
                  <a:cubicBezTo>
                    <a:pt x="520" y="260"/>
                    <a:pt x="519" y="259"/>
                    <a:pt x="518" y="258"/>
                  </a:cubicBezTo>
                  <a:cubicBezTo>
                    <a:pt x="516" y="257"/>
                    <a:pt x="516" y="258"/>
                    <a:pt x="514" y="259"/>
                  </a:cubicBezTo>
                  <a:cubicBezTo>
                    <a:pt x="513" y="259"/>
                    <a:pt x="511" y="260"/>
                    <a:pt x="511" y="260"/>
                  </a:cubicBezTo>
                  <a:cubicBezTo>
                    <a:pt x="510" y="261"/>
                    <a:pt x="513" y="265"/>
                    <a:pt x="513" y="267"/>
                  </a:cubicBezTo>
                  <a:cubicBezTo>
                    <a:pt x="512" y="268"/>
                    <a:pt x="512" y="270"/>
                    <a:pt x="512" y="271"/>
                  </a:cubicBezTo>
                  <a:cubicBezTo>
                    <a:pt x="511" y="273"/>
                    <a:pt x="509" y="272"/>
                    <a:pt x="509" y="274"/>
                  </a:cubicBezTo>
                  <a:cubicBezTo>
                    <a:pt x="511" y="273"/>
                    <a:pt x="512" y="274"/>
                    <a:pt x="514" y="272"/>
                  </a:cubicBezTo>
                  <a:cubicBezTo>
                    <a:pt x="515" y="270"/>
                    <a:pt x="517" y="272"/>
                    <a:pt x="519" y="272"/>
                  </a:cubicBezTo>
                  <a:cubicBezTo>
                    <a:pt x="523" y="274"/>
                    <a:pt x="527" y="272"/>
                    <a:pt x="531" y="269"/>
                  </a:cubicBezTo>
                  <a:cubicBezTo>
                    <a:pt x="534" y="266"/>
                    <a:pt x="537" y="262"/>
                    <a:pt x="540" y="259"/>
                  </a:cubicBezTo>
                  <a:cubicBezTo>
                    <a:pt x="543" y="255"/>
                    <a:pt x="546" y="251"/>
                    <a:pt x="549" y="247"/>
                  </a:cubicBezTo>
                  <a:cubicBezTo>
                    <a:pt x="554" y="240"/>
                    <a:pt x="559" y="235"/>
                    <a:pt x="558" y="226"/>
                  </a:cubicBezTo>
                  <a:cubicBezTo>
                    <a:pt x="558" y="222"/>
                    <a:pt x="559" y="220"/>
                    <a:pt x="561" y="217"/>
                  </a:cubicBezTo>
                  <a:cubicBezTo>
                    <a:pt x="562" y="215"/>
                    <a:pt x="562" y="214"/>
                    <a:pt x="563" y="212"/>
                  </a:cubicBezTo>
                  <a:cubicBezTo>
                    <a:pt x="563" y="212"/>
                    <a:pt x="563" y="211"/>
                    <a:pt x="563" y="210"/>
                  </a:cubicBezTo>
                  <a:cubicBezTo>
                    <a:pt x="563" y="209"/>
                    <a:pt x="561" y="208"/>
                    <a:pt x="561" y="207"/>
                  </a:cubicBezTo>
                  <a:cubicBezTo>
                    <a:pt x="561" y="207"/>
                    <a:pt x="563" y="208"/>
                    <a:pt x="563" y="207"/>
                  </a:cubicBezTo>
                  <a:cubicBezTo>
                    <a:pt x="562" y="206"/>
                    <a:pt x="562" y="205"/>
                    <a:pt x="561" y="205"/>
                  </a:cubicBezTo>
                  <a:cubicBezTo>
                    <a:pt x="560" y="204"/>
                    <a:pt x="558" y="201"/>
                    <a:pt x="557" y="200"/>
                  </a:cubicBezTo>
                  <a:cubicBezTo>
                    <a:pt x="556" y="200"/>
                    <a:pt x="551" y="198"/>
                    <a:pt x="550" y="199"/>
                  </a:cubicBezTo>
                  <a:cubicBezTo>
                    <a:pt x="550" y="200"/>
                    <a:pt x="551" y="201"/>
                    <a:pt x="550" y="201"/>
                  </a:cubicBezTo>
                  <a:cubicBezTo>
                    <a:pt x="548" y="201"/>
                    <a:pt x="548" y="203"/>
                    <a:pt x="547" y="203"/>
                  </a:cubicBezTo>
                  <a:cubicBezTo>
                    <a:pt x="545" y="205"/>
                    <a:pt x="544" y="202"/>
                    <a:pt x="544" y="201"/>
                  </a:cubicBezTo>
                  <a:cubicBezTo>
                    <a:pt x="544" y="199"/>
                    <a:pt x="546" y="198"/>
                    <a:pt x="543" y="199"/>
                  </a:cubicBezTo>
                  <a:cubicBezTo>
                    <a:pt x="540" y="200"/>
                    <a:pt x="544" y="202"/>
                    <a:pt x="540" y="202"/>
                  </a:cubicBezTo>
                  <a:cubicBezTo>
                    <a:pt x="539" y="202"/>
                    <a:pt x="541" y="197"/>
                    <a:pt x="540" y="196"/>
                  </a:cubicBezTo>
                  <a:cubicBezTo>
                    <a:pt x="540" y="197"/>
                    <a:pt x="529" y="197"/>
                    <a:pt x="534" y="194"/>
                  </a:cubicBezTo>
                  <a:cubicBezTo>
                    <a:pt x="538" y="191"/>
                    <a:pt x="542" y="188"/>
                    <a:pt x="546" y="185"/>
                  </a:cubicBezTo>
                  <a:cubicBezTo>
                    <a:pt x="547" y="184"/>
                    <a:pt x="548" y="182"/>
                    <a:pt x="549" y="181"/>
                  </a:cubicBezTo>
                  <a:cubicBezTo>
                    <a:pt x="552" y="179"/>
                    <a:pt x="555" y="177"/>
                    <a:pt x="557" y="175"/>
                  </a:cubicBezTo>
                  <a:cubicBezTo>
                    <a:pt x="558" y="174"/>
                    <a:pt x="559" y="172"/>
                    <a:pt x="561" y="171"/>
                  </a:cubicBezTo>
                  <a:cubicBezTo>
                    <a:pt x="563" y="169"/>
                    <a:pt x="565" y="167"/>
                    <a:pt x="567" y="165"/>
                  </a:cubicBezTo>
                  <a:cubicBezTo>
                    <a:pt x="571" y="162"/>
                    <a:pt x="577" y="162"/>
                    <a:pt x="582" y="162"/>
                  </a:cubicBezTo>
                  <a:cubicBezTo>
                    <a:pt x="583" y="162"/>
                    <a:pt x="584" y="162"/>
                    <a:pt x="585" y="162"/>
                  </a:cubicBezTo>
                  <a:cubicBezTo>
                    <a:pt x="586" y="163"/>
                    <a:pt x="586" y="164"/>
                    <a:pt x="587" y="164"/>
                  </a:cubicBezTo>
                  <a:cubicBezTo>
                    <a:pt x="588" y="163"/>
                    <a:pt x="590" y="163"/>
                    <a:pt x="591" y="162"/>
                  </a:cubicBezTo>
                  <a:cubicBezTo>
                    <a:pt x="592" y="162"/>
                    <a:pt x="593" y="163"/>
                    <a:pt x="594" y="163"/>
                  </a:cubicBezTo>
                  <a:cubicBezTo>
                    <a:pt x="595" y="163"/>
                    <a:pt x="596" y="163"/>
                    <a:pt x="597" y="163"/>
                  </a:cubicBezTo>
                  <a:cubicBezTo>
                    <a:pt x="597" y="162"/>
                    <a:pt x="598" y="163"/>
                    <a:pt x="599" y="163"/>
                  </a:cubicBezTo>
                  <a:cubicBezTo>
                    <a:pt x="601" y="163"/>
                    <a:pt x="601" y="160"/>
                    <a:pt x="604" y="160"/>
                  </a:cubicBezTo>
                  <a:cubicBezTo>
                    <a:pt x="605" y="160"/>
                    <a:pt x="607" y="160"/>
                    <a:pt x="608" y="160"/>
                  </a:cubicBezTo>
                  <a:cubicBezTo>
                    <a:pt x="609" y="161"/>
                    <a:pt x="610" y="162"/>
                    <a:pt x="611" y="162"/>
                  </a:cubicBezTo>
                  <a:cubicBezTo>
                    <a:pt x="612" y="163"/>
                    <a:pt x="616" y="161"/>
                    <a:pt x="616" y="164"/>
                  </a:cubicBezTo>
                  <a:cubicBezTo>
                    <a:pt x="616" y="164"/>
                    <a:pt x="613" y="164"/>
                    <a:pt x="613" y="165"/>
                  </a:cubicBezTo>
                  <a:cubicBezTo>
                    <a:pt x="612" y="167"/>
                    <a:pt x="616" y="166"/>
                    <a:pt x="616" y="166"/>
                  </a:cubicBezTo>
                  <a:cubicBezTo>
                    <a:pt x="618" y="166"/>
                    <a:pt x="620" y="166"/>
                    <a:pt x="621" y="166"/>
                  </a:cubicBezTo>
                  <a:cubicBezTo>
                    <a:pt x="622" y="165"/>
                    <a:pt x="622" y="165"/>
                    <a:pt x="623" y="164"/>
                  </a:cubicBezTo>
                  <a:cubicBezTo>
                    <a:pt x="624" y="164"/>
                    <a:pt x="625" y="165"/>
                    <a:pt x="627" y="165"/>
                  </a:cubicBezTo>
                  <a:cubicBezTo>
                    <a:pt x="628" y="165"/>
                    <a:pt x="635" y="163"/>
                    <a:pt x="631" y="162"/>
                  </a:cubicBezTo>
                  <a:cubicBezTo>
                    <a:pt x="629" y="162"/>
                    <a:pt x="628" y="163"/>
                    <a:pt x="628" y="160"/>
                  </a:cubicBezTo>
                  <a:cubicBezTo>
                    <a:pt x="628" y="159"/>
                    <a:pt x="630" y="156"/>
                    <a:pt x="631" y="155"/>
                  </a:cubicBezTo>
                  <a:cubicBezTo>
                    <a:pt x="633" y="154"/>
                    <a:pt x="634" y="153"/>
                    <a:pt x="636" y="151"/>
                  </a:cubicBezTo>
                  <a:cubicBezTo>
                    <a:pt x="637" y="150"/>
                    <a:pt x="639" y="150"/>
                    <a:pt x="640" y="148"/>
                  </a:cubicBezTo>
                  <a:cubicBezTo>
                    <a:pt x="641" y="146"/>
                    <a:pt x="642" y="145"/>
                    <a:pt x="644" y="145"/>
                  </a:cubicBezTo>
                  <a:cubicBezTo>
                    <a:pt x="646" y="145"/>
                    <a:pt x="649" y="144"/>
                    <a:pt x="651" y="144"/>
                  </a:cubicBezTo>
                  <a:cubicBezTo>
                    <a:pt x="653" y="144"/>
                    <a:pt x="654" y="146"/>
                    <a:pt x="655" y="146"/>
                  </a:cubicBezTo>
                  <a:cubicBezTo>
                    <a:pt x="656" y="145"/>
                    <a:pt x="657" y="143"/>
                    <a:pt x="658" y="144"/>
                  </a:cubicBezTo>
                  <a:cubicBezTo>
                    <a:pt x="659" y="145"/>
                    <a:pt x="656" y="148"/>
                    <a:pt x="656" y="149"/>
                  </a:cubicBezTo>
                  <a:cubicBezTo>
                    <a:pt x="656" y="151"/>
                    <a:pt x="657" y="149"/>
                    <a:pt x="659" y="150"/>
                  </a:cubicBezTo>
                  <a:cubicBezTo>
                    <a:pt x="659" y="150"/>
                    <a:pt x="657" y="152"/>
                    <a:pt x="657" y="153"/>
                  </a:cubicBezTo>
                  <a:cubicBezTo>
                    <a:pt x="657" y="154"/>
                    <a:pt x="664" y="149"/>
                    <a:pt x="664" y="149"/>
                  </a:cubicBezTo>
                  <a:cubicBezTo>
                    <a:pt x="665" y="148"/>
                    <a:pt x="666" y="147"/>
                    <a:pt x="668" y="146"/>
                  </a:cubicBezTo>
                  <a:cubicBezTo>
                    <a:pt x="669" y="145"/>
                    <a:pt x="672" y="147"/>
                    <a:pt x="672" y="145"/>
                  </a:cubicBezTo>
                  <a:cubicBezTo>
                    <a:pt x="671" y="143"/>
                    <a:pt x="672" y="139"/>
                    <a:pt x="675" y="139"/>
                  </a:cubicBezTo>
                  <a:cubicBezTo>
                    <a:pt x="676" y="138"/>
                    <a:pt x="678" y="137"/>
                    <a:pt x="679" y="138"/>
                  </a:cubicBezTo>
                  <a:cubicBezTo>
                    <a:pt x="680" y="138"/>
                    <a:pt x="682" y="140"/>
                    <a:pt x="683" y="139"/>
                  </a:cubicBezTo>
                  <a:cubicBezTo>
                    <a:pt x="681" y="140"/>
                    <a:pt x="678" y="139"/>
                    <a:pt x="677" y="142"/>
                  </a:cubicBezTo>
                  <a:cubicBezTo>
                    <a:pt x="677" y="143"/>
                    <a:pt x="677" y="144"/>
                    <a:pt x="677" y="145"/>
                  </a:cubicBezTo>
                  <a:cubicBezTo>
                    <a:pt x="677" y="146"/>
                    <a:pt x="675" y="146"/>
                    <a:pt x="676" y="147"/>
                  </a:cubicBezTo>
                  <a:cubicBezTo>
                    <a:pt x="676" y="148"/>
                    <a:pt x="677" y="148"/>
                    <a:pt x="676" y="149"/>
                  </a:cubicBezTo>
                  <a:cubicBezTo>
                    <a:pt x="675" y="149"/>
                    <a:pt x="674" y="150"/>
                    <a:pt x="675" y="151"/>
                  </a:cubicBezTo>
                  <a:cubicBezTo>
                    <a:pt x="675" y="151"/>
                    <a:pt x="669" y="153"/>
                    <a:pt x="669" y="154"/>
                  </a:cubicBezTo>
                  <a:cubicBezTo>
                    <a:pt x="667" y="155"/>
                    <a:pt x="666" y="157"/>
                    <a:pt x="664" y="158"/>
                  </a:cubicBezTo>
                  <a:cubicBezTo>
                    <a:pt x="662" y="160"/>
                    <a:pt x="660" y="161"/>
                    <a:pt x="658" y="163"/>
                  </a:cubicBezTo>
                  <a:cubicBezTo>
                    <a:pt x="654" y="166"/>
                    <a:pt x="651" y="173"/>
                    <a:pt x="646" y="173"/>
                  </a:cubicBezTo>
                  <a:cubicBezTo>
                    <a:pt x="645" y="173"/>
                    <a:pt x="641" y="174"/>
                    <a:pt x="641" y="175"/>
                  </a:cubicBezTo>
                  <a:cubicBezTo>
                    <a:pt x="641" y="178"/>
                    <a:pt x="641" y="179"/>
                    <a:pt x="638" y="181"/>
                  </a:cubicBezTo>
                  <a:cubicBezTo>
                    <a:pt x="634" y="184"/>
                    <a:pt x="634" y="190"/>
                    <a:pt x="635" y="195"/>
                  </a:cubicBezTo>
                  <a:cubicBezTo>
                    <a:pt x="636" y="200"/>
                    <a:pt x="635" y="206"/>
                    <a:pt x="638" y="210"/>
                  </a:cubicBezTo>
                  <a:cubicBezTo>
                    <a:pt x="639" y="212"/>
                    <a:pt x="639" y="215"/>
                    <a:pt x="639" y="217"/>
                  </a:cubicBezTo>
                  <a:cubicBezTo>
                    <a:pt x="639" y="217"/>
                    <a:pt x="639" y="219"/>
                    <a:pt x="640" y="219"/>
                  </a:cubicBezTo>
                  <a:cubicBezTo>
                    <a:pt x="641" y="219"/>
                    <a:pt x="639" y="222"/>
                    <a:pt x="640" y="222"/>
                  </a:cubicBezTo>
                  <a:cubicBezTo>
                    <a:pt x="640" y="222"/>
                    <a:pt x="645" y="218"/>
                    <a:pt x="645" y="217"/>
                  </a:cubicBezTo>
                  <a:cubicBezTo>
                    <a:pt x="647" y="215"/>
                    <a:pt x="648" y="213"/>
                    <a:pt x="649" y="210"/>
                  </a:cubicBezTo>
                  <a:cubicBezTo>
                    <a:pt x="650" y="208"/>
                    <a:pt x="654" y="206"/>
                    <a:pt x="655" y="206"/>
                  </a:cubicBezTo>
                  <a:cubicBezTo>
                    <a:pt x="658" y="208"/>
                    <a:pt x="655" y="202"/>
                    <a:pt x="656" y="201"/>
                  </a:cubicBezTo>
                  <a:cubicBezTo>
                    <a:pt x="658" y="198"/>
                    <a:pt x="659" y="197"/>
                    <a:pt x="662" y="197"/>
                  </a:cubicBezTo>
                  <a:cubicBezTo>
                    <a:pt x="665" y="197"/>
                    <a:pt x="669" y="197"/>
                    <a:pt x="667" y="194"/>
                  </a:cubicBezTo>
                  <a:cubicBezTo>
                    <a:pt x="664" y="191"/>
                    <a:pt x="666" y="188"/>
                    <a:pt x="669" y="186"/>
                  </a:cubicBezTo>
                  <a:cubicBezTo>
                    <a:pt x="670" y="185"/>
                    <a:pt x="670" y="187"/>
                    <a:pt x="671" y="187"/>
                  </a:cubicBezTo>
                  <a:cubicBezTo>
                    <a:pt x="673" y="187"/>
                    <a:pt x="673" y="184"/>
                    <a:pt x="673" y="183"/>
                  </a:cubicBezTo>
                  <a:cubicBezTo>
                    <a:pt x="671" y="181"/>
                    <a:pt x="669" y="180"/>
                    <a:pt x="671" y="177"/>
                  </a:cubicBezTo>
                  <a:cubicBezTo>
                    <a:pt x="671" y="177"/>
                    <a:pt x="674" y="176"/>
                    <a:pt x="673" y="175"/>
                  </a:cubicBezTo>
                  <a:cubicBezTo>
                    <a:pt x="672" y="175"/>
                    <a:pt x="671" y="173"/>
                    <a:pt x="670" y="173"/>
                  </a:cubicBezTo>
                  <a:cubicBezTo>
                    <a:pt x="669" y="173"/>
                    <a:pt x="670" y="174"/>
                    <a:pt x="669" y="174"/>
                  </a:cubicBezTo>
                  <a:cubicBezTo>
                    <a:pt x="667" y="174"/>
                    <a:pt x="666" y="173"/>
                    <a:pt x="667" y="171"/>
                  </a:cubicBezTo>
                  <a:cubicBezTo>
                    <a:pt x="668" y="169"/>
                    <a:pt x="670" y="168"/>
                    <a:pt x="672" y="165"/>
                  </a:cubicBezTo>
                  <a:cubicBezTo>
                    <a:pt x="673" y="163"/>
                    <a:pt x="673" y="160"/>
                    <a:pt x="676" y="158"/>
                  </a:cubicBezTo>
                  <a:cubicBezTo>
                    <a:pt x="677" y="157"/>
                    <a:pt x="677" y="159"/>
                    <a:pt x="677" y="159"/>
                  </a:cubicBezTo>
                  <a:cubicBezTo>
                    <a:pt x="679" y="159"/>
                    <a:pt x="679" y="157"/>
                    <a:pt x="680" y="158"/>
                  </a:cubicBezTo>
                  <a:cubicBezTo>
                    <a:pt x="681" y="158"/>
                    <a:pt x="681" y="159"/>
                    <a:pt x="682" y="158"/>
                  </a:cubicBezTo>
                  <a:cubicBezTo>
                    <a:pt x="684" y="157"/>
                    <a:pt x="685" y="156"/>
                    <a:pt x="687" y="155"/>
                  </a:cubicBezTo>
                  <a:cubicBezTo>
                    <a:pt x="690" y="154"/>
                    <a:pt x="686" y="158"/>
                    <a:pt x="688" y="159"/>
                  </a:cubicBezTo>
                  <a:cubicBezTo>
                    <a:pt x="688" y="160"/>
                    <a:pt x="692" y="156"/>
                    <a:pt x="693" y="156"/>
                  </a:cubicBezTo>
                  <a:cubicBezTo>
                    <a:pt x="695" y="155"/>
                    <a:pt x="697" y="154"/>
                    <a:pt x="700" y="154"/>
                  </a:cubicBezTo>
                  <a:cubicBezTo>
                    <a:pt x="702" y="154"/>
                    <a:pt x="704" y="154"/>
                    <a:pt x="705" y="156"/>
                  </a:cubicBezTo>
                  <a:cubicBezTo>
                    <a:pt x="706" y="156"/>
                    <a:pt x="707" y="157"/>
                    <a:pt x="708" y="158"/>
                  </a:cubicBezTo>
                  <a:cubicBezTo>
                    <a:pt x="709" y="159"/>
                    <a:pt x="709" y="156"/>
                    <a:pt x="710" y="156"/>
                  </a:cubicBezTo>
                  <a:cubicBezTo>
                    <a:pt x="718" y="149"/>
                    <a:pt x="727" y="146"/>
                    <a:pt x="736" y="142"/>
                  </a:cubicBezTo>
                  <a:cubicBezTo>
                    <a:pt x="738" y="141"/>
                    <a:pt x="741" y="140"/>
                    <a:pt x="742" y="138"/>
                  </a:cubicBezTo>
                  <a:cubicBezTo>
                    <a:pt x="743" y="136"/>
                    <a:pt x="743" y="139"/>
                    <a:pt x="745" y="139"/>
                  </a:cubicBezTo>
                  <a:cubicBezTo>
                    <a:pt x="746" y="139"/>
                    <a:pt x="748" y="139"/>
                    <a:pt x="749" y="139"/>
                  </a:cubicBezTo>
                  <a:cubicBezTo>
                    <a:pt x="750" y="140"/>
                    <a:pt x="751" y="141"/>
                    <a:pt x="752" y="141"/>
                  </a:cubicBezTo>
                  <a:cubicBezTo>
                    <a:pt x="755" y="141"/>
                    <a:pt x="755" y="137"/>
                    <a:pt x="754" y="135"/>
                  </a:cubicBezTo>
                  <a:cubicBezTo>
                    <a:pt x="754" y="134"/>
                    <a:pt x="750" y="132"/>
                    <a:pt x="751" y="131"/>
                  </a:cubicBezTo>
                  <a:cubicBezTo>
                    <a:pt x="751" y="130"/>
                    <a:pt x="749" y="125"/>
                    <a:pt x="748" y="126"/>
                  </a:cubicBezTo>
                  <a:cubicBezTo>
                    <a:pt x="748" y="127"/>
                    <a:pt x="746" y="125"/>
                    <a:pt x="745" y="125"/>
                  </a:cubicBezTo>
                  <a:cubicBezTo>
                    <a:pt x="744" y="124"/>
                    <a:pt x="745" y="123"/>
                    <a:pt x="744" y="122"/>
                  </a:cubicBezTo>
                  <a:cubicBezTo>
                    <a:pt x="744" y="121"/>
                    <a:pt x="741" y="122"/>
                    <a:pt x="741" y="122"/>
                  </a:cubicBezTo>
                  <a:cubicBezTo>
                    <a:pt x="740" y="123"/>
                    <a:pt x="737" y="122"/>
                    <a:pt x="738" y="121"/>
                  </a:cubicBezTo>
                  <a:cubicBezTo>
                    <a:pt x="738" y="120"/>
                    <a:pt x="741" y="121"/>
                    <a:pt x="742" y="121"/>
                  </a:cubicBezTo>
                  <a:cubicBezTo>
                    <a:pt x="742" y="120"/>
                    <a:pt x="739" y="120"/>
                    <a:pt x="739" y="120"/>
                  </a:cubicBezTo>
                  <a:cubicBezTo>
                    <a:pt x="739" y="117"/>
                    <a:pt x="747" y="122"/>
                    <a:pt x="748" y="122"/>
                  </a:cubicBezTo>
                  <a:cubicBezTo>
                    <a:pt x="750" y="123"/>
                    <a:pt x="756" y="121"/>
                    <a:pt x="758" y="119"/>
                  </a:cubicBezTo>
                  <a:cubicBezTo>
                    <a:pt x="759" y="118"/>
                    <a:pt x="757" y="118"/>
                    <a:pt x="757" y="117"/>
                  </a:cubicBezTo>
                  <a:cubicBezTo>
                    <a:pt x="757" y="117"/>
                    <a:pt x="761" y="117"/>
                    <a:pt x="761" y="115"/>
                  </a:cubicBezTo>
                  <a:cubicBezTo>
                    <a:pt x="760" y="114"/>
                    <a:pt x="758" y="113"/>
                    <a:pt x="759" y="112"/>
                  </a:cubicBezTo>
                  <a:cubicBezTo>
                    <a:pt x="759" y="111"/>
                    <a:pt x="761" y="109"/>
                    <a:pt x="761" y="109"/>
                  </a:cubicBezTo>
                  <a:cubicBezTo>
                    <a:pt x="762" y="109"/>
                    <a:pt x="766" y="110"/>
                    <a:pt x="766" y="109"/>
                  </a:cubicBezTo>
                  <a:cubicBezTo>
                    <a:pt x="765" y="110"/>
                    <a:pt x="762" y="111"/>
                    <a:pt x="763" y="112"/>
                  </a:cubicBezTo>
                  <a:cubicBezTo>
                    <a:pt x="764" y="113"/>
                    <a:pt x="765" y="114"/>
                    <a:pt x="765" y="114"/>
                  </a:cubicBezTo>
                  <a:cubicBezTo>
                    <a:pt x="765" y="115"/>
                    <a:pt x="764" y="116"/>
                    <a:pt x="765" y="116"/>
                  </a:cubicBezTo>
                  <a:cubicBezTo>
                    <a:pt x="767" y="116"/>
                    <a:pt x="769" y="115"/>
                    <a:pt x="771" y="115"/>
                  </a:cubicBezTo>
                  <a:cubicBezTo>
                    <a:pt x="773" y="115"/>
                    <a:pt x="775" y="115"/>
                    <a:pt x="777" y="116"/>
                  </a:cubicBezTo>
                  <a:cubicBezTo>
                    <a:pt x="778" y="117"/>
                    <a:pt x="778" y="117"/>
                    <a:pt x="778" y="119"/>
                  </a:cubicBezTo>
                  <a:cubicBezTo>
                    <a:pt x="778" y="120"/>
                    <a:pt x="782" y="121"/>
                    <a:pt x="783" y="121"/>
                  </a:cubicBezTo>
                  <a:cubicBezTo>
                    <a:pt x="784" y="122"/>
                    <a:pt x="790" y="126"/>
                    <a:pt x="791" y="124"/>
                  </a:cubicBezTo>
                  <a:cubicBezTo>
                    <a:pt x="790" y="127"/>
                    <a:pt x="796" y="124"/>
                    <a:pt x="796" y="124"/>
                  </a:cubicBezTo>
                  <a:cubicBezTo>
                    <a:pt x="796" y="123"/>
                    <a:pt x="792" y="123"/>
                    <a:pt x="793" y="122"/>
                  </a:cubicBezTo>
                  <a:cubicBezTo>
                    <a:pt x="793" y="120"/>
                    <a:pt x="796" y="122"/>
                    <a:pt x="796" y="122"/>
                  </a:cubicBezTo>
                  <a:cubicBezTo>
                    <a:pt x="796" y="120"/>
                    <a:pt x="795" y="122"/>
                    <a:pt x="796" y="119"/>
                  </a:cubicBezTo>
                  <a:cubicBezTo>
                    <a:pt x="796" y="118"/>
                    <a:pt x="796" y="117"/>
                    <a:pt x="796" y="116"/>
                  </a:cubicBezTo>
                  <a:cubicBezTo>
                    <a:pt x="795" y="115"/>
                    <a:pt x="794" y="115"/>
                    <a:pt x="794" y="114"/>
                  </a:cubicBezTo>
                  <a:cubicBezTo>
                    <a:pt x="794" y="114"/>
                    <a:pt x="801" y="116"/>
                    <a:pt x="802" y="115"/>
                  </a:cubicBezTo>
                  <a:cubicBezTo>
                    <a:pt x="802" y="115"/>
                    <a:pt x="801" y="114"/>
                    <a:pt x="800" y="114"/>
                  </a:cubicBezTo>
                  <a:cubicBezTo>
                    <a:pt x="801" y="114"/>
                    <a:pt x="804" y="115"/>
                    <a:pt x="805" y="114"/>
                  </a:cubicBezTo>
                  <a:cubicBezTo>
                    <a:pt x="805" y="113"/>
                    <a:pt x="805" y="112"/>
                    <a:pt x="806" y="111"/>
                  </a:cubicBezTo>
                  <a:cubicBezTo>
                    <a:pt x="806" y="111"/>
                    <a:pt x="809" y="111"/>
                    <a:pt x="809" y="111"/>
                  </a:cubicBezTo>
                  <a:cubicBezTo>
                    <a:pt x="809" y="111"/>
                    <a:pt x="808" y="111"/>
                    <a:pt x="808" y="111"/>
                  </a:cubicBezTo>
                  <a:cubicBezTo>
                    <a:pt x="807" y="110"/>
                    <a:pt x="810" y="111"/>
                    <a:pt x="808" y="111"/>
                  </a:cubicBezTo>
                  <a:close/>
                  <a:moveTo>
                    <a:pt x="405" y="192"/>
                  </a:moveTo>
                  <a:cubicBezTo>
                    <a:pt x="404" y="195"/>
                    <a:pt x="404" y="198"/>
                    <a:pt x="403" y="201"/>
                  </a:cubicBezTo>
                  <a:cubicBezTo>
                    <a:pt x="402" y="203"/>
                    <a:pt x="399" y="202"/>
                    <a:pt x="399" y="204"/>
                  </a:cubicBezTo>
                  <a:cubicBezTo>
                    <a:pt x="399" y="204"/>
                    <a:pt x="401" y="204"/>
                    <a:pt x="402" y="204"/>
                  </a:cubicBezTo>
                  <a:cubicBezTo>
                    <a:pt x="402" y="204"/>
                    <a:pt x="393" y="210"/>
                    <a:pt x="392" y="210"/>
                  </a:cubicBezTo>
                  <a:cubicBezTo>
                    <a:pt x="391" y="211"/>
                    <a:pt x="390" y="212"/>
                    <a:pt x="388" y="212"/>
                  </a:cubicBezTo>
                  <a:cubicBezTo>
                    <a:pt x="387" y="213"/>
                    <a:pt x="386" y="215"/>
                    <a:pt x="385" y="216"/>
                  </a:cubicBezTo>
                  <a:cubicBezTo>
                    <a:pt x="384" y="217"/>
                    <a:pt x="377" y="219"/>
                    <a:pt x="376" y="217"/>
                  </a:cubicBezTo>
                  <a:cubicBezTo>
                    <a:pt x="376" y="216"/>
                    <a:pt x="383" y="214"/>
                    <a:pt x="384" y="213"/>
                  </a:cubicBezTo>
                  <a:cubicBezTo>
                    <a:pt x="387" y="211"/>
                    <a:pt x="390" y="208"/>
                    <a:pt x="393" y="206"/>
                  </a:cubicBezTo>
                  <a:cubicBezTo>
                    <a:pt x="395" y="205"/>
                    <a:pt x="395" y="202"/>
                    <a:pt x="397" y="201"/>
                  </a:cubicBezTo>
                  <a:cubicBezTo>
                    <a:pt x="399" y="198"/>
                    <a:pt x="401" y="195"/>
                    <a:pt x="402" y="192"/>
                  </a:cubicBezTo>
                  <a:cubicBezTo>
                    <a:pt x="402" y="190"/>
                    <a:pt x="402" y="190"/>
                    <a:pt x="404" y="189"/>
                  </a:cubicBezTo>
                  <a:cubicBezTo>
                    <a:pt x="406" y="188"/>
                    <a:pt x="405" y="191"/>
                    <a:pt x="405" y="192"/>
                  </a:cubicBezTo>
                  <a:cubicBezTo>
                    <a:pt x="404" y="193"/>
                    <a:pt x="405" y="190"/>
                    <a:pt x="405" y="19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3" name="Freeform 721">
              <a:extLst>
                <a:ext uri="{FF2B5EF4-FFF2-40B4-BE49-F238E27FC236}">
                  <a16:creationId xmlns:a16="http://schemas.microsoft.com/office/drawing/2014/main" id="{7F3291CB-B8F1-7475-C428-F8F53AA40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5346" y="4971725"/>
              <a:ext cx="175574" cy="396929"/>
            </a:xfrm>
            <a:custGeom>
              <a:avLst/>
              <a:gdLst>
                <a:gd name="T0" fmla="*/ 13 w 15"/>
                <a:gd name="T1" fmla="*/ 26 h 32"/>
                <a:gd name="T2" fmla="*/ 10 w 15"/>
                <a:gd name="T3" fmla="*/ 13 h 32"/>
                <a:gd name="T4" fmla="*/ 9 w 15"/>
                <a:gd name="T5" fmla="*/ 4 h 32"/>
                <a:gd name="T6" fmla="*/ 9 w 15"/>
                <a:gd name="T7" fmla="*/ 1 h 32"/>
                <a:gd name="T8" fmla="*/ 6 w 15"/>
                <a:gd name="T9" fmla="*/ 0 h 32"/>
                <a:gd name="T10" fmla="*/ 7 w 15"/>
                <a:gd name="T11" fmla="*/ 3 h 32"/>
                <a:gd name="T12" fmla="*/ 6 w 15"/>
                <a:gd name="T13" fmla="*/ 5 h 32"/>
                <a:gd name="T14" fmla="*/ 4 w 15"/>
                <a:gd name="T15" fmla="*/ 7 h 32"/>
                <a:gd name="T16" fmla="*/ 4 w 15"/>
                <a:gd name="T17" fmla="*/ 9 h 32"/>
                <a:gd name="T18" fmla="*/ 2 w 15"/>
                <a:gd name="T19" fmla="*/ 14 h 32"/>
                <a:gd name="T20" fmla="*/ 5 w 15"/>
                <a:gd name="T21" fmla="*/ 20 h 32"/>
                <a:gd name="T22" fmla="*/ 6 w 15"/>
                <a:gd name="T23" fmla="*/ 32 h 32"/>
                <a:gd name="T24" fmla="*/ 15 w 15"/>
                <a:gd name="T25" fmla="*/ 32 h 32"/>
                <a:gd name="T26" fmla="*/ 13 w 15"/>
                <a:gd name="T27" fmla="*/ 26 h 32"/>
                <a:gd name="T28" fmla="*/ 13 w 15"/>
                <a:gd name="T29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32">
                  <a:moveTo>
                    <a:pt x="13" y="26"/>
                  </a:moveTo>
                  <a:cubicBezTo>
                    <a:pt x="13" y="22"/>
                    <a:pt x="9" y="17"/>
                    <a:pt x="10" y="13"/>
                  </a:cubicBezTo>
                  <a:cubicBezTo>
                    <a:pt x="11" y="10"/>
                    <a:pt x="10" y="7"/>
                    <a:pt x="9" y="4"/>
                  </a:cubicBezTo>
                  <a:cubicBezTo>
                    <a:pt x="9" y="3"/>
                    <a:pt x="9" y="2"/>
                    <a:pt x="9" y="1"/>
                  </a:cubicBezTo>
                  <a:cubicBezTo>
                    <a:pt x="9" y="0"/>
                    <a:pt x="6" y="0"/>
                    <a:pt x="6" y="0"/>
                  </a:cubicBezTo>
                  <a:cubicBezTo>
                    <a:pt x="6" y="1"/>
                    <a:pt x="7" y="2"/>
                    <a:pt x="7" y="3"/>
                  </a:cubicBezTo>
                  <a:cubicBezTo>
                    <a:pt x="8" y="4"/>
                    <a:pt x="7" y="5"/>
                    <a:pt x="6" y="5"/>
                  </a:cubicBezTo>
                  <a:cubicBezTo>
                    <a:pt x="5" y="6"/>
                    <a:pt x="4" y="5"/>
                    <a:pt x="4" y="7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3" y="11"/>
                    <a:pt x="3" y="13"/>
                    <a:pt x="2" y="14"/>
                  </a:cubicBezTo>
                  <a:cubicBezTo>
                    <a:pt x="0" y="15"/>
                    <a:pt x="4" y="18"/>
                    <a:pt x="5" y="20"/>
                  </a:cubicBezTo>
                  <a:cubicBezTo>
                    <a:pt x="6" y="22"/>
                    <a:pt x="4" y="32"/>
                    <a:pt x="6" y="32"/>
                  </a:cubicBezTo>
                  <a:cubicBezTo>
                    <a:pt x="9" y="32"/>
                    <a:pt x="12" y="32"/>
                    <a:pt x="15" y="32"/>
                  </a:cubicBezTo>
                  <a:cubicBezTo>
                    <a:pt x="15" y="30"/>
                    <a:pt x="14" y="28"/>
                    <a:pt x="13" y="26"/>
                  </a:cubicBezTo>
                  <a:cubicBezTo>
                    <a:pt x="13" y="24"/>
                    <a:pt x="13" y="27"/>
                    <a:pt x="13" y="2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4" name="Freeform 722">
              <a:extLst>
                <a:ext uri="{FF2B5EF4-FFF2-40B4-BE49-F238E27FC236}">
                  <a16:creationId xmlns:a16="http://schemas.microsoft.com/office/drawing/2014/main" id="{795EE174-1413-A0B7-531A-572876964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1259" y="5355982"/>
              <a:ext cx="175574" cy="287137"/>
            </a:xfrm>
            <a:custGeom>
              <a:avLst/>
              <a:gdLst>
                <a:gd name="T0" fmla="*/ 12 w 15"/>
                <a:gd name="T1" fmla="*/ 1 h 23"/>
                <a:gd name="T2" fmla="*/ 7 w 15"/>
                <a:gd name="T3" fmla="*/ 1 h 23"/>
                <a:gd name="T4" fmla="*/ 2 w 15"/>
                <a:gd name="T5" fmla="*/ 2 h 23"/>
                <a:gd name="T6" fmla="*/ 1 w 15"/>
                <a:gd name="T7" fmla="*/ 7 h 23"/>
                <a:gd name="T8" fmla="*/ 2 w 15"/>
                <a:gd name="T9" fmla="*/ 11 h 23"/>
                <a:gd name="T10" fmla="*/ 1 w 15"/>
                <a:gd name="T11" fmla="*/ 23 h 23"/>
                <a:gd name="T12" fmla="*/ 4 w 15"/>
                <a:gd name="T13" fmla="*/ 20 h 23"/>
                <a:gd name="T14" fmla="*/ 7 w 15"/>
                <a:gd name="T15" fmla="*/ 20 h 23"/>
                <a:gd name="T16" fmla="*/ 9 w 15"/>
                <a:gd name="T17" fmla="*/ 23 h 23"/>
                <a:gd name="T18" fmla="*/ 9 w 15"/>
                <a:gd name="T19" fmla="*/ 20 h 23"/>
                <a:gd name="T20" fmla="*/ 6 w 15"/>
                <a:gd name="T21" fmla="*/ 16 h 23"/>
                <a:gd name="T22" fmla="*/ 4 w 15"/>
                <a:gd name="T23" fmla="*/ 7 h 23"/>
                <a:gd name="T24" fmla="*/ 9 w 15"/>
                <a:gd name="T25" fmla="*/ 3 h 23"/>
                <a:gd name="T26" fmla="*/ 15 w 15"/>
                <a:gd name="T27" fmla="*/ 6 h 23"/>
                <a:gd name="T28" fmla="*/ 12 w 15"/>
                <a:gd name="T2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3">
                  <a:moveTo>
                    <a:pt x="12" y="1"/>
                  </a:moveTo>
                  <a:cubicBezTo>
                    <a:pt x="11" y="1"/>
                    <a:pt x="9" y="1"/>
                    <a:pt x="7" y="1"/>
                  </a:cubicBezTo>
                  <a:cubicBezTo>
                    <a:pt x="5" y="1"/>
                    <a:pt x="3" y="0"/>
                    <a:pt x="2" y="2"/>
                  </a:cubicBezTo>
                  <a:cubicBezTo>
                    <a:pt x="2" y="4"/>
                    <a:pt x="1" y="5"/>
                    <a:pt x="1" y="7"/>
                  </a:cubicBezTo>
                  <a:cubicBezTo>
                    <a:pt x="1" y="8"/>
                    <a:pt x="2" y="9"/>
                    <a:pt x="2" y="11"/>
                  </a:cubicBezTo>
                  <a:cubicBezTo>
                    <a:pt x="2" y="12"/>
                    <a:pt x="0" y="23"/>
                    <a:pt x="1" y="23"/>
                  </a:cubicBezTo>
                  <a:cubicBezTo>
                    <a:pt x="3" y="22"/>
                    <a:pt x="1" y="19"/>
                    <a:pt x="4" y="20"/>
                  </a:cubicBezTo>
                  <a:cubicBezTo>
                    <a:pt x="5" y="20"/>
                    <a:pt x="7" y="19"/>
                    <a:pt x="7" y="20"/>
                  </a:cubicBezTo>
                  <a:cubicBezTo>
                    <a:pt x="8" y="20"/>
                    <a:pt x="8" y="23"/>
                    <a:pt x="9" y="23"/>
                  </a:cubicBezTo>
                  <a:cubicBezTo>
                    <a:pt x="9" y="23"/>
                    <a:pt x="9" y="20"/>
                    <a:pt x="9" y="20"/>
                  </a:cubicBezTo>
                  <a:cubicBezTo>
                    <a:pt x="9" y="18"/>
                    <a:pt x="7" y="17"/>
                    <a:pt x="6" y="16"/>
                  </a:cubicBezTo>
                  <a:cubicBezTo>
                    <a:pt x="5" y="14"/>
                    <a:pt x="2" y="9"/>
                    <a:pt x="4" y="7"/>
                  </a:cubicBezTo>
                  <a:cubicBezTo>
                    <a:pt x="7" y="5"/>
                    <a:pt x="6" y="4"/>
                    <a:pt x="9" y="3"/>
                  </a:cubicBezTo>
                  <a:cubicBezTo>
                    <a:pt x="11" y="2"/>
                    <a:pt x="14" y="4"/>
                    <a:pt x="15" y="6"/>
                  </a:cubicBezTo>
                  <a:cubicBezTo>
                    <a:pt x="14" y="4"/>
                    <a:pt x="13" y="2"/>
                    <a:pt x="1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5" name="Freeform 723">
              <a:extLst>
                <a:ext uri="{FF2B5EF4-FFF2-40B4-BE49-F238E27FC236}">
                  <a16:creationId xmlns:a16="http://schemas.microsoft.com/office/drawing/2014/main" id="{335CB5F0-C9CA-4A58-4D0A-9A19AF51E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5504" y="6200514"/>
              <a:ext cx="247401" cy="312476"/>
            </a:xfrm>
            <a:custGeom>
              <a:avLst/>
              <a:gdLst>
                <a:gd name="T0" fmla="*/ 5 w 21"/>
                <a:gd name="T1" fmla="*/ 1 h 25"/>
                <a:gd name="T2" fmla="*/ 4 w 21"/>
                <a:gd name="T3" fmla="*/ 7 h 25"/>
                <a:gd name="T4" fmla="*/ 1 w 21"/>
                <a:gd name="T5" fmla="*/ 9 h 25"/>
                <a:gd name="T6" fmla="*/ 3 w 21"/>
                <a:gd name="T7" fmla="*/ 11 h 25"/>
                <a:gd name="T8" fmla="*/ 2 w 21"/>
                <a:gd name="T9" fmla="*/ 14 h 25"/>
                <a:gd name="T10" fmla="*/ 3 w 21"/>
                <a:gd name="T11" fmla="*/ 16 h 25"/>
                <a:gd name="T12" fmla="*/ 1 w 21"/>
                <a:gd name="T13" fmla="*/ 20 h 25"/>
                <a:gd name="T14" fmla="*/ 3 w 21"/>
                <a:gd name="T15" fmla="*/ 21 h 25"/>
                <a:gd name="T16" fmla="*/ 0 w 21"/>
                <a:gd name="T17" fmla="*/ 24 h 25"/>
                <a:gd name="T18" fmla="*/ 2 w 21"/>
                <a:gd name="T19" fmla="*/ 23 h 25"/>
                <a:gd name="T20" fmla="*/ 3 w 21"/>
                <a:gd name="T21" fmla="*/ 24 h 25"/>
                <a:gd name="T22" fmla="*/ 6 w 21"/>
                <a:gd name="T23" fmla="*/ 22 h 25"/>
                <a:gd name="T24" fmla="*/ 8 w 21"/>
                <a:gd name="T25" fmla="*/ 22 h 25"/>
                <a:gd name="T26" fmla="*/ 9 w 21"/>
                <a:gd name="T27" fmla="*/ 22 h 25"/>
                <a:gd name="T28" fmla="*/ 12 w 21"/>
                <a:gd name="T29" fmla="*/ 21 h 25"/>
                <a:gd name="T30" fmla="*/ 14 w 21"/>
                <a:gd name="T31" fmla="*/ 20 h 25"/>
                <a:gd name="T32" fmla="*/ 17 w 21"/>
                <a:gd name="T33" fmla="*/ 18 h 25"/>
                <a:gd name="T34" fmla="*/ 20 w 21"/>
                <a:gd name="T35" fmla="*/ 20 h 25"/>
                <a:gd name="T36" fmla="*/ 19 w 21"/>
                <a:gd name="T37" fmla="*/ 16 h 25"/>
                <a:gd name="T38" fmla="*/ 17 w 21"/>
                <a:gd name="T39" fmla="*/ 12 h 25"/>
                <a:gd name="T40" fmla="*/ 12 w 21"/>
                <a:gd name="T41" fmla="*/ 0 h 25"/>
                <a:gd name="T42" fmla="*/ 5 w 21"/>
                <a:gd name="T43" fmla="*/ 1 h 25"/>
                <a:gd name="T44" fmla="*/ 5 w 21"/>
                <a:gd name="T45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5">
                  <a:moveTo>
                    <a:pt x="5" y="1"/>
                  </a:moveTo>
                  <a:cubicBezTo>
                    <a:pt x="3" y="2"/>
                    <a:pt x="2" y="6"/>
                    <a:pt x="4" y="7"/>
                  </a:cubicBezTo>
                  <a:cubicBezTo>
                    <a:pt x="7" y="10"/>
                    <a:pt x="2" y="9"/>
                    <a:pt x="1" y="9"/>
                  </a:cubicBezTo>
                  <a:cubicBezTo>
                    <a:pt x="1" y="9"/>
                    <a:pt x="3" y="11"/>
                    <a:pt x="3" y="11"/>
                  </a:cubicBezTo>
                  <a:cubicBezTo>
                    <a:pt x="3" y="13"/>
                    <a:pt x="3" y="13"/>
                    <a:pt x="2" y="14"/>
                  </a:cubicBezTo>
                  <a:cubicBezTo>
                    <a:pt x="2" y="14"/>
                    <a:pt x="3" y="15"/>
                    <a:pt x="3" y="16"/>
                  </a:cubicBezTo>
                  <a:cubicBezTo>
                    <a:pt x="2" y="17"/>
                    <a:pt x="1" y="20"/>
                    <a:pt x="1" y="20"/>
                  </a:cubicBezTo>
                  <a:cubicBezTo>
                    <a:pt x="1" y="20"/>
                    <a:pt x="3" y="20"/>
                    <a:pt x="3" y="21"/>
                  </a:cubicBezTo>
                  <a:cubicBezTo>
                    <a:pt x="3" y="21"/>
                    <a:pt x="0" y="23"/>
                    <a:pt x="0" y="24"/>
                  </a:cubicBezTo>
                  <a:cubicBezTo>
                    <a:pt x="0" y="24"/>
                    <a:pt x="1" y="23"/>
                    <a:pt x="2" y="23"/>
                  </a:cubicBezTo>
                  <a:cubicBezTo>
                    <a:pt x="2" y="23"/>
                    <a:pt x="2" y="25"/>
                    <a:pt x="3" y="24"/>
                  </a:cubicBezTo>
                  <a:cubicBezTo>
                    <a:pt x="3" y="23"/>
                    <a:pt x="5" y="22"/>
                    <a:pt x="6" y="22"/>
                  </a:cubicBezTo>
                  <a:cubicBezTo>
                    <a:pt x="7" y="21"/>
                    <a:pt x="6" y="25"/>
                    <a:pt x="8" y="22"/>
                  </a:cubicBezTo>
                  <a:cubicBezTo>
                    <a:pt x="9" y="20"/>
                    <a:pt x="8" y="21"/>
                    <a:pt x="9" y="22"/>
                  </a:cubicBezTo>
                  <a:cubicBezTo>
                    <a:pt x="9" y="22"/>
                    <a:pt x="12" y="21"/>
                    <a:pt x="12" y="21"/>
                  </a:cubicBezTo>
                  <a:cubicBezTo>
                    <a:pt x="14" y="21"/>
                    <a:pt x="13" y="20"/>
                    <a:pt x="14" y="20"/>
                  </a:cubicBezTo>
                  <a:cubicBezTo>
                    <a:pt x="16" y="20"/>
                    <a:pt x="16" y="19"/>
                    <a:pt x="17" y="18"/>
                  </a:cubicBezTo>
                  <a:cubicBezTo>
                    <a:pt x="18" y="16"/>
                    <a:pt x="19" y="19"/>
                    <a:pt x="20" y="20"/>
                  </a:cubicBezTo>
                  <a:cubicBezTo>
                    <a:pt x="21" y="20"/>
                    <a:pt x="19" y="16"/>
                    <a:pt x="19" y="16"/>
                  </a:cubicBezTo>
                  <a:cubicBezTo>
                    <a:pt x="18" y="15"/>
                    <a:pt x="17" y="14"/>
                    <a:pt x="17" y="12"/>
                  </a:cubicBezTo>
                  <a:cubicBezTo>
                    <a:pt x="17" y="7"/>
                    <a:pt x="14" y="4"/>
                    <a:pt x="12" y="0"/>
                  </a:cubicBezTo>
                  <a:cubicBezTo>
                    <a:pt x="10" y="2"/>
                    <a:pt x="8" y="1"/>
                    <a:pt x="5" y="1"/>
                  </a:cubicBezTo>
                  <a:cubicBezTo>
                    <a:pt x="5" y="2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6" name="Freeform 724">
              <a:extLst>
                <a:ext uri="{FF2B5EF4-FFF2-40B4-BE49-F238E27FC236}">
                  <a16:creationId xmlns:a16="http://schemas.microsoft.com/office/drawing/2014/main" id="{70EB3F03-EAC0-DBE0-1F4E-775A5FA6D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1757" y="5866923"/>
              <a:ext cx="375092" cy="384263"/>
            </a:xfrm>
            <a:custGeom>
              <a:avLst/>
              <a:gdLst>
                <a:gd name="T0" fmla="*/ 32 w 32"/>
                <a:gd name="T1" fmla="*/ 3 h 31"/>
                <a:gd name="T2" fmla="*/ 29 w 32"/>
                <a:gd name="T3" fmla="*/ 1 h 31"/>
                <a:gd name="T4" fmla="*/ 27 w 32"/>
                <a:gd name="T5" fmla="*/ 4 h 31"/>
                <a:gd name="T6" fmla="*/ 25 w 32"/>
                <a:gd name="T7" fmla="*/ 5 h 31"/>
                <a:gd name="T8" fmla="*/ 20 w 32"/>
                <a:gd name="T9" fmla="*/ 6 h 31"/>
                <a:gd name="T10" fmla="*/ 20 w 32"/>
                <a:gd name="T11" fmla="*/ 10 h 31"/>
                <a:gd name="T12" fmla="*/ 13 w 32"/>
                <a:gd name="T13" fmla="*/ 9 h 31"/>
                <a:gd name="T14" fmla="*/ 10 w 32"/>
                <a:gd name="T15" fmla="*/ 12 h 31"/>
                <a:gd name="T16" fmla="*/ 0 w 32"/>
                <a:gd name="T17" fmla="*/ 19 h 31"/>
                <a:gd name="T18" fmla="*/ 6 w 32"/>
                <a:gd name="T19" fmla="*/ 21 h 31"/>
                <a:gd name="T20" fmla="*/ 5 w 32"/>
                <a:gd name="T21" fmla="*/ 24 h 31"/>
                <a:gd name="T22" fmla="*/ 6 w 32"/>
                <a:gd name="T23" fmla="*/ 26 h 31"/>
                <a:gd name="T24" fmla="*/ 3 w 32"/>
                <a:gd name="T25" fmla="*/ 29 h 31"/>
                <a:gd name="T26" fmla="*/ 5 w 32"/>
                <a:gd name="T27" fmla="*/ 30 h 31"/>
                <a:gd name="T28" fmla="*/ 5 w 32"/>
                <a:gd name="T29" fmla="*/ 31 h 31"/>
                <a:gd name="T30" fmla="*/ 9 w 32"/>
                <a:gd name="T31" fmla="*/ 31 h 31"/>
                <a:gd name="T32" fmla="*/ 12 w 32"/>
                <a:gd name="T33" fmla="*/ 31 h 31"/>
                <a:gd name="T34" fmla="*/ 14 w 32"/>
                <a:gd name="T35" fmla="*/ 28 h 31"/>
                <a:gd name="T36" fmla="*/ 21 w 32"/>
                <a:gd name="T37" fmla="*/ 27 h 31"/>
                <a:gd name="T38" fmla="*/ 16 w 32"/>
                <a:gd name="T39" fmla="*/ 22 h 31"/>
                <a:gd name="T40" fmla="*/ 20 w 32"/>
                <a:gd name="T41" fmla="*/ 19 h 31"/>
                <a:gd name="T42" fmla="*/ 27 w 32"/>
                <a:gd name="T43" fmla="*/ 14 h 31"/>
                <a:gd name="T44" fmla="*/ 27 w 32"/>
                <a:gd name="T45" fmla="*/ 8 h 31"/>
                <a:gd name="T46" fmla="*/ 32 w 32"/>
                <a:gd name="T47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" h="31">
                  <a:moveTo>
                    <a:pt x="32" y="3"/>
                  </a:moveTo>
                  <a:cubicBezTo>
                    <a:pt x="31" y="2"/>
                    <a:pt x="30" y="0"/>
                    <a:pt x="29" y="1"/>
                  </a:cubicBezTo>
                  <a:cubicBezTo>
                    <a:pt x="28" y="1"/>
                    <a:pt x="28" y="3"/>
                    <a:pt x="27" y="4"/>
                  </a:cubicBezTo>
                  <a:cubicBezTo>
                    <a:pt x="27" y="4"/>
                    <a:pt x="26" y="3"/>
                    <a:pt x="25" y="5"/>
                  </a:cubicBezTo>
                  <a:cubicBezTo>
                    <a:pt x="24" y="6"/>
                    <a:pt x="22" y="6"/>
                    <a:pt x="20" y="6"/>
                  </a:cubicBezTo>
                  <a:cubicBezTo>
                    <a:pt x="18" y="7"/>
                    <a:pt x="22" y="9"/>
                    <a:pt x="20" y="10"/>
                  </a:cubicBezTo>
                  <a:cubicBezTo>
                    <a:pt x="17" y="11"/>
                    <a:pt x="16" y="9"/>
                    <a:pt x="13" y="9"/>
                  </a:cubicBezTo>
                  <a:cubicBezTo>
                    <a:pt x="12" y="8"/>
                    <a:pt x="10" y="11"/>
                    <a:pt x="10" y="12"/>
                  </a:cubicBezTo>
                  <a:cubicBezTo>
                    <a:pt x="7" y="15"/>
                    <a:pt x="1" y="15"/>
                    <a:pt x="0" y="19"/>
                  </a:cubicBezTo>
                  <a:cubicBezTo>
                    <a:pt x="0" y="19"/>
                    <a:pt x="6" y="21"/>
                    <a:pt x="6" y="21"/>
                  </a:cubicBezTo>
                  <a:cubicBezTo>
                    <a:pt x="6" y="22"/>
                    <a:pt x="5" y="24"/>
                    <a:pt x="5" y="24"/>
                  </a:cubicBezTo>
                  <a:cubicBezTo>
                    <a:pt x="5" y="26"/>
                    <a:pt x="6" y="25"/>
                    <a:pt x="6" y="26"/>
                  </a:cubicBezTo>
                  <a:cubicBezTo>
                    <a:pt x="6" y="25"/>
                    <a:pt x="2" y="28"/>
                    <a:pt x="3" y="29"/>
                  </a:cubicBezTo>
                  <a:cubicBezTo>
                    <a:pt x="3" y="29"/>
                    <a:pt x="5" y="30"/>
                    <a:pt x="5" y="30"/>
                  </a:cubicBezTo>
                  <a:cubicBezTo>
                    <a:pt x="6" y="30"/>
                    <a:pt x="5" y="30"/>
                    <a:pt x="5" y="31"/>
                  </a:cubicBezTo>
                  <a:cubicBezTo>
                    <a:pt x="5" y="30"/>
                    <a:pt x="9" y="30"/>
                    <a:pt x="9" y="31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2" y="31"/>
                    <a:pt x="13" y="29"/>
                    <a:pt x="14" y="28"/>
                  </a:cubicBezTo>
                  <a:cubicBezTo>
                    <a:pt x="17" y="28"/>
                    <a:pt x="19" y="29"/>
                    <a:pt x="21" y="27"/>
                  </a:cubicBezTo>
                  <a:cubicBezTo>
                    <a:pt x="21" y="25"/>
                    <a:pt x="16" y="23"/>
                    <a:pt x="16" y="22"/>
                  </a:cubicBezTo>
                  <a:cubicBezTo>
                    <a:pt x="17" y="21"/>
                    <a:pt x="18" y="20"/>
                    <a:pt x="20" y="19"/>
                  </a:cubicBezTo>
                  <a:cubicBezTo>
                    <a:pt x="22" y="17"/>
                    <a:pt x="24" y="15"/>
                    <a:pt x="27" y="14"/>
                  </a:cubicBezTo>
                  <a:cubicBezTo>
                    <a:pt x="29" y="12"/>
                    <a:pt x="26" y="9"/>
                    <a:pt x="27" y="8"/>
                  </a:cubicBezTo>
                  <a:cubicBezTo>
                    <a:pt x="29" y="6"/>
                    <a:pt x="30" y="4"/>
                    <a:pt x="32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7" name="Freeform 725">
              <a:extLst>
                <a:ext uri="{FF2B5EF4-FFF2-40B4-BE49-F238E27FC236}">
                  <a16:creationId xmlns:a16="http://schemas.microsoft.com/office/drawing/2014/main" id="{034625E2-1F60-3355-7399-9FC446EA5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4560" y="4887268"/>
              <a:ext cx="279325" cy="308250"/>
            </a:xfrm>
            <a:custGeom>
              <a:avLst/>
              <a:gdLst>
                <a:gd name="T0" fmla="*/ 21 w 24"/>
                <a:gd name="T1" fmla="*/ 8 h 25"/>
                <a:gd name="T2" fmla="*/ 18 w 24"/>
                <a:gd name="T3" fmla="*/ 5 h 25"/>
                <a:gd name="T4" fmla="*/ 15 w 24"/>
                <a:gd name="T5" fmla="*/ 6 h 25"/>
                <a:gd name="T6" fmla="*/ 16 w 24"/>
                <a:gd name="T7" fmla="*/ 1 h 25"/>
                <a:gd name="T8" fmla="*/ 10 w 24"/>
                <a:gd name="T9" fmla="*/ 1 h 25"/>
                <a:gd name="T10" fmla="*/ 10 w 24"/>
                <a:gd name="T11" fmla="*/ 2 h 25"/>
                <a:gd name="T12" fmla="*/ 9 w 24"/>
                <a:gd name="T13" fmla="*/ 3 h 25"/>
                <a:gd name="T14" fmla="*/ 11 w 24"/>
                <a:gd name="T15" fmla="*/ 4 h 25"/>
                <a:gd name="T16" fmla="*/ 9 w 24"/>
                <a:gd name="T17" fmla="*/ 5 h 25"/>
                <a:gd name="T18" fmla="*/ 2 w 24"/>
                <a:gd name="T19" fmla="*/ 6 h 25"/>
                <a:gd name="T20" fmla="*/ 3 w 24"/>
                <a:gd name="T21" fmla="*/ 7 h 25"/>
                <a:gd name="T22" fmla="*/ 2 w 24"/>
                <a:gd name="T23" fmla="*/ 8 h 25"/>
                <a:gd name="T24" fmla="*/ 2 w 24"/>
                <a:gd name="T25" fmla="*/ 8 h 25"/>
                <a:gd name="T26" fmla="*/ 1 w 24"/>
                <a:gd name="T27" fmla="*/ 8 h 25"/>
                <a:gd name="T28" fmla="*/ 3 w 24"/>
                <a:gd name="T29" fmla="*/ 10 h 25"/>
                <a:gd name="T30" fmla="*/ 6 w 24"/>
                <a:gd name="T31" fmla="*/ 13 h 25"/>
                <a:gd name="T32" fmla="*/ 5 w 24"/>
                <a:gd name="T33" fmla="*/ 17 h 25"/>
                <a:gd name="T34" fmla="*/ 1 w 24"/>
                <a:gd name="T35" fmla="*/ 20 h 25"/>
                <a:gd name="T36" fmla="*/ 3 w 24"/>
                <a:gd name="T37" fmla="*/ 20 h 25"/>
                <a:gd name="T38" fmla="*/ 0 w 24"/>
                <a:gd name="T39" fmla="*/ 22 h 25"/>
                <a:gd name="T40" fmla="*/ 3 w 24"/>
                <a:gd name="T41" fmla="*/ 21 h 25"/>
                <a:gd name="T42" fmla="*/ 2 w 24"/>
                <a:gd name="T43" fmla="*/ 24 h 25"/>
                <a:gd name="T44" fmla="*/ 4 w 24"/>
                <a:gd name="T45" fmla="*/ 23 h 25"/>
                <a:gd name="T46" fmla="*/ 4 w 24"/>
                <a:gd name="T47" fmla="*/ 25 h 25"/>
                <a:gd name="T48" fmla="*/ 8 w 24"/>
                <a:gd name="T49" fmla="*/ 24 h 25"/>
                <a:gd name="T50" fmla="*/ 17 w 24"/>
                <a:gd name="T51" fmla="*/ 20 h 25"/>
                <a:gd name="T52" fmla="*/ 22 w 24"/>
                <a:gd name="T53" fmla="*/ 16 h 25"/>
                <a:gd name="T54" fmla="*/ 21 w 24"/>
                <a:gd name="T55" fmla="*/ 8 h 25"/>
                <a:gd name="T56" fmla="*/ 21 w 24"/>
                <a:gd name="T57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25">
                  <a:moveTo>
                    <a:pt x="21" y="8"/>
                  </a:moveTo>
                  <a:cubicBezTo>
                    <a:pt x="20" y="8"/>
                    <a:pt x="19" y="5"/>
                    <a:pt x="18" y="5"/>
                  </a:cubicBezTo>
                  <a:cubicBezTo>
                    <a:pt x="16" y="6"/>
                    <a:pt x="17" y="7"/>
                    <a:pt x="15" y="6"/>
                  </a:cubicBezTo>
                  <a:cubicBezTo>
                    <a:pt x="11" y="5"/>
                    <a:pt x="15" y="3"/>
                    <a:pt x="16" y="1"/>
                  </a:cubicBezTo>
                  <a:cubicBezTo>
                    <a:pt x="14" y="1"/>
                    <a:pt x="11" y="0"/>
                    <a:pt x="10" y="1"/>
                  </a:cubicBezTo>
                  <a:cubicBezTo>
                    <a:pt x="10" y="1"/>
                    <a:pt x="12" y="1"/>
                    <a:pt x="10" y="2"/>
                  </a:cubicBezTo>
                  <a:cubicBezTo>
                    <a:pt x="10" y="2"/>
                    <a:pt x="8" y="3"/>
                    <a:pt x="9" y="3"/>
                  </a:cubicBezTo>
                  <a:cubicBezTo>
                    <a:pt x="9" y="4"/>
                    <a:pt x="11" y="3"/>
                    <a:pt x="11" y="4"/>
                  </a:cubicBezTo>
                  <a:cubicBezTo>
                    <a:pt x="12" y="5"/>
                    <a:pt x="9" y="5"/>
                    <a:pt x="9" y="5"/>
                  </a:cubicBezTo>
                  <a:cubicBezTo>
                    <a:pt x="7" y="6"/>
                    <a:pt x="3" y="5"/>
                    <a:pt x="2" y="6"/>
                  </a:cubicBezTo>
                  <a:cubicBezTo>
                    <a:pt x="2" y="6"/>
                    <a:pt x="3" y="6"/>
                    <a:pt x="3" y="7"/>
                  </a:cubicBezTo>
                  <a:cubicBezTo>
                    <a:pt x="3" y="7"/>
                    <a:pt x="1" y="7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1" y="8"/>
                    <a:pt x="1" y="8"/>
                  </a:cubicBezTo>
                  <a:cubicBezTo>
                    <a:pt x="1" y="9"/>
                    <a:pt x="5" y="9"/>
                    <a:pt x="3" y="10"/>
                  </a:cubicBezTo>
                  <a:cubicBezTo>
                    <a:pt x="0" y="12"/>
                    <a:pt x="4" y="13"/>
                    <a:pt x="6" y="13"/>
                  </a:cubicBezTo>
                  <a:cubicBezTo>
                    <a:pt x="7" y="13"/>
                    <a:pt x="5" y="16"/>
                    <a:pt x="5" y="17"/>
                  </a:cubicBezTo>
                  <a:cubicBezTo>
                    <a:pt x="4" y="17"/>
                    <a:pt x="2" y="21"/>
                    <a:pt x="1" y="20"/>
                  </a:cubicBezTo>
                  <a:cubicBezTo>
                    <a:pt x="1" y="20"/>
                    <a:pt x="3" y="20"/>
                    <a:pt x="3" y="20"/>
                  </a:cubicBezTo>
                  <a:cubicBezTo>
                    <a:pt x="2" y="21"/>
                    <a:pt x="1" y="20"/>
                    <a:pt x="0" y="22"/>
                  </a:cubicBezTo>
                  <a:cubicBezTo>
                    <a:pt x="0" y="22"/>
                    <a:pt x="3" y="21"/>
                    <a:pt x="3" y="21"/>
                  </a:cubicBezTo>
                  <a:cubicBezTo>
                    <a:pt x="3" y="21"/>
                    <a:pt x="2" y="23"/>
                    <a:pt x="2" y="24"/>
                  </a:cubicBezTo>
                  <a:cubicBezTo>
                    <a:pt x="2" y="24"/>
                    <a:pt x="4" y="23"/>
                    <a:pt x="4" y="23"/>
                  </a:cubicBezTo>
                  <a:cubicBezTo>
                    <a:pt x="4" y="23"/>
                    <a:pt x="4" y="24"/>
                    <a:pt x="4" y="25"/>
                  </a:cubicBezTo>
                  <a:cubicBezTo>
                    <a:pt x="5" y="25"/>
                    <a:pt x="7" y="24"/>
                    <a:pt x="8" y="24"/>
                  </a:cubicBezTo>
                  <a:cubicBezTo>
                    <a:pt x="11" y="23"/>
                    <a:pt x="14" y="20"/>
                    <a:pt x="17" y="20"/>
                  </a:cubicBezTo>
                  <a:cubicBezTo>
                    <a:pt x="21" y="20"/>
                    <a:pt x="20" y="19"/>
                    <a:pt x="22" y="16"/>
                  </a:cubicBezTo>
                  <a:cubicBezTo>
                    <a:pt x="24" y="13"/>
                    <a:pt x="21" y="11"/>
                    <a:pt x="21" y="8"/>
                  </a:cubicBezTo>
                  <a:cubicBezTo>
                    <a:pt x="20" y="8"/>
                    <a:pt x="21" y="9"/>
                    <a:pt x="21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8" name="Freeform 726">
              <a:extLst>
                <a:ext uri="{FF2B5EF4-FFF2-40B4-BE49-F238E27FC236}">
                  <a16:creationId xmlns:a16="http://schemas.microsoft.com/office/drawing/2014/main" id="{F4AD634A-EEA4-9EC5-6339-F79C94E8D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4217" y="4874605"/>
              <a:ext cx="187546" cy="122456"/>
            </a:xfrm>
            <a:custGeom>
              <a:avLst/>
              <a:gdLst>
                <a:gd name="T0" fmla="*/ 1 w 16"/>
                <a:gd name="T1" fmla="*/ 6 h 10"/>
                <a:gd name="T2" fmla="*/ 4 w 16"/>
                <a:gd name="T3" fmla="*/ 8 h 10"/>
                <a:gd name="T4" fmla="*/ 5 w 16"/>
                <a:gd name="T5" fmla="*/ 7 h 10"/>
                <a:gd name="T6" fmla="*/ 8 w 16"/>
                <a:gd name="T7" fmla="*/ 8 h 10"/>
                <a:gd name="T8" fmla="*/ 11 w 16"/>
                <a:gd name="T9" fmla="*/ 4 h 10"/>
                <a:gd name="T10" fmla="*/ 11 w 16"/>
                <a:gd name="T11" fmla="*/ 2 h 10"/>
                <a:gd name="T12" fmla="*/ 7 w 16"/>
                <a:gd name="T13" fmla="*/ 1 h 10"/>
                <a:gd name="T14" fmla="*/ 4 w 16"/>
                <a:gd name="T15" fmla="*/ 2 h 10"/>
                <a:gd name="T16" fmla="*/ 1 w 16"/>
                <a:gd name="T17" fmla="*/ 6 h 10"/>
                <a:gd name="T18" fmla="*/ 1 w 16"/>
                <a:gd name="T1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0">
                  <a:moveTo>
                    <a:pt x="1" y="6"/>
                  </a:moveTo>
                  <a:cubicBezTo>
                    <a:pt x="0" y="7"/>
                    <a:pt x="3" y="8"/>
                    <a:pt x="4" y="8"/>
                  </a:cubicBezTo>
                  <a:cubicBezTo>
                    <a:pt x="4" y="8"/>
                    <a:pt x="5" y="7"/>
                    <a:pt x="5" y="7"/>
                  </a:cubicBezTo>
                  <a:cubicBezTo>
                    <a:pt x="6" y="6"/>
                    <a:pt x="7" y="7"/>
                    <a:pt x="8" y="8"/>
                  </a:cubicBezTo>
                  <a:cubicBezTo>
                    <a:pt x="10" y="10"/>
                    <a:pt x="16" y="5"/>
                    <a:pt x="11" y="4"/>
                  </a:cubicBezTo>
                  <a:cubicBezTo>
                    <a:pt x="12" y="4"/>
                    <a:pt x="11" y="2"/>
                    <a:pt x="11" y="2"/>
                  </a:cubicBezTo>
                  <a:cubicBezTo>
                    <a:pt x="10" y="0"/>
                    <a:pt x="9" y="0"/>
                    <a:pt x="7" y="1"/>
                  </a:cubicBezTo>
                  <a:cubicBezTo>
                    <a:pt x="6" y="1"/>
                    <a:pt x="4" y="1"/>
                    <a:pt x="4" y="2"/>
                  </a:cubicBezTo>
                  <a:cubicBezTo>
                    <a:pt x="3" y="3"/>
                    <a:pt x="1" y="4"/>
                    <a:pt x="1" y="6"/>
                  </a:cubicBezTo>
                  <a:cubicBezTo>
                    <a:pt x="1" y="6"/>
                    <a:pt x="1" y="5"/>
                    <a:pt x="1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39" name="Freeform 727">
              <a:extLst>
                <a:ext uri="{FF2B5EF4-FFF2-40B4-BE49-F238E27FC236}">
                  <a16:creationId xmlns:a16="http://schemas.microsoft.com/office/drawing/2014/main" id="{45C6E3FB-A71A-4015-861C-414F935BE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6383" y="5803584"/>
              <a:ext cx="734220" cy="570058"/>
            </a:xfrm>
            <a:custGeom>
              <a:avLst/>
              <a:gdLst>
                <a:gd name="T0" fmla="*/ 58 w 63"/>
                <a:gd name="T1" fmla="*/ 8 h 46"/>
                <a:gd name="T2" fmla="*/ 52 w 63"/>
                <a:gd name="T3" fmla="*/ 6 h 46"/>
                <a:gd name="T4" fmla="*/ 49 w 63"/>
                <a:gd name="T5" fmla="*/ 6 h 46"/>
                <a:gd name="T6" fmla="*/ 45 w 63"/>
                <a:gd name="T7" fmla="*/ 6 h 46"/>
                <a:gd name="T8" fmla="*/ 40 w 63"/>
                <a:gd name="T9" fmla="*/ 4 h 46"/>
                <a:gd name="T10" fmla="*/ 38 w 63"/>
                <a:gd name="T11" fmla="*/ 2 h 46"/>
                <a:gd name="T12" fmla="*/ 35 w 63"/>
                <a:gd name="T13" fmla="*/ 2 h 46"/>
                <a:gd name="T14" fmla="*/ 31 w 63"/>
                <a:gd name="T15" fmla="*/ 2 h 46"/>
                <a:gd name="T16" fmla="*/ 27 w 63"/>
                <a:gd name="T17" fmla="*/ 2 h 46"/>
                <a:gd name="T18" fmla="*/ 17 w 63"/>
                <a:gd name="T19" fmla="*/ 1 h 46"/>
                <a:gd name="T20" fmla="*/ 8 w 63"/>
                <a:gd name="T21" fmla="*/ 0 h 46"/>
                <a:gd name="T22" fmla="*/ 2 w 63"/>
                <a:gd name="T23" fmla="*/ 3 h 46"/>
                <a:gd name="T24" fmla="*/ 2 w 63"/>
                <a:gd name="T25" fmla="*/ 6 h 46"/>
                <a:gd name="T26" fmla="*/ 2 w 63"/>
                <a:gd name="T27" fmla="*/ 11 h 46"/>
                <a:gd name="T28" fmla="*/ 5 w 63"/>
                <a:gd name="T29" fmla="*/ 10 h 46"/>
                <a:gd name="T30" fmla="*/ 7 w 63"/>
                <a:gd name="T31" fmla="*/ 12 h 46"/>
                <a:gd name="T32" fmla="*/ 12 w 63"/>
                <a:gd name="T33" fmla="*/ 11 h 46"/>
                <a:gd name="T34" fmla="*/ 14 w 63"/>
                <a:gd name="T35" fmla="*/ 14 h 46"/>
                <a:gd name="T36" fmla="*/ 13 w 63"/>
                <a:gd name="T37" fmla="*/ 20 h 46"/>
                <a:gd name="T38" fmla="*/ 12 w 63"/>
                <a:gd name="T39" fmla="*/ 25 h 46"/>
                <a:gd name="T40" fmla="*/ 12 w 63"/>
                <a:gd name="T41" fmla="*/ 28 h 46"/>
                <a:gd name="T42" fmla="*/ 10 w 63"/>
                <a:gd name="T43" fmla="*/ 33 h 46"/>
                <a:gd name="T44" fmla="*/ 10 w 63"/>
                <a:gd name="T45" fmla="*/ 38 h 46"/>
                <a:gd name="T46" fmla="*/ 17 w 63"/>
                <a:gd name="T47" fmla="*/ 44 h 46"/>
                <a:gd name="T48" fmla="*/ 20 w 63"/>
                <a:gd name="T49" fmla="*/ 45 h 46"/>
                <a:gd name="T50" fmla="*/ 21 w 63"/>
                <a:gd name="T51" fmla="*/ 43 h 46"/>
                <a:gd name="T52" fmla="*/ 24 w 63"/>
                <a:gd name="T53" fmla="*/ 42 h 46"/>
                <a:gd name="T54" fmla="*/ 36 w 63"/>
                <a:gd name="T55" fmla="*/ 41 h 46"/>
                <a:gd name="T56" fmla="*/ 39 w 63"/>
                <a:gd name="T57" fmla="*/ 38 h 46"/>
                <a:gd name="T58" fmla="*/ 43 w 63"/>
                <a:gd name="T59" fmla="*/ 35 h 46"/>
                <a:gd name="T60" fmla="*/ 47 w 63"/>
                <a:gd name="T61" fmla="*/ 30 h 46"/>
                <a:gd name="T62" fmla="*/ 45 w 63"/>
                <a:gd name="T63" fmla="*/ 26 h 46"/>
                <a:gd name="T64" fmla="*/ 48 w 63"/>
                <a:gd name="T65" fmla="*/ 21 h 46"/>
                <a:gd name="T66" fmla="*/ 50 w 63"/>
                <a:gd name="T67" fmla="*/ 19 h 46"/>
                <a:gd name="T68" fmla="*/ 51 w 63"/>
                <a:gd name="T69" fmla="*/ 17 h 46"/>
                <a:gd name="T70" fmla="*/ 60 w 63"/>
                <a:gd name="T71" fmla="*/ 13 h 46"/>
                <a:gd name="T72" fmla="*/ 63 w 63"/>
                <a:gd name="T73" fmla="*/ 9 h 46"/>
                <a:gd name="T74" fmla="*/ 58 w 63"/>
                <a:gd name="T75" fmla="*/ 8 h 46"/>
                <a:gd name="T76" fmla="*/ 58 w 63"/>
                <a:gd name="T77" fmla="*/ 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3" h="46">
                  <a:moveTo>
                    <a:pt x="58" y="8"/>
                  </a:moveTo>
                  <a:cubicBezTo>
                    <a:pt x="55" y="8"/>
                    <a:pt x="54" y="7"/>
                    <a:pt x="52" y="6"/>
                  </a:cubicBezTo>
                  <a:cubicBezTo>
                    <a:pt x="51" y="5"/>
                    <a:pt x="50" y="6"/>
                    <a:pt x="49" y="6"/>
                  </a:cubicBezTo>
                  <a:cubicBezTo>
                    <a:pt x="48" y="6"/>
                    <a:pt x="46" y="6"/>
                    <a:pt x="45" y="6"/>
                  </a:cubicBezTo>
                  <a:cubicBezTo>
                    <a:pt x="43" y="5"/>
                    <a:pt x="41" y="4"/>
                    <a:pt x="40" y="4"/>
                  </a:cubicBezTo>
                  <a:cubicBezTo>
                    <a:pt x="39" y="3"/>
                    <a:pt x="39" y="3"/>
                    <a:pt x="38" y="2"/>
                  </a:cubicBezTo>
                  <a:cubicBezTo>
                    <a:pt x="37" y="3"/>
                    <a:pt x="36" y="2"/>
                    <a:pt x="35" y="2"/>
                  </a:cubicBezTo>
                  <a:cubicBezTo>
                    <a:pt x="33" y="1"/>
                    <a:pt x="32" y="2"/>
                    <a:pt x="31" y="2"/>
                  </a:cubicBezTo>
                  <a:cubicBezTo>
                    <a:pt x="29" y="2"/>
                    <a:pt x="28" y="2"/>
                    <a:pt x="27" y="2"/>
                  </a:cubicBezTo>
                  <a:cubicBezTo>
                    <a:pt x="24" y="2"/>
                    <a:pt x="21" y="1"/>
                    <a:pt x="17" y="1"/>
                  </a:cubicBezTo>
                  <a:cubicBezTo>
                    <a:pt x="15" y="1"/>
                    <a:pt x="11" y="0"/>
                    <a:pt x="8" y="0"/>
                  </a:cubicBezTo>
                  <a:cubicBezTo>
                    <a:pt x="7" y="1"/>
                    <a:pt x="4" y="2"/>
                    <a:pt x="2" y="3"/>
                  </a:cubicBezTo>
                  <a:cubicBezTo>
                    <a:pt x="0" y="4"/>
                    <a:pt x="1" y="5"/>
                    <a:pt x="2" y="6"/>
                  </a:cubicBezTo>
                  <a:cubicBezTo>
                    <a:pt x="2" y="8"/>
                    <a:pt x="2" y="9"/>
                    <a:pt x="2" y="11"/>
                  </a:cubicBezTo>
                  <a:cubicBezTo>
                    <a:pt x="3" y="11"/>
                    <a:pt x="5" y="10"/>
                    <a:pt x="5" y="10"/>
                  </a:cubicBezTo>
                  <a:cubicBezTo>
                    <a:pt x="6" y="10"/>
                    <a:pt x="5" y="12"/>
                    <a:pt x="7" y="12"/>
                  </a:cubicBezTo>
                  <a:cubicBezTo>
                    <a:pt x="9" y="12"/>
                    <a:pt x="10" y="11"/>
                    <a:pt x="12" y="11"/>
                  </a:cubicBezTo>
                  <a:cubicBezTo>
                    <a:pt x="14" y="10"/>
                    <a:pt x="16" y="13"/>
                    <a:pt x="14" y="14"/>
                  </a:cubicBezTo>
                  <a:cubicBezTo>
                    <a:pt x="12" y="16"/>
                    <a:pt x="13" y="17"/>
                    <a:pt x="13" y="20"/>
                  </a:cubicBezTo>
                  <a:cubicBezTo>
                    <a:pt x="12" y="21"/>
                    <a:pt x="13" y="24"/>
                    <a:pt x="12" y="25"/>
                  </a:cubicBezTo>
                  <a:cubicBezTo>
                    <a:pt x="9" y="25"/>
                    <a:pt x="10" y="26"/>
                    <a:pt x="12" y="28"/>
                  </a:cubicBezTo>
                  <a:cubicBezTo>
                    <a:pt x="13" y="29"/>
                    <a:pt x="10" y="31"/>
                    <a:pt x="10" y="33"/>
                  </a:cubicBezTo>
                  <a:cubicBezTo>
                    <a:pt x="12" y="35"/>
                    <a:pt x="10" y="36"/>
                    <a:pt x="10" y="38"/>
                  </a:cubicBezTo>
                  <a:cubicBezTo>
                    <a:pt x="13" y="37"/>
                    <a:pt x="15" y="42"/>
                    <a:pt x="17" y="44"/>
                  </a:cubicBezTo>
                  <a:cubicBezTo>
                    <a:pt x="17" y="45"/>
                    <a:pt x="19" y="46"/>
                    <a:pt x="20" y="45"/>
                  </a:cubicBezTo>
                  <a:cubicBezTo>
                    <a:pt x="20" y="45"/>
                    <a:pt x="21" y="44"/>
                    <a:pt x="21" y="43"/>
                  </a:cubicBezTo>
                  <a:cubicBezTo>
                    <a:pt x="22" y="43"/>
                    <a:pt x="24" y="42"/>
                    <a:pt x="24" y="42"/>
                  </a:cubicBezTo>
                  <a:cubicBezTo>
                    <a:pt x="28" y="41"/>
                    <a:pt x="32" y="42"/>
                    <a:pt x="36" y="41"/>
                  </a:cubicBezTo>
                  <a:cubicBezTo>
                    <a:pt x="37" y="40"/>
                    <a:pt x="37" y="39"/>
                    <a:pt x="39" y="38"/>
                  </a:cubicBezTo>
                  <a:cubicBezTo>
                    <a:pt x="41" y="37"/>
                    <a:pt x="42" y="36"/>
                    <a:pt x="43" y="35"/>
                  </a:cubicBezTo>
                  <a:cubicBezTo>
                    <a:pt x="44" y="32"/>
                    <a:pt x="45" y="31"/>
                    <a:pt x="47" y="30"/>
                  </a:cubicBezTo>
                  <a:cubicBezTo>
                    <a:pt x="48" y="29"/>
                    <a:pt x="46" y="27"/>
                    <a:pt x="45" y="26"/>
                  </a:cubicBezTo>
                  <a:cubicBezTo>
                    <a:pt x="45" y="25"/>
                    <a:pt x="47" y="22"/>
                    <a:pt x="48" y="21"/>
                  </a:cubicBezTo>
                  <a:cubicBezTo>
                    <a:pt x="48" y="21"/>
                    <a:pt x="49" y="20"/>
                    <a:pt x="50" y="19"/>
                  </a:cubicBezTo>
                  <a:cubicBezTo>
                    <a:pt x="50" y="19"/>
                    <a:pt x="50" y="17"/>
                    <a:pt x="51" y="17"/>
                  </a:cubicBezTo>
                  <a:cubicBezTo>
                    <a:pt x="54" y="15"/>
                    <a:pt x="57" y="14"/>
                    <a:pt x="60" y="13"/>
                  </a:cubicBezTo>
                  <a:cubicBezTo>
                    <a:pt x="61" y="12"/>
                    <a:pt x="63" y="11"/>
                    <a:pt x="63" y="9"/>
                  </a:cubicBezTo>
                  <a:cubicBezTo>
                    <a:pt x="62" y="7"/>
                    <a:pt x="60" y="9"/>
                    <a:pt x="58" y="8"/>
                  </a:cubicBezTo>
                  <a:cubicBezTo>
                    <a:pt x="55" y="8"/>
                    <a:pt x="60" y="9"/>
                    <a:pt x="58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0" name="Freeform 728">
              <a:extLst>
                <a:ext uri="{FF2B5EF4-FFF2-40B4-BE49-F238E27FC236}">
                  <a16:creationId xmlns:a16="http://schemas.microsoft.com/office/drawing/2014/main" id="{67D9AEDD-10FE-6B60-80E3-5BA6186AF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6383" y="5926043"/>
              <a:ext cx="187546" cy="375818"/>
            </a:xfrm>
            <a:custGeom>
              <a:avLst/>
              <a:gdLst>
                <a:gd name="T0" fmla="*/ 11 w 16"/>
                <a:gd name="T1" fmla="*/ 25 h 30"/>
                <a:gd name="T2" fmla="*/ 11 w 16"/>
                <a:gd name="T3" fmla="*/ 21 h 30"/>
                <a:gd name="T4" fmla="*/ 10 w 16"/>
                <a:gd name="T5" fmla="*/ 16 h 30"/>
                <a:gd name="T6" fmla="*/ 12 w 16"/>
                <a:gd name="T7" fmla="*/ 14 h 30"/>
                <a:gd name="T8" fmla="*/ 13 w 16"/>
                <a:gd name="T9" fmla="*/ 9 h 30"/>
                <a:gd name="T10" fmla="*/ 14 w 16"/>
                <a:gd name="T11" fmla="*/ 4 h 30"/>
                <a:gd name="T12" fmla="*/ 12 w 16"/>
                <a:gd name="T13" fmla="*/ 1 h 30"/>
                <a:gd name="T14" fmla="*/ 7 w 16"/>
                <a:gd name="T15" fmla="*/ 2 h 30"/>
                <a:gd name="T16" fmla="*/ 5 w 16"/>
                <a:gd name="T17" fmla="*/ 0 h 30"/>
                <a:gd name="T18" fmla="*/ 4 w 16"/>
                <a:gd name="T19" fmla="*/ 0 h 30"/>
                <a:gd name="T20" fmla="*/ 3 w 16"/>
                <a:gd name="T21" fmla="*/ 4 h 30"/>
                <a:gd name="T22" fmla="*/ 3 w 16"/>
                <a:gd name="T23" fmla="*/ 8 h 30"/>
                <a:gd name="T24" fmla="*/ 2 w 16"/>
                <a:gd name="T25" fmla="*/ 13 h 30"/>
                <a:gd name="T26" fmla="*/ 0 w 16"/>
                <a:gd name="T27" fmla="*/ 20 h 30"/>
                <a:gd name="T28" fmla="*/ 2 w 16"/>
                <a:gd name="T29" fmla="*/ 22 h 30"/>
                <a:gd name="T30" fmla="*/ 2 w 16"/>
                <a:gd name="T31" fmla="*/ 28 h 30"/>
                <a:gd name="T32" fmla="*/ 6 w 16"/>
                <a:gd name="T33" fmla="*/ 30 h 30"/>
                <a:gd name="T34" fmla="*/ 11 w 16"/>
                <a:gd name="T35" fmla="*/ 25 h 30"/>
                <a:gd name="T36" fmla="*/ 11 w 16"/>
                <a:gd name="T3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" h="30">
                  <a:moveTo>
                    <a:pt x="11" y="25"/>
                  </a:moveTo>
                  <a:cubicBezTo>
                    <a:pt x="12" y="23"/>
                    <a:pt x="10" y="22"/>
                    <a:pt x="11" y="21"/>
                  </a:cubicBezTo>
                  <a:cubicBezTo>
                    <a:pt x="12" y="18"/>
                    <a:pt x="12" y="18"/>
                    <a:pt x="10" y="16"/>
                  </a:cubicBezTo>
                  <a:cubicBezTo>
                    <a:pt x="9" y="14"/>
                    <a:pt x="11" y="15"/>
                    <a:pt x="12" y="14"/>
                  </a:cubicBezTo>
                  <a:cubicBezTo>
                    <a:pt x="13" y="13"/>
                    <a:pt x="13" y="10"/>
                    <a:pt x="13" y="9"/>
                  </a:cubicBezTo>
                  <a:cubicBezTo>
                    <a:pt x="13" y="6"/>
                    <a:pt x="12" y="6"/>
                    <a:pt x="14" y="4"/>
                  </a:cubicBezTo>
                  <a:cubicBezTo>
                    <a:pt x="16" y="3"/>
                    <a:pt x="14" y="0"/>
                    <a:pt x="12" y="1"/>
                  </a:cubicBezTo>
                  <a:cubicBezTo>
                    <a:pt x="10" y="1"/>
                    <a:pt x="9" y="2"/>
                    <a:pt x="7" y="2"/>
                  </a:cubicBezTo>
                  <a:cubicBezTo>
                    <a:pt x="5" y="2"/>
                    <a:pt x="6" y="0"/>
                    <a:pt x="5" y="0"/>
                  </a:cubicBezTo>
                  <a:cubicBezTo>
                    <a:pt x="6" y="0"/>
                    <a:pt x="3" y="0"/>
                    <a:pt x="4" y="0"/>
                  </a:cubicBezTo>
                  <a:cubicBezTo>
                    <a:pt x="2" y="1"/>
                    <a:pt x="3" y="2"/>
                    <a:pt x="3" y="4"/>
                  </a:cubicBezTo>
                  <a:cubicBezTo>
                    <a:pt x="3" y="5"/>
                    <a:pt x="3" y="7"/>
                    <a:pt x="3" y="8"/>
                  </a:cubicBezTo>
                  <a:cubicBezTo>
                    <a:pt x="2" y="10"/>
                    <a:pt x="2" y="12"/>
                    <a:pt x="2" y="13"/>
                  </a:cubicBezTo>
                  <a:cubicBezTo>
                    <a:pt x="1" y="16"/>
                    <a:pt x="0" y="17"/>
                    <a:pt x="0" y="20"/>
                  </a:cubicBezTo>
                  <a:cubicBezTo>
                    <a:pt x="1" y="21"/>
                    <a:pt x="2" y="20"/>
                    <a:pt x="2" y="22"/>
                  </a:cubicBezTo>
                  <a:cubicBezTo>
                    <a:pt x="3" y="23"/>
                    <a:pt x="2" y="26"/>
                    <a:pt x="2" y="28"/>
                  </a:cubicBezTo>
                  <a:cubicBezTo>
                    <a:pt x="2" y="30"/>
                    <a:pt x="4" y="30"/>
                    <a:pt x="6" y="30"/>
                  </a:cubicBezTo>
                  <a:cubicBezTo>
                    <a:pt x="10" y="30"/>
                    <a:pt x="9" y="27"/>
                    <a:pt x="11" y="25"/>
                  </a:cubicBezTo>
                  <a:cubicBezTo>
                    <a:pt x="12" y="23"/>
                    <a:pt x="10" y="26"/>
                    <a:pt x="11" y="2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1" name="Freeform 729">
              <a:extLst>
                <a:ext uri="{FF2B5EF4-FFF2-40B4-BE49-F238E27FC236}">
                  <a16:creationId xmlns:a16="http://schemas.microsoft.com/office/drawing/2014/main" id="{DBB1CAAE-169B-DA35-91B3-D1C147DB6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4909" y="9325265"/>
              <a:ext cx="618503" cy="1093666"/>
            </a:xfrm>
            <a:custGeom>
              <a:avLst/>
              <a:gdLst>
                <a:gd name="T0" fmla="*/ 52 w 53"/>
                <a:gd name="T1" fmla="*/ 23 h 88"/>
                <a:gd name="T2" fmla="*/ 50 w 53"/>
                <a:gd name="T3" fmla="*/ 3 h 88"/>
                <a:gd name="T4" fmla="*/ 46 w 53"/>
                <a:gd name="T5" fmla="*/ 3 h 88"/>
                <a:gd name="T6" fmla="*/ 41 w 53"/>
                <a:gd name="T7" fmla="*/ 6 h 88"/>
                <a:gd name="T8" fmla="*/ 38 w 53"/>
                <a:gd name="T9" fmla="*/ 7 h 88"/>
                <a:gd name="T10" fmla="*/ 32 w 53"/>
                <a:gd name="T11" fmla="*/ 7 h 88"/>
                <a:gd name="T12" fmla="*/ 28 w 53"/>
                <a:gd name="T13" fmla="*/ 7 h 88"/>
                <a:gd name="T14" fmla="*/ 23 w 53"/>
                <a:gd name="T15" fmla="*/ 7 h 88"/>
                <a:gd name="T16" fmla="*/ 24 w 53"/>
                <a:gd name="T17" fmla="*/ 18 h 88"/>
                <a:gd name="T18" fmla="*/ 25 w 53"/>
                <a:gd name="T19" fmla="*/ 20 h 88"/>
                <a:gd name="T20" fmla="*/ 27 w 53"/>
                <a:gd name="T21" fmla="*/ 22 h 88"/>
                <a:gd name="T22" fmla="*/ 27 w 53"/>
                <a:gd name="T23" fmla="*/ 28 h 88"/>
                <a:gd name="T24" fmla="*/ 25 w 53"/>
                <a:gd name="T25" fmla="*/ 31 h 88"/>
                <a:gd name="T26" fmla="*/ 24 w 53"/>
                <a:gd name="T27" fmla="*/ 35 h 88"/>
                <a:gd name="T28" fmla="*/ 20 w 53"/>
                <a:gd name="T29" fmla="*/ 31 h 88"/>
                <a:gd name="T30" fmla="*/ 21 w 53"/>
                <a:gd name="T31" fmla="*/ 25 h 88"/>
                <a:gd name="T32" fmla="*/ 16 w 53"/>
                <a:gd name="T33" fmla="*/ 22 h 88"/>
                <a:gd name="T34" fmla="*/ 13 w 53"/>
                <a:gd name="T35" fmla="*/ 20 h 88"/>
                <a:gd name="T36" fmla="*/ 2 w 53"/>
                <a:gd name="T37" fmla="*/ 24 h 88"/>
                <a:gd name="T38" fmla="*/ 0 w 53"/>
                <a:gd name="T39" fmla="*/ 26 h 88"/>
                <a:gd name="T40" fmla="*/ 1 w 53"/>
                <a:gd name="T41" fmla="*/ 30 h 88"/>
                <a:gd name="T42" fmla="*/ 12 w 53"/>
                <a:gd name="T43" fmla="*/ 35 h 88"/>
                <a:gd name="T44" fmla="*/ 13 w 53"/>
                <a:gd name="T45" fmla="*/ 44 h 88"/>
                <a:gd name="T46" fmla="*/ 12 w 53"/>
                <a:gd name="T47" fmla="*/ 52 h 88"/>
                <a:gd name="T48" fmla="*/ 6 w 53"/>
                <a:gd name="T49" fmla="*/ 62 h 88"/>
                <a:gd name="T50" fmla="*/ 6 w 53"/>
                <a:gd name="T51" fmla="*/ 69 h 88"/>
                <a:gd name="T52" fmla="*/ 8 w 53"/>
                <a:gd name="T53" fmla="*/ 78 h 88"/>
                <a:gd name="T54" fmla="*/ 9 w 53"/>
                <a:gd name="T55" fmla="*/ 87 h 88"/>
                <a:gd name="T56" fmla="*/ 12 w 53"/>
                <a:gd name="T57" fmla="*/ 86 h 88"/>
                <a:gd name="T58" fmla="*/ 13 w 53"/>
                <a:gd name="T59" fmla="*/ 83 h 88"/>
                <a:gd name="T60" fmla="*/ 11 w 53"/>
                <a:gd name="T61" fmla="*/ 83 h 88"/>
                <a:gd name="T62" fmla="*/ 16 w 53"/>
                <a:gd name="T63" fmla="*/ 77 h 88"/>
                <a:gd name="T64" fmla="*/ 25 w 53"/>
                <a:gd name="T65" fmla="*/ 72 h 88"/>
                <a:gd name="T66" fmla="*/ 25 w 53"/>
                <a:gd name="T67" fmla="*/ 64 h 88"/>
                <a:gd name="T68" fmla="*/ 21 w 53"/>
                <a:gd name="T69" fmla="*/ 48 h 88"/>
                <a:gd name="T70" fmla="*/ 24 w 53"/>
                <a:gd name="T71" fmla="*/ 48 h 88"/>
                <a:gd name="T72" fmla="*/ 29 w 53"/>
                <a:gd name="T73" fmla="*/ 44 h 88"/>
                <a:gd name="T74" fmla="*/ 35 w 53"/>
                <a:gd name="T75" fmla="*/ 38 h 88"/>
                <a:gd name="T76" fmla="*/ 40 w 53"/>
                <a:gd name="T77" fmla="*/ 36 h 88"/>
                <a:gd name="T78" fmla="*/ 46 w 53"/>
                <a:gd name="T79" fmla="*/ 32 h 88"/>
                <a:gd name="T80" fmla="*/ 52 w 53"/>
                <a:gd name="T81" fmla="*/ 23 h 88"/>
                <a:gd name="T82" fmla="*/ 52 w 53"/>
                <a:gd name="T83" fmla="*/ 2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" h="88">
                  <a:moveTo>
                    <a:pt x="52" y="23"/>
                  </a:moveTo>
                  <a:cubicBezTo>
                    <a:pt x="49" y="17"/>
                    <a:pt x="50" y="9"/>
                    <a:pt x="50" y="3"/>
                  </a:cubicBezTo>
                  <a:cubicBezTo>
                    <a:pt x="50" y="0"/>
                    <a:pt x="48" y="2"/>
                    <a:pt x="46" y="3"/>
                  </a:cubicBezTo>
                  <a:cubicBezTo>
                    <a:pt x="45" y="4"/>
                    <a:pt x="43" y="6"/>
                    <a:pt x="41" y="6"/>
                  </a:cubicBezTo>
                  <a:cubicBezTo>
                    <a:pt x="40" y="6"/>
                    <a:pt x="38" y="5"/>
                    <a:pt x="38" y="7"/>
                  </a:cubicBezTo>
                  <a:cubicBezTo>
                    <a:pt x="36" y="10"/>
                    <a:pt x="34" y="7"/>
                    <a:pt x="32" y="7"/>
                  </a:cubicBezTo>
                  <a:cubicBezTo>
                    <a:pt x="30" y="7"/>
                    <a:pt x="30" y="9"/>
                    <a:pt x="28" y="7"/>
                  </a:cubicBezTo>
                  <a:cubicBezTo>
                    <a:pt x="27" y="7"/>
                    <a:pt x="24" y="7"/>
                    <a:pt x="23" y="7"/>
                  </a:cubicBezTo>
                  <a:cubicBezTo>
                    <a:pt x="20" y="7"/>
                    <a:pt x="21" y="16"/>
                    <a:pt x="24" y="18"/>
                  </a:cubicBezTo>
                  <a:cubicBezTo>
                    <a:pt x="24" y="18"/>
                    <a:pt x="24" y="20"/>
                    <a:pt x="25" y="20"/>
                  </a:cubicBezTo>
                  <a:cubicBezTo>
                    <a:pt x="25" y="21"/>
                    <a:pt x="26" y="21"/>
                    <a:pt x="27" y="22"/>
                  </a:cubicBezTo>
                  <a:cubicBezTo>
                    <a:pt x="27" y="24"/>
                    <a:pt x="27" y="27"/>
                    <a:pt x="27" y="28"/>
                  </a:cubicBezTo>
                  <a:cubicBezTo>
                    <a:pt x="27" y="30"/>
                    <a:pt x="28" y="31"/>
                    <a:pt x="25" y="31"/>
                  </a:cubicBezTo>
                  <a:cubicBezTo>
                    <a:pt x="24" y="31"/>
                    <a:pt x="24" y="34"/>
                    <a:pt x="24" y="35"/>
                  </a:cubicBezTo>
                  <a:cubicBezTo>
                    <a:pt x="23" y="34"/>
                    <a:pt x="21" y="32"/>
                    <a:pt x="20" y="31"/>
                  </a:cubicBezTo>
                  <a:cubicBezTo>
                    <a:pt x="19" y="29"/>
                    <a:pt x="21" y="27"/>
                    <a:pt x="21" y="25"/>
                  </a:cubicBezTo>
                  <a:cubicBezTo>
                    <a:pt x="22" y="20"/>
                    <a:pt x="19" y="24"/>
                    <a:pt x="16" y="22"/>
                  </a:cubicBezTo>
                  <a:cubicBezTo>
                    <a:pt x="15" y="21"/>
                    <a:pt x="15" y="19"/>
                    <a:pt x="13" y="20"/>
                  </a:cubicBezTo>
                  <a:cubicBezTo>
                    <a:pt x="9" y="22"/>
                    <a:pt x="6" y="23"/>
                    <a:pt x="2" y="24"/>
                  </a:cubicBezTo>
                  <a:cubicBezTo>
                    <a:pt x="1" y="25"/>
                    <a:pt x="0" y="25"/>
                    <a:pt x="0" y="26"/>
                  </a:cubicBezTo>
                  <a:cubicBezTo>
                    <a:pt x="0" y="27"/>
                    <a:pt x="1" y="29"/>
                    <a:pt x="1" y="30"/>
                  </a:cubicBezTo>
                  <a:cubicBezTo>
                    <a:pt x="4" y="30"/>
                    <a:pt x="12" y="32"/>
                    <a:pt x="12" y="35"/>
                  </a:cubicBezTo>
                  <a:cubicBezTo>
                    <a:pt x="13" y="38"/>
                    <a:pt x="13" y="41"/>
                    <a:pt x="13" y="44"/>
                  </a:cubicBezTo>
                  <a:cubicBezTo>
                    <a:pt x="12" y="46"/>
                    <a:pt x="14" y="49"/>
                    <a:pt x="12" y="52"/>
                  </a:cubicBezTo>
                  <a:cubicBezTo>
                    <a:pt x="10" y="55"/>
                    <a:pt x="8" y="59"/>
                    <a:pt x="6" y="62"/>
                  </a:cubicBezTo>
                  <a:cubicBezTo>
                    <a:pt x="4" y="64"/>
                    <a:pt x="6" y="68"/>
                    <a:pt x="6" y="69"/>
                  </a:cubicBezTo>
                  <a:cubicBezTo>
                    <a:pt x="8" y="73"/>
                    <a:pt x="8" y="75"/>
                    <a:pt x="8" y="78"/>
                  </a:cubicBezTo>
                  <a:cubicBezTo>
                    <a:pt x="8" y="81"/>
                    <a:pt x="8" y="84"/>
                    <a:pt x="9" y="87"/>
                  </a:cubicBezTo>
                  <a:cubicBezTo>
                    <a:pt x="9" y="88"/>
                    <a:pt x="12" y="87"/>
                    <a:pt x="12" y="86"/>
                  </a:cubicBezTo>
                  <a:cubicBezTo>
                    <a:pt x="13" y="85"/>
                    <a:pt x="13" y="83"/>
                    <a:pt x="13" y="83"/>
                  </a:cubicBezTo>
                  <a:cubicBezTo>
                    <a:pt x="12" y="83"/>
                    <a:pt x="11" y="83"/>
                    <a:pt x="11" y="83"/>
                  </a:cubicBezTo>
                  <a:cubicBezTo>
                    <a:pt x="11" y="80"/>
                    <a:pt x="14" y="78"/>
                    <a:pt x="16" y="77"/>
                  </a:cubicBezTo>
                  <a:cubicBezTo>
                    <a:pt x="19" y="76"/>
                    <a:pt x="23" y="75"/>
                    <a:pt x="25" y="72"/>
                  </a:cubicBezTo>
                  <a:cubicBezTo>
                    <a:pt x="25" y="71"/>
                    <a:pt x="25" y="66"/>
                    <a:pt x="25" y="64"/>
                  </a:cubicBezTo>
                  <a:cubicBezTo>
                    <a:pt x="25" y="62"/>
                    <a:pt x="21" y="48"/>
                    <a:pt x="21" y="48"/>
                  </a:cubicBezTo>
                  <a:cubicBezTo>
                    <a:pt x="22" y="47"/>
                    <a:pt x="22" y="50"/>
                    <a:pt x="24" y="48"/>
                  </a:cubicBezTo>
                  <a:cubicBezTo>
                    <a:pt x="26" y="46"/>
                    <a:pt x="27" y="45"/>
                    <a:pt x="29" y="44"/>
                  </a:cubicBezTo>
                  <a:cubicBezTo>
                    <a:pt x="31" y="43"/>
                    <a:pt x="32" y="37"/>
                    <a:pt x="35" y="38"/>
                  </a:cubicBezTo>
                  <a:cubicBezTo>
                    <a:pt x="36" y="38"/>
                    <a:pt x="38" y="36"/>
                    <a:pt x="40" y="36"/>
                  </a:cubicBezTo>
                  <a:cubicBezTo>
                    <a:pt x="42" y="35"/>
                    <a:pt x="44" y="34"/>
                    <a:pt x="46" y="32"/>
                  </a:cubicBezTo>
                  <a:cubicBezTo>
                    <a:pt x="47" y="31"/>
                    <a:pt x="53" y="25"/>
                    <a:pt x="52" y="23"/>
                  </a:cubicBezTo>
                  <a:cubicBezTo>
                    <a:pt x="51" y="22"/>
                    <a:pt x="52" y="24"/>
                    <a:pt x="52" y="2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2" name="Freeform 730">
              <a:extLst>
                <a:ext uri="{FF2B5EF4-FFF2-40B4-BE49-F238E27FC236}">
                  <a16:creationId xmlns:a16="http://schemas.microsoft.com/office/drawing/2014/main" id="{790C6863-DED9-D05E-070F-9DB02DB9F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4570" y="9291484"/>
              <a:ext cx="187546" cy="468716"/>
            </a:xfrm>
            <a:custGeom>
              <a:avLst/>
              <a:gdLst>
                <a:gd name="T0" fmla="*/ 4 w 16"/>
                <a:gd name="T1" fmla="*/ 25 h 38"/>
                <a:gd name="T2" fmla="*/ 9 w 16"/>
                <a:gd name="T3" fmla="*/ 26 h 38"/>
                <a:gd name="T4" fmla="*/ 8 w 16"/>
                <a:gd name="T5" fmla="*/ 31 h 38"/>
                <a:gd name="T6" fmla="*/ 12 w 16"/>
                <a:gd name="T7" fmla="*/ 38 h 38"/>
                <a:gd name="T8" fmla="*/ 12 w 16"/>
                <a:gd name="T9" fmla="*/ 34 h 38"/>
                <a:gd name="T10" fmla="*/ 15 w 16"/>
                <a:gd name="T11" fmla="*/ 33 h 38"/>
                <a:gd name="T12" fmla="*/ 15 w 16"/>
                <a:gd name="T13" fmla="*/ 27 h 38"/>
                <a:gd name="T14" fmla="*/ 12 w 16"/>
                <a:gd name="T15" fmla="*/ 22 h 38"/>
                <a:gd name="T16" fmla="*/ 8 w 16"/>
                <a:gd name="T17" fmla="*/ 20 h 38"/>
                <a:gd name="T18" fmla="*/ 8 w 16"/>
                <a:gd name="T19" fmla="*/ 16 h 38"/>
                <a:gd name="T20" fmla="*/ 7 w 16"/>
                <a:gd name="T21" fmla="*/ 14 h 38"/>
                <a:gd name="T22" fmla="*/ 8 w 16"/>
                <a:gd name="T23" fmla="*/ 8 h 38"/>
                <a:gd name="T24" fmla="*/ 7 w 16"/>
                <a:gd name="T25" fmla="*/ 3 h 38"/>
                <a:gd name="T26" fmla="*/ 7 w 16"/>
                <a:gd name="T27" fmla="*/ 1 h 38"/>
                <a:gd name="T28" fmla="*/ 2 w 16"/>
                <a:gd name="T29" fmla="*/ 0 h 38"/>
                <a:gd name="T30" fmla="*/ 4 w 16"/>
                <a:gd name="T31" fmla="*/ 6 h 38"/>
                <a:gd name="T32" fmla="*/ 4 w 16"/>
                <a:gd name="T33" fmla="*/ 14 h 38"/>
                <a:gd name="T34" fmla="*/ 2 w 16"/>
                <a:gd name="T35" fmla="*/ 16 h 38"/>
                <a:gd name="T36" fmla="*/ 1 w 16"/>
                <a:gd name="T37" fmla="*/ 20 h 38"/>
                <a:gd name="T38" fmla="*/ 4 w 16"/>
                <a:gd name="T39" fmla="*/ 25 h 38"/>
                <a:gd name="T40" fmla="*/ 4 w 16"/>
                <a:gd name="T41" fmla="*/ 2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" h="38">
                  <a:moveTo>
                    <a:pt x="4" y="25"/>
                  </a:moveTo>
                  <a:cubicBezTo>
                    <a:pt x="6" y="26"/>
                    <a:pt x="9" y="24"/>
                    <a:pt x="9" y="26"/>
                  </a:cubicBezTo>
                  <a:cubicBezTo>
                    <a:pt x="10" y="28"/>
                    <a:pt x="9" y="29"/>
                    <a:pt x="8" y="31"/>
                  </a:cubicBezTo>
                  <a:cubicBezTo>
                    <a:pt x="6" y="33"/>
                    <a:pt x="10" y="36"/>
                    <a:pt x="12" y="38"/>
                  </a:cubicBezTo>
                  <a:cubicBezTo>
                    <a:pt x="13" y="37"/>
                    <a:pt x="12" y="35"/>
                    <a:pt x="12" y="34"/>
                  </a:cubicBezTo>
                  <a:cubicBezTo>
                    <a:pt x="13" y="33"/>
                    <a:pt x="16" y="35"/>
                    <a:pt x="15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4" y="25"/>
                    <a:pt x="13" y="24"/>
                    <a:pt x="12" y="22"/>
                  </a:cubicBezTo>
                  <a:cubicBezTo>
                    <a:pt x="11" y="25"/>
                    <a:pt x="8" y="21"/>
                    <a:pt x="8" y="20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8" y="14"/>
                    <a:pt x="8" y="15"/>
                    <a:pt x="7" y="14"/>
                  </a:cubicBezTo>
                  <a:cubicBezTo>
                    <a:pt x="6" y="14"/>
                    <a:pt x="8" y="8"/>
                    <a:pt x="8" y="8"/>
                  </a:cubicBezTo>
                  <a:cubicBezTo>
                    <a:pt x="8" y="6"/>
                    <a:pt x="7" y="5"/>
                    <a:pt x="7" y="3"/>
                  </a:cubicBezTo>
                  <a:cubicBezTo>
                    <a:pt x="6" y="2"/>
                    <a:pt x="5" y="0"/>
                    <a:pt x="7" y="1"/>
                  </a:cubicBezTo>
                  <a:cubicBezTo>
                    <a:pt x="6" y="0"/>
                    <a:pt x="3" y="0"/>
                    <a:pt x="2" y="0"/>
                  </a:cubicBezTo>
                  <a:cubicBezTo>
                    <a:pt x="2" y="1"/>
                    <a:pt x="6" y="5"/>
                    <a:pt x="4" y="6"/>
                  </a:cubicBezTo>
                  <a:cubicBezTo>
                    <a:pt x="1" y="7"/>
                    <a:pt x="2" y="12"/>
                    <a:pt x="4" y="14"/>
                  </a:cubicBezTo>
                  <a:cubicBezTo>
                    <a:pt x="4" y="15"/>
                    <a:pt x="2" y="15"/>
                    <a:pt x="2" y="16"/>
                  </a:cubicBezTo>
                  <a:cubicBezTo>
                    <a:pt x="1" y="16"/>
                    <a:pt x="1" y="19"/>
                    <a:pt x="1" y="20"/>
                  </a:cubicBezTo>
                  <a:cubicBezTo>
                    <a:pt x="0" y="22"/>
                    <a:pt x="3" y="24"/>
                    <a:pt x="4" y="25"/>
                  </a:cubicBezTo>
                  <a:cubicBezTo>
                    <a:pt x="5" y="26"/>
                    <a:pt x="4" y="24"/>
                    <a:pt x="4" y="2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3" name="Freeform 731">
              <a:extLst>
                <a:ext uri="{FF2B5EF4-FFF2-40B4-BE49-F238E27FC236}">
                  <a16:creationId xmlns:a16="http://schemas.microsoft.com/office/drawing/2014/main" id="{2E9E17EB-AA80-E2CF-C8D4-8D87031FF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0106" y="9202809"/>
              <a:ext cx="702297" cy="620731"/>
            </a:xfrm>
            <a:custGeom>
              <a:avLst/>
              <a:gdLst>
                <a:gd name="T0" fmla="*/ 56 w 60"/>
                <a:gd name="T1" fmla="*/ 30 h 50"/>
                <a:gd name="T2" fmla="*/ 55 w 60"/>
                <a:gd name="T3" fmla="*/ 24 h 50"/>
                <a:gd name="T4" fmla="*/ 57 w 60"/>
                <a:gd name="T5" fmla="*/ 22 h 50"/>
                <a:gd name="T6" fmla="*/ 57 w 60"/>
                <a:gd name="T7" fmla="*/ 19 h 50"/>
                <a:gd name="T8" fmla="*/ 58 w 60"/>
                <a:gd name="T9" fmla="*/ 13 h 50"/>
                <a:gd name="T10" fmla="*/ 56 w 60"/>
                <a:gd name="T11" fmla="*/ 8 h 50"/>
                <a:gd name="T12" fmla="*/ 51 w 60"/>
                <a:gd name="T13" fmla="*/ 5 h 50"/>
                <a:gd name="T14" fmla="*/ 48 w 60"/>
                <a:gd name="T15" fmla="*/ 3 h 50"/>
                <a:gd name="T16" fmla="*/ 45 w 60"/>
                <a:gd name="T17" fmla="*/ 0 h 50"/>
                <a:gd name="T18" fmla="*/ 38 w 60"/>
                <a:gd name="T19" fmla="*/ 1 h 50"/>
                <a:gd name="T20" fmla="*/ 34 w 60"/>
                <a:gd name="T21" fmla="*/ 4 h 50"/>
                <a:gd name="T22" fmla="*/ 35 w 60"/>
                <a:gd name="T23" fmla="*/ 10 h 50"/>
                <a:gd name="T24" fmla="*/ 33 w 60"/>
                <a:gd name="T25" fmla="*/ 17 h 50"/>
                <a:gd name="T26" fmla="*/ 37 w 60"/>
                <a:gd name="T27" fmla="*/ 21 h 50"/>
                <a:gd name="T28" fmla="*/ 40 w 60"/>
                <a:gd name="T29" fmla="*/ 23 h 50"/>
                <a:gd name="T30" fmla="*/ 39 w 60"/>
                <a:gd name="T31" fmla="*/ 26 h 50"/>
                <a:gd name="T32" fmla="*/ 35 w 60"/>
                <a:gd name="T33" fmla="*/ 26 h 50"/>
                <a:gd name="T34" fmla="*/ 31 w 60"/>
                <a:gd name="T35" fmla="*/ 22 h 50"/>
                <a:gd name="T36" fmla="*/ 27 w 60"/>
                <a:gd name="T37" fmla="*/ 17 h 50"/>
                <a:gd name="T38" fmla="*/ 20 w 60"/>
                <a:gd name="T39" fmla="*/ 18 h 50"/>
                <a:gd name="T40" fmla="*/ 16 w 60"/>
                <a:gd name="T41" fmla="*/ 16 h 50"/>
                <a:gd name="T42" fmla="*/ 14 w 60"/>
                <a:gd name="T43" fmla="*/ 16 h 50"/>
                <a:gd name="T44" fmla="*/ 11 w 60"/>
                <a:gd name="T45" fmla="*/ 14 h 50"/>
                <a:gd name="T46" fmla="*/ 11 w 60"/>
                <a:gd name="T47" fmla="*/ 20 h 50"/>
                <a:gd name="T48" fmla="*/ 10 w 60"/>
                <a:gd name="T49" fmla="*/ 24 h 50"/>
                <a:gd name="T50" fmla="*/ 2 w 60"/>
                <a:gd name="T51" fmla="*/ 24 h 50"/>
                <a:gd name="T52" fmla="*/ 1 w 60"/>
                <a:gd name="T53" fmla="*/ 29 h 50"/>
                <a:gd name="T54" fmla="*/ 3 w 60"/>
                <a:gd name="T55" fmla="*/ 43 h 50"/>
                <a:gd name="T56" fmla="*/ 8 w 60"/>
                <a:gd name="T57" fmla="*/ 48 h 50"/>
                <a:gd name="T58" fmla="*/ 16 w 60"/>
                <a:gd name="T59" fmla="*/ 50 h 50"/>
                <a:gd name="T60" fmla="*/ 18 w 60"/>
                <a:gd name="T61" fmla="*/ 50 h 50"/>
                <a:gd name="T62" fmla="*/ 22 w 60"/>
                <a:gd name="T63" fmla="*/ 50 h 50"/>
                <a:gd name="T64" fmla="*/ 28 w 60"/>
                <a:gd name="T65" fmla="*/ 47 h 50"/>
                <a:gd name="T66" fmla="*/ 31 w 60"/>
                <a:gd name="T67" fmla="*/ 44 h 50"/>
                <a:gd name="T68" fmla="*/ 35 w 60"/>
                <a:gd name="T69" fmla="*/ 41 h 50"/>
                <a:gd name="T70" fmla="*/ 37 w 60"/>
                <a:gd name="T71" fmla="*/ 38 h 50"/>
                <a:gd name="T72" fmla="*/ 43 w 60"/>
                <a:gd name="T73" fmla="*/ 38 h 50"/>
                <a:gd name="T74" fmla="*/ 42 w 60"/>
                <a:gd name="T75" fmla="*/ 35 h 50"/>
                <a:gd name="T76" fmla="*/ 46 w 60"/>
                <a:gd name="T77" fmla="*/ 33 h 50"/>
                <a:gd name="T78" fmla="*/ 56 w 60"/>
                <a:gd name="T79" fmla="*/ 30 h 50"/>
                <a:gd name="T80" fmla="*/ 56 w 60"/>
                <a:gd name="T81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0" h="50">
                  <a:moveTo>
                    <a:pt x="56" y="30"/>
                  </a:moveTo>
                  <a:cubicBezTo>
                    <a:pt x="54" y="27"/>
                    <a:pt x="56" y="27"/>
                    <a:pt x="55" y="24"/>
                  </a:cubicBezTo>
                  <a:cubicBezTo>
                    <a:pt x="55" y="23"/>
                    <a:pt x="56" y="23"/>
                    <a:pt x="57" y="22"/>
                  </a:cubicBezTo>
                  <a:cubicBezTo>
                    <a:pt x="58" y="21"/>
                    <a:pt x="57" y="20"/>
                    <a:pt x="57" y="19"/>
                  </a:cubicBezTo>
                  <a:cubicBezTo>
                    <a:pt x="56" y="17"/>
                    <a:pt x="56" y="14"/>
                    <a:pt x="58" y="13"/>
                  </a:cubicBezTo>
                  <a:cubicBezTo>
                    <a:pt x="60" y="12"/>
                    <a:pt x="57" y="9"/>
                    <a:pt x="56" y="8"/>
                  </a:cubicBezTo>
                  <a:cubicBezTo>
                    <a:pt x="55" y="6"/>
                    <a:pt x="53" y="5"/>
                    <a:pt x="51" y="5"/>
                  </a:cubicBezTo>
                  <a:cubicBezTo>
                    <a:pt x="50" y="4"/>
                    <a:pt x="49" y="3"/>
                    <a:pt x="48" y="3"/>
                  </a:cubicBezTo>
                  <a:cubicBezTo>
                    <a:pt x="47" y="2"/>
                    <a:pt x="46" y="1"/>
                    <a:pt x="45" y="0"/>
                  </a:cubicBezTo>
                  <a:cubicBezTo>
                    <a:pt x="45" y="0"/>
                    <a:pt x="39" y="1"/>
                    <a:pt x="38" y="1"/>
                  </a:cubicBezTo>
                  <a:cubicBezTo>
                    <a:pt x="36" y="1"/>
                    <a:pt x="36" y="3"/>
                    <a:pt x="34" y="4"/>
                  </a:cubicBezTo>
                  <a:cubicBezTo>
                    <a:pt x="33" y="6"/>
                    <a:pt x="34" y="9"/>
                    <a:pt x="35" y="10"/>
                  </a:cubicBezTo>
                  <a:cubicBezTo>
                    <a:pt x="35" y="13"/>
                    <a:pt x="33" y="14"/>
                    <a:pt x="33" y="17"/>
                  </a:cubicBezTo>
                  <a:cubicBezTo>
                    <a:pt x="33" y="18"/>
                    <a:pt x="35" y="21"/>
                    <a:pt x="37" y="21"/>
                  </a:cubicBezTo>
                  <a:cubicBezTo>
                    <a:pt x="39" y="21"/>
                    <a:pt x="40" y="20"/>
                    <a:pt x="40" y="23"/>
                  </a:cubicBezTo>
                  <a:cubicBezTo>
                    <a:pt x="40" y="25"/>
                    <a:pt x="40" y="26"/>
                    <a:pt x="39" y="26"/>
                  </a:cubicBezTo>
                  <a:cubicBezTo>
                    <a:pt x="37" y="27"/>
                    <a:pt x="36" y="28"/>
                    <a:pt x="35" y="26"/>
                  </a:cubicBezTo>
                  <a:cubicBezTo>
                    <a:pt x="34" y="24"/>
                    <a:pt x="33" y="22"/>
                    <a:pt x="31" y="22"/>
                  </a:cubicBezTo>
                  <a:cubicBezTo>
                    <a:pt x="29" y="21"/>
                    <a:pt x="28" y="19"/>
                    <a:pt x="27" y="17"/>
                  </a:cubicBezTo>
                  <a:cubicBezTo>
                    <a:pt x="25" y="21"/>
                    <a:pt x="23" y="19"/>
                    <a:pt x="20" y="18"/>
                  </a:cubicBezTo>
                  <a:cubicBezTo>
                    <a:pt x="18" y="18"/>
                    <a:pt x="18" y="16"/>
                    <a:pt x="16" y="16"/>
                  </a:cubicBezTo>
                  <a:cubicBezTo>
                    <a:pt x="16" y="16"/>
                    <a:pt x="15" y="17"/>
                    <a:pt x="14" y="16"/>
                  </a:cubicBezTo>
                  <a:cubicBezTo>
                    <a:pt x="13" y="16"/>
                    <a:pt x="13" y="14"/>
                    <a:pt x="11" y="14"/>
                  </a:cubicBezTo>
                  <a:cubicBezTo>
                    <a:pt x="11" y="16"/>
                    <a:pt x="11" y="18"/>
                    <a:pt x="11" y="20"/>
                  </a:cubicBezTo>
                  <a:cubicBezTo>
                    <a:pt x="11" y="22"/>
                    <a:pt x="12" y="24"/>
                    <a:pt x="10" y="24"/>
                  </a:cubicBezTo>
                  <a:cubicBezTo>
                    <a:pt x="7" y="24"/>
                    <a:pt x="4" y="24"/>
                    <a:pt x="2" y="24"/>
                  </a:cubicBezTo>
                  <a:cubicBezTo>
                    <a:pt x="1" y="24"/>
                    <a:pt x="1" y="28"/>
                    <a:pt x="1" y="29"/>
                  </a:cubicBezTo>
                  <a:cubicBezTo>
                    <a:pt x="1" y="33"/>
                    <a:pt x="0" y="40"/>
                    <a:pt x="3" y="43"/>
                  </a:cubicBezTo>
                  <a:cubicBezTo>
                    <a:pt x="4" y="44"/>
                    <a:pt x="7" y="48"/>
                    <a:pt x="8" y="48"/>
                  </a:cubicBezTo>
                  <a:cubicBezTo>
                    <a:pt x="10" y="47"/>
                    <a:pt x="19" y="47"/>
                    <a:pt x="16" y="50"/>
                  </a:cubicBezTo>
                  <a:cubicBezTo>
                    <a:pt x="18" y="50"/>
                    <a:pt x="17" y="50"/>
                    <a:pt x="18" y="50"/>
                  </a:cubicBezTo>
                  <a:cubicBezTo>
                    <a:pt x="20" y="49"/>
                    <a:pt x="21" y="50"/>
                    <a:pt x="22" y="50"/>
                  </a:cubicBezTo>
                  <a:cubicBezTo>
                    <a:pt x="25" y="50"/>
                    <a:pt x="27" y="50"/>
                    <a:pt x="28" y="47"/>
                  </a:cubicBezTo>
                  <a:cubicBezTo>
                    <a:pt x="29" y="46"/>
                    <a:pt x="30" y="45"/>
                    <a:pt x="31" y="44"/>
                  </a:cubicBezTo>
                  <a:cubicBezTo>
                    <a:pt x="32" y="43"/>
                    <a:pt x="34" y="43"/>
                    <a:pt x="35" y="41"/>
                  </a:cubicBezTo>
                  <a:cubicBezTo>
                    <a:pt x="36" y="40"/>
                    <a:pt x="36" y="39"/>
                    <a:pt x="37" y="38"/>
                  </a:cubicBezTo>
                  <a:cubicBezTo>
                    <a:pt x="39" y="38"/>
                    <a:pt x="41" y="38"/>
                    <a:pt x="43" y="38"/>
                  </a:cubicBezTo>
                  <a:cubicBezTo>
                    <a:pt x="42" y="37"/>
                    <a:pt x="42" y="35"/>
                    <a:pt x="42" y="35"/>
                  </a:cubicBezTo>
                  <a:cubicBezTo>
                    <a:pt x="44" y="34"/>
                    <a:pt x="45" y="34"/>
                    <a:pt x="46" y="33"/>
                  </a:cubicBezTo>
                  <a:cubicBezTo>
                    <a:pt x="49" y="32"/>
                    <a:pt x="53" y="31"/>
                    <a:pt x="56" y="30"/>
                  </a:cubicBezTo>
                  <a:cubicBezTo>
                    <a:pt x="55" y="29"/>
                    <a:pt x="55" y="30"/>
                    <a:pt x="56" y="3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4" name="Freeform 732">
              <a:extLst>
                <a:ext uri="{FF2B5EF4-FFF2-40B4-BE49-F238E27FC236}">
                  <a16:creationId xmlns:a16="http://schemas.microsoft.com/office/drawing/2014/main" id="{609BE2F5-4CA6-1FCC-AB9E-8FB3C10A9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5406" y="9760198"/>
              <a:ext cx="746192" cy="781193"/>
            </a:xfrm>
            <a:custGeom>
              <a:avLst/>
              <a:gdLst>
                <a:gd name="T0" fmla="*/ 33 w 64"/>
                <a:gd name="T1" fmla="*/ 5 h 63"/>
                <a:gd name="T2" fmla="*/ 31 w 64"/>
                <a:gd name="T3" fmla="*/ 2 h 63"/>
                <a:gd name="T4" fmla="*/ 28 w 64"/>
                <a:gd name="T5" fmla="*/ 2 h 63"/>
                <a:gd name="T6" fmla="*/ 18 w 64"/>
                <a:gd name="T7" fmla="*/ 2 h 63"/>
                <a:gd name="T8" fmla="*/ 10 w 64"/>
                <a:gd name="T9" fmla="*/ 2 h 63"/>
                <a:gd name="T10" fmla="*/ 7 w 64"/>
                <a:gd name="T11" fmla="*/ 0 h 63"/>
                <a:gd name="T12" fmla="*/ 4 w 64"/>
                <a:gd name="T13" fmla="*/ 2 h 63"/>
                <a:gd name="T14" fmla="*/ 1 w 64"/>
                <a:gd name="T15" fmla="*/ 2 h 63"/>
                <a:gd name="T16" fmla="*/ 6 w 64"/>
                <a:gd name="T17" fmla="*/ 14 h 63"/>
                <a:gd name="T18" fmla="*/ 9 w 64"/>
                <a:gd name="T19" fmla="*/ 21 h 63"/>
                <a:gd name="T20" fmla="*/ 13 w 64"/>
                <a:gd name="T21" fmla="*/ 29 h 63"/>
                <a:gd name="T22" fmla="*/ 13 w 64"/>
                <a:gd name="T23" fmla="*/ 34 h 63"/>
                <a:gd name="T24" fmla="*/ 14 w 64"/>
                <a:gd name="T25" fmla="*/ 42 h 63"/>
                <a:gd name="T26" fmla="*/ 16 w 64"/>
                <a:gd name="T27" fmla="*/ 51 h 63"/>
                <a:gd name="T28" fmla="*/ 22 w 64"/>
                <a:gd name="T29" fmla="*/ 61 h 63"/>
                <a:gd name="T30" fmla="*/ 28 w 64"/>
                <a:gd name="T31" fmla="*/ 62 h 63"/>
                <a:gd name="T32" fmla="*/ 33 w 64"/>
                <a:gd name="T33" fmla="*/ 62 h 63"/>
                <a:gd name="T34" fmla="*/ 38 w 64"/>
                <a:gd name="T35" fmla="*/ 58 h 63"/>
                <a:gd name="T36" fmla="*/ 38 w 64"/>
                <a:gd name="T37" fmla="*/ 40 h 63"/>
                <a:gd name="T38" fmla="*/ 38 w 64"/>
                <a:gd name="T39" fmla="*/ 28 h 63"/>
                <a:gd name="T40" fmla="*/ 39 w 64"/>
                <a:gd name="T41" fmla="*/ 26 h 63"/>
                <a:gd name="T42" fmla="*/ 43 w 64"/>
                <a:gd name="T43" fmla="*/ 26 h 63"/>
                <a:gd name="T44" fmla="*/ 43 w 64"/>
                <a:gd name="T45" fmla="*/ 7 h 63"/>
                <a:gd name="T46" fmla="*/ 51 w 64"/>
                <a:gd name="T47" fmla="*/ 6 h 63"/>
                <a:gd name="T48" fmla="*/ 53 w 64"/>
                <a:gd name="T49" fmla="*/ 5 h 63"/>
                <a:gd name="T50" fmla="*/ 56 w 64"/>
                <a:gd name="T51" fmla="*/ 8 h 63"/>
                <a:gd name="T52" fmla="*/ 58 w 64"/>
                <a:gd name="T53" fmla="*/ 6 h 63"/>
                <a:gd name="T54" fmla="*/ 62 w 64"/>
                <a:gd name="T55" fmla="*/ 5 h 63"/>
                <a:gd name="T56" fmla="*/ 59 w 64"/>
                <a:gd name="T57" fmla="*/ 2 h 63"/>
                <a:gd name="T58" fmla="*/ 45 w 64"/>
                <a:gd name="T59" fmla="*/ 5 h 63"/>
                <a:gd name="T60" fmla="*/ 33 w 64"/>
                <a:gd name="T61" fmla="*/ 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" h="63">
                  <a:moveTo>
                    <a:pt x="33" y="5"/>
                  </a:moveTo>
                  <a:cubicBezTo>
                    <a:pt x="32" y="5"/>
                    <a:pt x="31" y="2"/>
                    <a:pt x="31" y="2"/>
                  </a:cubicBezTo>
                  <a:cubicBezTo>
                    <a:pt x="30" y="2"/>
                    <a:pt x="29" y="2"/>
                    <a:pt x="28" y="2"/>
                  </a:cubicBezTo>
                  <a:cubicBezTo>
                    <a:pt x="25" y="2"/>
                    <a:pt x="21" y="2"/>
                    <a:pt x="18" y="2"/>
                  </a:cubicBezTo>
                  <a:cubicBezTo>
                    <a:pt x="15" y="2"/>
                    <a:pt x="13" y="2"/>
                    <a:pt x="10" y="2"/>
                  </a:cubicBezTo>
                  <a:cubicBezTo>
                    <a:pt x="9" y="2"/>
                    <a:pt x="9" y="0"/>
                    <a:pt x="7" y="0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7"/>
                    <a:pt x="4" y="9"/>
                    <a:pt x="6" y="14"/>
                  </a:cubicBezTo>
                  <a:cubicBezTo>
                    <a:pt x="7" y="16"/>
                    <a:pt x="8" y="19"/>
                    <a:pt x="9" y="21"/>
                  </a:cubicBezTo>
                  <a:cubicBezTo>
                    <a:pt x="10" y="24"/>
                    <a:pt x="12" y="26"/>
                    <a:pt x="13" y="29"/>
                  </a:cubicBezTo>
                  <a:cubicBezTo>
                    <a:pt x="13" y="30"/>
                    <a:pt x="13" y="33"/>
                    <a:pt x="13" y="34"/>
                  </a:cubicBezTo>
                  <a:cubicBezTo>
                    <a:pt x="13" y="37"/>
                    <a:pt x="14" y="39"/>
                    <a:pt x="14" y="42"/>
                  </a:cubicBezTo>
                  <a:cubicBezTo>
                    <a:pt x="15" y="45"/>
                    <a:pt x="15" y="48"/>
                    <a:pt x="16" y="51"/>
                  </a:cubicBezTo>
                  <a:cubicBezTo>
                    <a:pt x="17" y="55"/>
                    <a:pt x="20" y="58"/>
                    <a:pt x="22" y="61"/>
                  </a:cubicBezTo>
                  <a:cubicBezTo>
                    <a:pt x="25" y="58"/>
                    <a:pt x="25" y="60"/>
                    <a:pt x="28" y="62"/>
                  </a:cubicBezTo>
                  <a:cubicBezTo>
                    <a:pt x="29" y="63"/>
                    <a:pt x="32" y="63"/>
                    <a:pt x="33" y="62"/>
                  </a:cubicBezTo>
                  <a:cubicBezTo>
                    <a:pt x="36" y="62"/>
                    <a:pt x="38" y="61"/>
                    <a:pt x="38" y="58"/>
                  </a:cubicBezTo>
                  <a:cubicBezTo>
                    <a:pt x="38" y="52"/>
                    <a:pt x="38" y="46"/>
                    <a:pt x="38" y="40"/>
                  </a:cubicBezTo>
                  <a:cubicBezTo>
                    <a:pt x="38" y="36"/>
                    <a:pt x="38" y="32"/>
                    <a:pt x="38" y="28"/>
                  </a:cubicBezTo>
                  <a:cubicBezTo>
                    <a:pt x="38" y="27"/>
                    <a:pt x="38" y="26"/>
                    <a:pt x="39" y="26"/>
                  </a:cubicBezTo>
                  <a:cubicBezTo>
                    <a:pt x="39" y="26"/>
                    <a:pt x="43" y="26"/>
                    <a:pt x="43" y="26"/>
                  </a:cubicBezTo>
                  <a:cubicBezTo>
                    <a:pt x="43" y="20"/>
                    <a:pt x="43" y="13"/>
                    <a:pt x="43" y="7"/>
                  </a:cubicBezTo>
                  <a:cubicBezTo>
                    <a:pt x="46" y="8"/>
                    <a:pt x="48" y="6"/>
                    <a:pt x="51" y="6"/>
                  </a:cubicBezTo>
                  <a:cubicBezTo>
                    <a:pt x="51" y="5"/>
                    <a:pt x="52" y="5"/>
                    <a:pt x="53" y="5"/>
                  </a:cubicBezTo>
                  <a:cubicBezTo>
                    <a:pt x="53" y="5"/>
                    <a:pt x="55" y="8"/>
                    <a:pt x="56" y="8"/>
                  </a:cubicBezTo>
                  <a:cubicBezTo>
                    <a:pt x="57" y="7"/>
                    <a:pt x="56" y="6"/>
                    <a:pt x="58" y="6"/>
                  </a:cubicBezTo>
                  <a:cubicBezTo>
                    <a:pt x="59" y="6"/>
                    <a:pt x="60" y="5"/>
                    <a:pt x="62" y="5"/>
                  </a:cubicBezTo>
                  <a:cubicBezTo>
                    <a:pt x="64" y="4"/>
                    <a:pt x="60" y="2"/>
                    <a:pt x="59" y="2"/>
                  </a:cubicBezTo>
                  <a:cubicBezTo>
                    <a:pt x="54" y="2"/>
                    <a:pt x="50" y="5"/>
                    <a:pt x="45" y="5"/>
                  </a:cubicBezTo>
                  <a:cubicBezTo>
                    <a:pt x="41" y="5"/>
                    <a:pt x="37" y="5"/>
                    <a:pt x="33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5" name="Freeform 733">
              <a:extLst>
                <a:ext uri="{FF2B5EF4-FFF2-40B4-BE49-F238E27FC236}">
                  <a16:creationId xmlns:a16="http://schemas.microsoft.com/office/drawing/2014/main" id="{3153B2C5-95EB-A63F-60FF-88EEE6513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356" y="8358284"/>
              <a:ext cx="1065420" cy="1178119"/>
            </a:xfrm>
            <a:custGeom>
              <a:avLst/>
              <a:gdLst>
                <a:gd name="T0" fmla="*/ 89 w 91"/>
                <a:gd name="T1" fmla="*/ 10 h 95"/>
                <a:gd name="T2" fmla="*/ 83 w 91"/>
                <a:gd name="T3" fmla="*/ 4 h 95"/>
                <a:gd name="T4" fmla="*/ 77 w 91"/>
                <a:gd name="T5" fmla="*/ 6 h 95"/>
                <a:gd name="T6" fmla="*/ 72 w 91"/>
                <a:gd name="T7" fmla="*/ 1 h 95"/>
                <a:gd name="T8" fmla="*/ 65 w 91"/>
                <a:gd name="T9" fmla="*/ 1 h 95"/>
                <a:gd name="T10" fmla="*/ 57 w 91"/>
                <a:gd name="T11" fmla="*/ 2 h 95"/>
                <a:gd name="T12" fmla="*/ 48 w 91"/>
                <a:gd name="T13" fmla="*/ 6 h 95"/>
                <a:gd name="T14" fmla="*/ 35 w 91"/>
                <a:gd name="T15" fmla="*/ 2 h 95"/>
                <a:gd name="T16" fmla="*/ 30 w 91"/>
                <a:gd name="T17" fmla="*/ 12 h 95"/>
                <a:gd name="T18" fmla="*/ 19 w 91"/>
                <a:gd name="T19" fmla="*/ 35 h 95"/>
                <a:gd name="T20" fmla="*/ 17 w 91"/>
                <a:gd name="T21" fmla="*/ 48 h 95"/>
                <a:gd name="T22" fmla="*/ 10 w 91"/>
                <a:gd name="T23" fmla="*/ 49 h 95"/>
                <a:gd name="T24" fmla="*/ 2 w 91"/>
                <a:gd name="T25" fmla="*/ 55 h 95"/>
                <a:gd name="T26" fmla="*/ 1 w 91"/>
                <a:gd name="T27" fmla="*/ 59 h 95"/>
                <a:gd name="T28" fmla="*/ 18 w 91"/>
                <a:gd name="T29" fmla="*/ 57 h 95"/>
                <a:gd name="T30" fmla="*/ 26 w 91"/>
                <a:gd name="T31" fmla="*/ 68 h 95"/>
                <a:gd name="T32" fmla="*/ 35 w 91"/>
                <a:gd name="T33" fmla="*/ 63 h 95"/>
                <a:gd name="T34" fmla="*/ 41 w 91"/>
                <a:gd name="T35" fmla="*/ 64 h 95"/>
                <a:gd name="T36" fmla="*/ 46 w 91"/>
                <a:gd name="T37" fmla="*/ 70 h 95"/>
                <a:gd name="T38" fmla="*/ 47 w 91"/>
                <a:gd name="T39" fmla="*/ 78 h 95"/>
                <a:gd name="T40" fmla="*/ 53 w 91"/>
                <a:gd name="T41" fmla="*/ 82 h 95"/>
                <a:gd name="T42" fmla="*/ 60 w 91"/>
                <a:gd name="T43" fmla="*/ 84 h 95"/>
                <a:gd name="T44" fmla="*/ 66 w 91"/>
                <a:gd name="T45" fmla="*/ 87 h 95"/>
                <a:gd name="T46" fmla="*/ 76 w 91"/>
                <a:gd name="T47" fmla="*/ 90 h 95"/>
                <a:gd name="T48" fmla="*/ 84 w 91"/>
                <a:gd name="T49" fmla="*/ 94 h 95"/>
                <a:gd name="T50" fmla="*/ 77 w 91"/>
                <a:gd name="T51" fmla="*/ 85 h 95"/>
                <a:gd name="T52" fmla="*/ 78 w 91"/>
                <a:gd name="T53" fmla="*/ 73 h 95"/>
                <a:gd name="T54" fmla="*/ 80 w 91"/>
                <a:gd name="T55" fmla="*/ 70 h 95"/>
                <a:gd name="T56" fmla="*/ 84 w 91"/>
                <a:gd name="T57" fmla="*/ 63 h 95"/>
                <a:gd name="T58" fmla="*/ 81 w 91"/>
                <a:gd name="T59" fmla="*/ 55 h 95"/>
                <a:gd name="T60" fmla="*/ 81 w 91"/>
                <a:gd name="T61" fmla="*/ 45 h 95"/>
                <a:gd name="T62" fmla="*/ 83 w 91"/>
                <a:gd name="T63" fmla="*/ 28 h 95"/>
                <a:gd name="T64" fmla="*/ 90 w 91"/>
                <a:gd name="T65" fmla="*/ 18 h 95"/>
                <a:gd name="T66" fmla="*/ 90 w 91"/>
                <a:gd name="T67" fmla="*/ 1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1" h="95">
                  <a:moveTo>
                    <a:pt x="90" y="15"/>
                  </a:moveTo>
                  <a:cubicBezTo>
                    <a:pt x="89" y="14"/>
                    <a:pt x="89" y="12"/>
                    <a:pt x="89" y="10"/>
                  </a:cubicBezTo>
                  <a:cubicBezTo>
                    <a:pt x="89" y="9"/>
                    <a:pt x="87" y="8"/>
                    <a:pt x="86" y="7"/>
                  </a:cubicBezTo>
                  <a:cubicBezTo>
                    <a:pt x="86" y="6"/>
                    <a:pt x="84" y="4"/>
                    <a:pt x="83" y="4"/>
                  </a:cubicBezTo>
                  <a:cubicBezTo>
                    <a:pt x="82" y="4"/>
                    <a:pt x="82" y="6"/>
                    <a:pt x="80" y="5"/>
                  </a:cubicBezTo>
                  <a:cubicBezTo>
                    <a:pt x="78" y="4"/>
                    <a:pt x="79" y="5"/>
                    <a:pt x="77" y="6"/>
                  </a:cubicBezTo>
                  <a:cubicBezTo>
                    <a:pt x="77" y="6"/>
                    <a:pt x="75" y="5"/>
                    <a:pt x="75" y="4"/>
                  </a:cubicBezTo>
                  <a:cubicBezTo>
                    <a:pt x="74" y="3"/>
                    <a:pt x="73" y="2"/>
                    <a:pt x="72" y="1"/>
                  </a:cubicBezTo>
                  <a:cubicBezTo>
                    <a:pt x="71" y="0"/>
                    <a:pt x="70" y="2"/>
                    <a:pt x="69" y="2"/>
                  </a:cubicBezTo>
                  <a:cubicBezTo>
                    <a:pt x="68" y="3"/>
                    <a:pt x="66" y="2"/>
                    <a:pt x="65" y="1"/>
                  </a:cubicBezTo>
                  <a:cubicBezTo>
                    <a:pt x="63" y="0"/>
                    <a:pt x="63" y="1"/>
                    <a:pt x="61" y="2"/>
                  </a:cubicBezTo>
                  <a:cubicBezTo>
                    <a:pt x="60" y="3"/>
                    <a:pt x="58" y="2"/>
                    <a:pt x="57" y="2"/>
                  </a:cubicBezTo>
                  <a:cubicBezTo>
                    <a:pt x="56" y="3"/>
                    <a:pt x="53" y="3"/>
                    <a:pt x="52" y="3"/>
                  </a:cubicBezTo>
                  <a:cubicBezTo>
                    <a:pt x="49" y="1"/>
                    <a:pt x="51" y="6"/>
                    <a:pt x="48" y="6"/>
                  </a:cubicBezTo>
                  <a:cubicBezTo>
                    <a:pt x="46" y="7"/>
                    <a:pt x="42" y="6"/>
                    <a:pt x="40" y="5"/>
                  </a:cubicBezTo>
                  <a:cubicBezTo>
                    <a:pt x="38" y="4"/>
                    <a:pt x="37" y="2"/>
                    <a:pt x="35" y="2"/>
                  </a:cubicBezTo>
                  <a:cubicBezTo>
                    <a:pt x="34" y="1"/>
                    <a:pt x="32" y="3"/>
                    <a:pt x="31" y="4"/>
                  </a:cubicBezTo>
                  <a:cubicBezTo>
                    <a:pt x="29" y="6"/>
                    <a:pt x="31" y="9"/>
                    <a:pt x="30" y="12"/>
                  </a:cubicBezTo>
                  <a:cubicBezTo>
                    <a:pt x="27" y="17"/>
                    <a:pt x="27" y="23"/>
                    <a:pt x="24" y="27"/>
                  </a:cubicBezTo>
                  <a:cubicBezTo>
                    <a:pt x="22" y="30"/>
                    <a:pt x="21" y="32"/>
                    <a:pt x="19" y="35"/>
                  </a:cubicBezTo>
                  <a:cubicBezTo>
                    <a:pt x="18" y="37"/>
                    <a:pt x="18" y="39"/>
                    <a:pt x="18" y="41"/>
                  </a:cubicBezTo>
                  <a:cubicBezTo>
                    <a:pt x="18" y="44"/>
                    <a:pt x="19" y="46"/>
                    <a:pt x="17" y="48"/>
                  </a:cubicBezTo>
                  <a:cubicBezTo>
                    <a:pt x="16" y="48"/>
                    <a:pt x="11" y="51"/>
                    <a:pt x="11" y="51"/>
                  </a:cubicBezTo>
                  <a:cubicBezTo>
                    <a:pt x="10" y="51"/>
                    <a:pt x="12" y="48"/>
                    <a:pt x="10" y="49"/>
                  </a:cubicBezTo>
                  <a:cubicBezTo>
                    <a:pt x="7" y="51"/>
                    <a:pt x="7" y="53"/>
                    <a:pt x="5" y="50"/>
                  </a:cubicBezTo>
                  <a:cubicBezTo>
                    <a:pt x="4" y="51"/>
                    <a:pt x="2" y="53"/>
                    <a:pt x="2" y="55"/>
                  </a:cubicBezTo>
                  <a:cubicBezTo>
                    <a:pt x="2" y="55"/>
                    <a:pt x="2" y="56"/>
                    <a:pt x="1" y="56"/>
                  </a:cubicBezTo>
                  <a:cubicBezTo>
                    <a:pt x="0" y="57"/>
                    <a:pt x="1" y="58"/>
                    <a:pt x="1" y="59"/>
                  </a:cubicBezTo>
                  <a:cubicBezTo>
                    <a:pt x="5" y="56"/>
                    <a:pt x="8" y="57"/>
                    <a:pt x="13" y="57"/>
                  </a:cubicBezTo>
                  <a:cubicBezTo>
                    <a:pt x="15" y="57"/>
                    <a:pt x="16" y="57"/>
                    <a:pt x="18" y="57"/>
                  </a:cubicBezTo>
                  <a:cubicBezTo>
                    <a:pt x="20" y="57"/>
                    <a:pt x="21" y="60"/>
                    <a:pt x="22" y="62"/>
                  </a:cubicBezTo>
                  <a:cubicBezTo>
                    <a:pt x="23" y="64"/>
                    <a:pt x="24" y="67"/>
                    <a:pt x="26" y="68"/>
                  </a:cubicBezTo>
                  <a:cubicBezTo>
                    <a:pt x="27" y="69"/>
                    <a:pt x="31" y="68"/>
                    <a:pt x="33" y="67"/>
                  </a:cubicBezTo>
                  <a:cubicBezTo>
                    <a:pt x="34" y="67"/>
                    <a:pt x="34" y="64"/>
                    <a:pt x="35" y="63"/>
                  </a:cubicBezTo>
                  <a:cubicBezTo>
                    <a:pt x="35" y="61"/>
                    <a:pt x="38" y="62"/>
                    <a:pt x="39" y="62"/>
                  </a:cubicBezTo>
                  <a:cubicBezTo>
                    <a:pt x="39" y="64"/>
                    <a:pt x="39" y="64"/>
                    <a:pt x="41" y="64"/>
                  </a:cubicBezTo>
                  <a:cubicBezTo>
                    <a:pt x="42" y="64"/>
                    <a:pt x="45" y="63"/>
                    <a:pt x="45" y="65"/>
                  </a:cubicBezTo>
                  <a:cubicBezTo>
                    <a:pt x="45" y="67"/>
                    <a:pt x="46" y="68"/>
                    <a:pt x="46" y="70"/>
                  </a:cubicBezTo>
                  <a:cubicBezTo>
                    <a:pt x="46" y="71"/>
                    <a:pt x="46" y="72"/>
                    <a:pt x="45" y="74"/>
                  </a:cubicBezTo>
                  <a:cubicBezTo>
                    <a:pt x="45" y="75"/>
                    <a:pt x="46" y="77"/>
                    <a:pt x="47" y="78"/>
                  </a:cubicBezTo>
                  <a:cubicBezTo>
                    <a:pt x="48" y="79"/>
                    <a:pt x="47" y="81"/>
                    <a:pt x="47" y="82"/>
                  </a:cubicBezTo>
                  <a:cubicBezTo>
                    <a:pt x="47" y="85"/>
                    <a:pt x="52" y="82"/>
                    <a:pt x="53" y="82"/>
                  </a:cubicBezTo>
                  <a:cubicBezTo>
                    <a:pt x="55" y="82"/>
                    <a:pt x="56" y="82"/>
                    <a:pt x="57" y="83"/>
                  </a:cubicBezTo>
                  <a:cubicBezTo>
                    <a:pt x="59" y="85"/>
                    <a:pt x="58" y="84"/>
                    <a:pt x="60" y="84"/>
                  </a:cubicBezTo>
                  <a:cubicBezTo>
                    <a:pt x="62" y="84"/>
                    <a:pt x="62" y="85"/>
                    <a:pt x="63" y="86"/>
                  </a:cubicBezTo>
                  <a:cubicBezTo>
                    <a:pt x="64" y="86"/>
                    <a:pt x="65" y="87"/>
                    <a:pt x="66" y="87"/>
                  </a:cubicBezTo>
                  <a:cubicBezTo>
                    <a:pt x="69" y="88"/>
                    <a:pt x="70" y="88"/>
                    <a:pt x="71" y="85"/>
                  </a:cubicBezTo>
                  <a:cubicBezTo>
                    <a:pt x="72" y="88"/>
                    <a:pt x="73" y="89"/>
                    <a:pt x="76" y="90"/>
                  </a:cubicBezTo>
                  <a:cubicBezTo>
                    <a:pt x="78" y="91"/>
                    <a:pt x="78" y="94"/>
                    <a:pt x="80" y="95"/>
                  </a:cubicBezTo>
                  <a:cubicBezTo>
                    <a:pt x="80" y="95"/>
                    <a:pt x="84" y="94"/>
                    <a:pt x="84" y="94"/>
                  </a:cubicBezTo>
                  <a:cubicBezTo>
                    <a:pt x="84" y="92"/>
                    <a:pt x="85" y="88"/>
                    <a:pt x="83" y="89"/>
                  </a:cubicBezTo>
                  <a:cubicBezTo>
                    <a:pt x="80" y="90"/>
                    <a:pt x="78" y="88"/>
                    <a:pt x="77" y="85"/>
                  </a:cubicBezTo>
                  <a:cubicBezTo>
                    <a:pt x="77" y="83"/>
                    <a:pt x="79" y="80"/>
                    <a:pt x="78" y="77"/>
                  </a:cubicBezTo>
                  <a:cubicBezTo>
                    <a:pt x="78" y="76"/>
                    <a:pt x="77" y="74"/>
                    <a:pt x="78" y="73"/>
                  </a:cubicBezTo>
                  <a:cubicBezTo>
                    <a:pt x="78" y="73"/>
                    <a:pt x="78" y="72"/>
                    <a:pt x="79" y="72"/>
                  </a:cubicBezTo>
                  <a:cubicBezTo>
                    <a:pt x="80" y="72"/>
                    <a:pt x="79" y="70"/>
                    <a:pt x="80" y="70"/>
                  </a:cubicBezTo>
                  <a:cubicBezTo>
                    <a:pt x="81" y="68"/>
                    <a:pt x="86" y="68"/>
                    <a:pt x="87" y="68"/>
                  </a:cubicBezTo>
                  <a:cubicBezTo>
                    <a:pt x="85" y="67"/>
                    <a:pt x="86" y="64"/>
                    <a:pt x="84" y="63"/>
                  </a:cubicBezTo>
                  <a:cubicBezTo>
                    <a:pt x="83" y="62"/>
                    <a:pt x="82" y="61"/>
                    <a:pt x="82" y="60"/>
                  </a:cubicBezTo>
                  <a:cubicBezTo>
                    <a:pt x="82" y="58"/>
                    <a:pt x="82" y="56"/>
                    <a:pt x="81" y="55"/>
                  </a:cubicBezTo>
                  <a:cubicBezTo>
                    <a:pt x="81" y="53"/>
                    <a:pt x="80" y="52"/>
                    <a:pt x="80" y="50"/>
                  </a:cubicBezTo>
                  <a:cubicBezTo>
                    <a:pt x="80" y="49"/>
                    <a:pt x="80" y="44"/>
                    <a:pt x="81" y="45"/>
                  </a:cubicBezTo>
                  <a:cubicBezTo>
                    <a:pt x="80" y="41"/>
                    <a:pt x="80" y="39"/>
                    <a:pt x="82" y="35"/>
                  </a:cubicBezTo>
                  <a:cubicBezTo>
                    <a:pt x="83" y="32"/>
                    <a:pt x="83" y="31"/>
                    <a:pt x="83" y="28"/>
                  </a:cubicBezTo>
                  <a:cubicBezTo>
                    <a:pt x="83" y="25"/>
                    <a:pt x="85" y="23"/>
                    <a:pt x="87" y="21"/>
                  </a:cubicBezTo>
                  <a:cubicBezTo>
                    <a:pt x="88" y="20"/>
                    <a:pt x="89" y="19"/>
                    <a:pt x="90" y="18"/>
                  </a:cubicBezTo>
                  <a:cubicBezTo>
                    <a:pt x="91" y="17"/>
                    <a:pt x="91" y="17"/>
                    <a:pt x="90" y="15"/>
                  </a:cubicBezTo>
                  <a:cubicBezTo>
                    <a:pt x="89" y="15"/>
                    <a:pt x="91" y="16"/>
                    <a:pt x="90" y="1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6" name="Freeform 734">
              <a:extLst>
                <a:ext uri="{FF2B5EF4-FFF2-40B4-BE49-F238E27FC236}">
                  <a16:creationId xmlns:a16="http://schemas.microsoft.com/office/drawing/2014/main" id="{13AFD5E8-DD6B-B4E5-5086-E24BA94B7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3384" y="9055020"/>
              <a:ext cx="658405" cy="781193"/>
            </a:xfrm>
            <a:custGeom>
              <a:avLst/>
              <a:gdLst>
                <a:gd name="T0" fmla="*/ 51 w 56"/>
                <a:gd name="T1" fmla="*/ 27 h 63"/>
                <a:gd name="T2" fmla="*/ 48 w 56"/>
                <a:gd name="T3" fmla="*/ 26 h 63"/>
                <a:gd name="T4" fmla="*/ 47 w 56"/>
                <a:gd name="T5" fmla="*/ 21 h 63"/>
                <a:gd name="T6" fmla="*/ 46 w 56"/>
                <a:gd name="T7" fmla="*/ 12 h 63"/>
                <a:gd name="T8" fmla="*/ 46 w 56"/>
                <a:gd name="T9" fmla="*/ 8 h 63"/>
                <a:gd name="T10" fmla="*/ 43 w 56"/>
                <a:gd name="T11" fmla="*/ 8 h 63"/>
                <a:gd name="T12" fmla="*/ 40 w 56"/>
                <a:gd name="T13" fmla="*/ 6 h 63"/>
                <a:gd name="T14" fmla="*/ 35 w 56"/>
                <a:gd name="T15" fmla="*/ 8 h 63"/>
                <a:gd name="T16" fmla="*/ 34 w 56"/>
                <a:gd name="T17" fmla="*/ 11 h 63"/>
                <a:gd name="T18" fmla="*/ 29 w 56"/>
                <a:gd name="T19" fmla="*/ 12 h 63"/>
                <a:gd name="T20" fmla="*/ 18 w 56"/>
                <a:gd name="T21" fmla="*/ 1 h 63"/>
                <a:gd name="T22" fmla="*/ 3 w 56"/>
                <a:gd name="T23" fmla="*/ 2 h 63"/>
                <a:gd name="T24" fmla="*/ 6 w 56"/>
                <a:gd name="T25" fmla="*/ 12 h 63"/>
                <a:gd name="T26" fmla="*/ 6 w 56"/>
                <a:gd name="T27" fmla="*/ 16 h 63"/>
                <a:gd name="T28" fmla="*/ 6 w 56"/>
                <a:gd name="T29" fmla="*/ 20 h 63"/>
                <a:gd name="T30" fmla="*/ 8 w 56"/>
                <a:gd name="T31" fmla="*/ 33 h 63"/>
                <a:gd name="T32" fmla="*/ 3 w 56"/>
                <a:gd name="T33" fmla="*/ 41 h 63"/>
                <a:gd name="T34" fmla="*/ 0 w 56"/>
                <a:gd name="T35" fmla="*/ 50 h 63"/>
                <a:gd name="T36" fmla="*/ 0 w 56"/>
                <a:gd name="T37" fmla="*/ 55 h 63"/>
                <a:gd name="T38" fmla="*/ 0 w 56"/>
                <a:gd name="T39" fmla="*/ 59 h 63"/>
                <a:gd name="T40" fmla="*/ 3 w 56"/>
                <a:gd name="T41" fmla="*/ 59 h 63"/>
                <a:gd name="T42" fmla="*/ 8 w 56"/>
                <a:gd name="T43" fmla="*/ 58 h 63"/>
                <a:gd name="T44" fmla="*/ 9 w 56"/>
                <a:gd name="T45" fmla="*/ 59 h 63"/>
                <a:gd name="T46" fmla="*/ 16 w 56"/>
                <a:gd name="T47" fmla="*/ 59 h 63"/>
                <a:gd name="T48" fmla="*/ 25 w 56"/>
                <a:gd name="T49" fmla="*/ 59 h 63"/>
                <a:gd name="T50" fmla="*/ 30 w 56"/>
                <a:gd name="T51" fmla="*/ 59 h 63"/>
                <a:gd name="T52" fmla="*/ 39 w 56"/>
                <a:gd name="T53" fmla="*/ 62 h 63"/>
                <a:gd name="T54" fmla="*/ 53 w 56"/>
                <a:gd name="T55" fmla="*/ 60 h 63"/>
                <a:gd name="T56" fmla="*/ 46 w 56"/>
                <a:gd name="T57" fmla="*/ 51 h 63"/>
                <a:gd name="T58" fmla="*/ 46 w 56"/>
                <a:gd name="T59" fmla="*/ 37 h 63"/>
                <a:gd name="T60" fmla="*/ 56 w 56"/>
                <a:gd name="T61" fmla="*/ 35 h 63"/>
                <a:gd name="T62" fmla="*/ 56 w 56"/>
                <a:gd name="T63" fmla="*/ 27 h 63"/>
                <a:gd name="T64" fmla="*/ 51 w 56"/>
                <a:gd name="T6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6" h="63">
                  <a:moveTo>
                    <a:pt x="51" y="27"/>
                  </a:moveTo>
                  <a:cubicBezTo>
                    <a:pt x="49" y="27"/>
                    <a:pt x="48" y="28"/>
                    <a:pt x="48" y="26"/>
                  </a:cubicBezTo>
                  <a:cubicBezTo>
                    <a:pt x="48" y="24"/>
                    <a:pt x="48" y="23"/>
                    <a:pt x="47" y="21"/>
                  </a:cubicBezTo>
                  <a:cubicBezTo>
                    <a:pt x="45" y="18"/>
                    <a:pt x="48" y="15"/>
                    <a:pt x="46" y="12"/>
                  </a:cubicBezTo>
                  <a:cubicBezTo>
                    <a:pt x="46" y="11"/>
                    <a:pt x="46" y="8"/>
                    <a:pt x="46" y="8"/>
                  </a:cubicBezTo>
                  <a:cubicBezTo>
                    <a:pt x="46" y="8"/>
                    <a:pt x="43" y="8"/>
                    <a:pt x="43" y="8"/>
                  </a:cubicBezTo>
                  <a:cubicBezTo>
                    <a:pt x="40" y="8"/>
                    <a:pt x="40" y="9"/>
                    <a:pt x="40" y="6"/>
                  </a:cubicBezTo>
                  <a:cubicBezTo>
                    <a:pt x="37" y="6"/>
                    <a:pt x="36" y="5"/>
                    <a:pt x="35" y="8"/>
                  </a:cubicBezTo>
                  <a:cubicBezTo>
                    <a:pt x="35" y="8"/>
                    <a:pt x="35" y="11"/>
                    <a:pt x="34" y="11"/>
                  </a:cubicBezTo>
                  <a:cubicBezTo>
                    <a:pt x="33" y="12"/>
                    <a:pt x="31" y="12"/>
                    <a:pt x="29" y="12"/>
                  </a:cubicBezTo>
                  <a:cubicBezTo>
                    <a:pt x="22" y="13"/>
                    <a:pt x="24" y="1"/>
                    <a:pt x="18" y="1"/>
                  </a:cubicBezTo>
                  <a:cubicBezTo>
                    <a:pt x="13" y="1"/>
                    <a:pt x="7" y="0"/>
                    <a:pt x="3" y="2"/>
                  </a:cubicBezTo>
                  <a:cubicBezTo>
                    <a:pt x="1" y="4"/>
                    <a:pt x="6" y="10"/>
                    <a:pt x="6" y="12"/>
                  </a:cubicBezTo>
                  <a:cubicBezTo>
                    <a:pt x="7" y="13"/>
                    <a:pt x="7" y="15"/>
                    <a:pt x="6" y="16"/>
                  </a:cubicBezTo>
                  <a:cubicBezTo>
                    <a:pt x="4" y="17"/>
                    <a:pt x="6" y="19"/>
                    <a:pt x="6" y="20"/>
                  </a:cubicBezTo>
                  <a:cubicBezTo>
                    <a:pt x="9" y="24"/>
                    <a:pt x="11" y="29"/>
                    <a:pt x="8" y="33"/>
                  </a:cubicBezTo>
                  <a:cubicBezTo>
                    <a:pt x="6" y="36"/>
                    <a:pt x="4" y="38"/>
                    <a:pt x="3" y="41"/>
                  </a:cubicBezTo>
                  <a:cubicBezTo>
                    <a:pt x="2" y="44"/>
                    <a:pt x="1" y="47"/>
                    <a:pt x="0" y="50"/>
                  </a:cubicBezTo>
                  <a:cubicBezTo>
                    <a:pt x="0" y="52"/>
                    <a:pt x="0" y="54"/>
                    <a:pt x="0" y="55"/>
                  </a:cubicBezTo>
                  <a:cubicBezTo>
                    <a:pt x="0" y="56"/>
                    <a:pt x="0" y="58"/>
                    <a:pt x="0" y="59"/>
                  </a:cubicBezTo>
                  <a:cubicBezTo>
                    <a:pt x="1" y="59"/>
                    <a:pt x="2" y="59"/>
                    <a:pt x="3" y="59"/>
                  </a:cubicBezTo>
                  <a:cubicBezTo>
                    <a:pt x="5" y="59"/>
                    <a:pt x="5" y="56"/>
                    <a:pt x="8" y="58"/>
                  </a:cubicBezTo>
                  <a:cubicBezTo>
                    <a:pt x="8" y="58"/>
                    <a:pt x="9" y="59"/>
                    <a:pt x="9" y="59"/>
                  </a:cubicBezTo>
                  <a:cubicBezTo>
                    <a:pt x="12" y="59"/>
                    <a:pt x="14" y="59"/>
                    <a:pt x="16" y="59"/>
                  </a:cubicBezTo>
                  <a:cubicBezTo>
                    <a:pt x="19" y="59"/>
                    <a:pt x="22" y="59"/>
                    <a:pt x="25" y="59"/>
                  </a:cubicBezTo>
                  <a:cubicBezTo>
                    <a:pt x="26" y="59"/>
                    <a:pt x="29" y="59"/>
                    <a:pt x="30" y="59"/>
                  </a:cubicBezTo>
                  <a:cubicBezTo>
                    <a:pt x="32" y="63"/>
                    <a:pt x="36" y="62"/>
                    <a:pt x="39" y="62"/>
                  </a:cubicBezTo>
                  <a:cubicBezTo>
                    <a:pt x="44" y="62"/>
                    <a:pt x="48" y="61"/>
                    <a:pt x="53" y="60"/>
                  </a:cubicBezTo>
                  <a:cubicBezTo>
                    <a:pt x="50" y="57"/>
                    <a:pt x="46" y="55"/>
                    <a:pt x="46" y="51"/>
                  </a:cubicBezTo>
                  <a:cubicBezTo>
                    <a:pt x="46" y="46"/>
                    <a:pt x="46" y="41"/>
                    <a:pt x="46" y="37"/>
                  </a:cubicBezTo>
                  <a:cubicBezTo>
                    <a:pt x="46" y="36"/>
                    <a:pt x="56" y="38"/>
                    <a:pt x="56" y="35"/>
                  </a:cubicBezTo>
                  <a:cubicBezTo>
                    <a:pt x="56" y="33"/>
                    <a:pt x="56" y="30"/>
                    <a:pt x="56" y="27"/>
                  </a:cubicBezTo>
                  <a:cubicBezTo>
                    <a:pt x="56" y="24"/>
                    <a:pt x="53" y="27"/>
                    <a:pt x="51" y="2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7" name="Freeform 735">
              <a:extLst>
                <a:ext uri="{FF2B5EF4-FFF2-40B4-BE49-F238E27FC236}">
                  <a16:creationId xmlns:a16="http://schemas.microsoft.com/office/drawing/2014/main" id="{4C852682-1808-48ED-5A59-BA7068B74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56361" y="9798203"/>
              <a:ext cx="538696" cy="595394"/>
            </a:xfrm>
            <a:custGeom>
              <a:avLst/>
              <a:gdLst>
                <a:gd name="T0" fmla="*/ 25 w 46"/>
                <a:gd name="T1" fmla="*/ 2 h 48"/>
                <a:gd name="T2" fmla="*/ 21 w 46"/>
                <a:gd name="T3" fmla="*/ 3 h 48"/>
                <a:gd name="T4" fmla="*/ 18 w 46"/>
                <a:gd name="T5" fmla="*/ 4 h 48"/>
                <a:gd name="T6" fmla="*/ 6 w 46"/>
                <a:gd name="T7" fmla="*/ 4 h 48"/>
                <a:gd name="T8" fmla="*/ 6 w 46"/>
                <a:gd name="T9" fmla="*/ 18 h 48"/>
                <a:gd name="T10" fmla="*/ 6 w 46"/>
                <a:gd name="T11" fmla="*/ 23 h 48"/>
                <a:gd name="T12" fmla="*/ 1 w 46"/>
                <a:gd name="T13" fmla="*/ 24 h 48"/>
                <a:gd name="T14" fmla="*/ 1 w 46"/>
                <a:gd name="T15" fmla="*/ 31 h 48"/>
                <a:gd name="T16" fmla="*/ 1 w 46"/>
                <a:gd name="T17" fmla="*/ 38 h 48"/>
                <a:gd name="T18" fmla="*/ 4 w 46"/>
                <a:gd name="T19" fmla="*/ 47 h 48"/>
                <a:gd name="T20" fmla="*/ 8 w 46"/>
                <a:gd name="T21" fmla="*/ 48 h 48"/>
                <a:gd name="T22" fmla="*/ 13 w 46"/>
                <a:gd name="T23" fmla="*/ 44 h 48"/>
                <a:gd name="T24" fmla="*/ 19 w 46"/>
                <a:gd name="T25" fmla="*/ 41 h 48"/>
                <a:gd name="T26" fmla="*/ 29 w 46"/>
                <a:gd name="T27" fmla="*/ 39 h 48"/>
                <a:gd name="T28" fmla="*/ 31 w 46"/>
                <a:gd name="T29" fmla="*/ 37 h 48"/>
                <a:gd name="T30" fmla="*/ 34 w 46"/>
                <a:gd name="T31" fmla="*/ 34 h 48"/>
                <a:gd name="T32" fmla="*/ 43 w 46"/>
                <a:gd name="T33" fmla="*/ 26 h 48"/>
                <a:gd name="T34" fmla="*/ 44 w 46"/>
                <a:gd name="T35" fmla="*/ 22 h 48"/>
                <a:gd name="T36" fmla="*/ 40 w 46"/>
                <a:gd name="T37" fmla="*/ 21 h 48"/>
                <a:gd name="T38" fmla="*/ 38 w 46"/>
                <a:gd name="T39" fmla="*/ 17 h 48"/>
                <a:gd name="T40" fmla="*/ 39 w 46"/>
                <a:gd name="T41" fmla="*/ 15 h 48"/>
                <a:gd name="T42" fmla="*/ 36 w 46"/>
                <a:gd name="T43" fmla="*/ 14 h 48"/>
                <a:gd name="T44" fmla="*/ 36 w 46"/>
                <a:gd name="T45" fmla="*/ 13 h 48"/>
                <a:gd name="T46" fmla="*/ 34 w 46"/>
                <a:gd name="T47" fmla="*/ 12 h 48"/>
                <a:gd name="T48" fmla="*/ 30 w 46"/>
                <a:gd name="T49" fmla="*/ 7 h 48"/>
                <a:gd name="T50" fmla="*/ 25 w 46"/>
                <a:gd name="T51" fmla="*/ 2 h 48"/>
                <a:gd name="T52" fmla="*/ 25 w 46"/>
                <a:gd name="T53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" h="48">
                  <a:moveTo>
                    <a:pt x="25" y="2"/>
                  </a:moveTo>
                  <a:cubicBezTo>
                    <a:pt x="24" y="3"/>
                    <a:pt x="22" y="3"/>
                    <a:pt x="21" y="3"/>
                  </a:cubicBezTo>
                  <a:cubicBezTo>
                    <a:pt x="19" y="3"/>
                    <a:pt x="20" y="6"/>
                    <a:pt x="18" y="4"/>
                  </a:cubicBezTo>
                  <a:cubicBezTo>
                    <a:pt x="15" y="0"/>
                    <a:pt x="10" y="5"/>
                    <a:pt x="6" y="4"/>
                  </a:cubicBezTo>
                  <a:cubicBezTo>
                    <a:pt x="6" y="9"/>
                    <a:pt x="6" y="14"/>
                    <a:pt x="6" y="18"/>
                  </a:cubicBezTo>
                  <a:cubicBezTo>
                    <a:pt x="6" y="19"/>
                    <a:pt x="7" y="23"/>
                    <a:pt x="6" y="23"/>
                  </a:cubicBezTo>
                  <a:cubicBezTo>
                    <a:pt x="5" y="24"/>
                    <a:pt x="1" y="22"/>
                    <a:pt x="1" y="24"/>
                  </a:cubicBezTo>
                  <a:cubicBezTo>
                    <a:pt x="1" y="26"/>
                    <a:pt x="1" y="29"/>
                    <a:pt x="1" y="31"/>
                  </a:cubicBezTo>
                  <a:cubicBezTo>
                    <a:pt x="1" y="33"/>
                    <a:pt x="0" y="36"/>
                    <a:pt x="1" y="38"/>
                  </a:cubicBezTo>
                  <a:cubicBezTo>
                    <a:pt x="5" y="39"/>
                    <a:pt x="6" y="44"/>
                    <a:pt x="4" y="47"/>
                  </a:cubicBezTo>
                  <a:cubicBezTo>
                    <a:pt x="4" y="48"/>
                    <a:pt x="8" y="48"/>
                    <a:pt x="8" y="48"/>
                  </a:cubicBezTo>
                  <a:cubicBezTo>
                    <a:pt x="10" y="48"/>
                    <a:pt x="11" y="46"/>
                    <a:pt x="13" y="44"/>
                  </a:cubicBezTo>
                  <a:cubicBezTo>
                    <a:pt x="15" y="42"/>
                    <a:pt x="15" y="39"/>
                    <a:pt x="19" y="41"/>
                  </a:cubicBezTo>
                  <a:cubicBezTo>
                    <a:pt x="23" y="43"/>
                    <a:pt x="27" y="44"/>
                    <a:pt x="29" y="39"/>
                  </a:cubicBezTo>
                  <a:cubicBezTo>
                    <a:pt x="29" y="38"/>
                    <a:pt x="29" y="37"/>
                    <a:pt x="31" y="37"/>
                  </a:cubicBezTo>
                  <a:cubicBezTo>
                    <a:pt x="33" y="37"/>
                    <a:pt x="34" y="35"/>
                    <a:pt x="34" y="34"/>
                  </a:cubicBezTo>
                  <a:cubicBezTo>
                    <a:pt x="36" y="31"/>
                    <a:pt x="40" y="28"/>
                    <a:pt x="43" y="26"/>
                  </a:cubicBezTo>
                  <a:cubicBezTo>
                    <a:pt x="45" y="25"/>
                    <a:pt x="46" y="24"/>
                    <a:pt x="44" y="22"/>
                  </a:cubicBezTo>
                  <a:cubicBezTo>
                    <a:pt x="43" y="21"/>
                    <a:pt x="40" y="22"/>
                    <a:pt x="40" y="21"/>
                  </a:cubicBezTo>
                  <a:cubicBezTo>
                    <a:pt x="39" y="20"/>
                    <a:pt x="38" y="19"/>
                    <a:pt x="38" y="17"/>
                  </a:cubicBezTo>
                  <a:cubicBezTo>
                    <a:pt x="38" y="17"/>
                    <a:pt x="39" y="16"/>
                    <a:pt x="39" y="15"/>
                  </a:cubicBezTo>
                  <a:cubicBezTo>
                    <a:pt x="38" y="15"/>
                    <a:pt x="37" y="15"/>
                    <a:pt x="36" y="14"/>
                  </a:cubicBezTo>
                  <a:cubicBezTo>
                    <a:pt x="36" y="14"/>
                    <a:pt x="37" y="13"/>
                    <a:pt x="36" y="13"/>
                  </a:cubicBezTo>
                  <a:cubicBezTo>
                    <a:pt x="35" y="13"/>
                    <a:pt x="35" y="12"/>
                    <a:pt x="34" y="12"/>
                  </a:cubicBezTo>
                  <a:cubicBezTo>
                    <a:pt x="32" y="11"/>
                    <a:pt x="31" y="10"/>
                    <a:pt x="30" y="7"/>
                  </a:cubicBezTo>
                  <a:cubicBezTo>
                    <a:pt x="30" y="6"/>
                    <a:pt x="27" y="2"/>
                    <a:pt x="25" y="2"/>
                  </a:cubicBezTo>
                  <a:cubicBezTo>
                    <a:pt x="25" y="2"/>
                    <a:pt x="26" y="2"/>
                    <a:pt x="25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8" name="Freeform 736">
              <a:extLst>
                <a:ext uri="{FF2B5EF4-FFF2-40B4-BE49-F238E27FC236}">
                  <a16:creationId xmlns:a16="http://schemas.microsoft.com/office/drawing/2014/main" id="{2FE19598-E297-1C02-1199-AC1151809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7654" y="9675744"/>
              <a:ext cx="458889" cy="430710"/>
            </a:xfrm>
            <a:custGeom>
              <a:avLst/>
              <a:gdLst>
                <a:gd name="T0" fmla="*/ 39 w 39"/>
                <a:gd name="T1" fmla="*/ 22 h 35"/>
                <a:gd name="T2" fmla="*/ 38 w 39"/>
                <a:gd name="T3" fmla="*/ 18 h 35"/>
                <a:gd name="T4" fmla="*/ 39 w 39"/>
                <a:gd name="T5" fmla="*/ 14 h 35"/>
                <a:gd name="T6" fmla="*/ 38 w 39"/>
                <a:gd name="T7" fmla="*/ 7 h 35"/>
                <a:gd name="T8" fmla="*/ 27 w 39"/>
                <a:gd name="T9" fmla="*/ 2 h 35"/>
                <a:gd name="T10" fmla="*/ 24 w 39"/>
                <a:gd name="T11" fmla="*/ 0 h 35"/>
                <a:gd name="T12" fmla="*/ 19 w 39"/>
                <a:gd name="T13" fmla="*/ 3 h 35"/>
                <a:gd name="T14" fmla="*/ 13 w 39"/>
                <a:gd name="T15" fmla="*/ 7 h 35"/>
                <a:gd name="T16" fmla="*/ 9 w 39"/>
                <a:gd name="T17" fmla="*/ 12 h 35"/>
                <a:gd name="T18" fmla="*/ 2 w 39"/>
                <a:gd name="T19" fmla="*/ 12 h 35"/>
                <a:gd name="T20" fmla="*/ 5 w 39"/>
                <a:gd name="T21" fmla="*/ 16 h 35"/>
                <a:gd name="T22" fmla="*/ 8 w 39"/>
                <a:gd name="T23" fmla="*/ 21 h 35"/>
                <a:gd name="T24" fmla="*/ 11 w 39"/>
                <a:gd name="T25" fmla="*/ 23 h 35"/>
                <a:gd name="T26" fmla="*/ 11 w 39"/>
                <a:gd name="T27" fmla="*/ 24 h 35"/>
                <a:gd name="T28" fmla="*/ 14 w 39"/>
                <a:gd name="T29" fmla="*/ 25 h 35"/>
                <a:gd name="T30" fmla="*/ 13 w 39"/>
                <a:gd name="T31" fmla="*/ 28 h 35"/>
                <a:gd name="T32" fmla="*/ 15 w 39"/>
                <a:gd name="T33" fmla="*/ 31 h 35"/>
                <a:gd name="T34" fmla="*/ 20 w 39"/>
                <a:gd name="T35" fmla="*/ 34 h 35"/>
                <a:gd name="T36" fmla="*/ 25 w 39"/>
                <a:gd name="T37" fmla="*/ 35 h 35"/>
                <a:gd name="T38" fmla="*/ 27 w 39"/>
                <a:gd name="T39" fmla="*/ 35 h 35"/>
                <a:gd name="T40" fmla="*/ 34 w 39"/>
                <a:gd name="T41" fmla="*/ 31 h 35"/>
                <a:gd name="T42" fmla="*/ 36 w 39"/>
                <a:gd name="T43" fmla="*/ 27 h 35"/>
                <a:gd name="T44" fmla="*/ 39 w 39"/>
                <a:gd name="T45" fmla="*/ 2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9" h="35">
                  <a:moveTo>
                    <a:pt x="39" y="22"/>
                  </a:moveTo>
                  <a:cubicBezTo>
                    <a:pt x="39" y="21"/>
                    <a:pt x="38" y="19"/>
                    <a:pt x="38" y="18"/>
                  </a:cubicBezTo>
                  <a:cubicBezTo>
                    <a:pt x="38" y="16"/>
                    <a:pt x="39" y="15"/>
                    <a:pt x="39" y="14"/>
                  </a:cubicBezTo>
                  <a:cubicBezTo>
                    <a:pt x="39" y="11"/>
                    <a:pt x="39" y="9"/>
                    <a:pt x="38" y="7"/>
                  </a:cubicBezTo>
                  <a:cubicBezTo>
                    <a:pt x="38" y="4"/>
                    <a:pt x="29" y="2"/>
                    <a:pt x="27" y="2"/>
                  </a:cubicBezTo>
                  <a:cubicBezTo>
                    <a:pt x="27" y="0"/>
                    <a:pt x="27" y="0"/>
                    <a:pt x="24" y="0"/>
                  </a:cubicBezTo>
                  <a:cubicBezTo>
                    <a:pt x="21" y="0"/>
                    <a:pt x="21" y="1"/>
                    <a:pt x="19" y="3"/>
                  </a:cubicBezTo>
                  <a:cubicBezTo>
                    <a:pt x="18" y="5"/>
                    <a:pt x="15" y="6"/>
                    <a:pt x="13" y="7"/>
                  </a:cubicBezTo>
                  <a:cubicBezTo>
                    <a:pt x="12" y="9"/>
                    <a:pt x="11" y="12"/>
                    <a:pt x="9" y="12"/>
                  </a:cubicBezTo>
                  <a:cubicBezTo>
                    <a:pt x="7" y="12"/>
                    <a:pt x="5" y="11"/>
                    <a:pt x="2" y="12"/>
                  </a:cubicBezTo>
                  <a:cubicBezTo>
                    <a:pt x="0" y="13"/>
                    <a:pt x="4" y="15"/>
                    <a:pt x="5" y="16"/>
                  </a:cubicBezTo>
                  <a:cubicBezTo>
                    <a:pt x="6" y="18"/>
                    <a:pt x="6" y="20"/>
                    <a:pt x="8" y="21"/>
                  </a:cubicBezTo>
                  <a:cubicBezTo>
                    <a:pt x="9" y="22"/>
                    <a:pt x="10" y="23"/>
                    <a:pt x="11" y="23"/>
                  </a:cubicBezTo>
                  <a:cubicBezTo>
                    <a:pt x="12" y="23"/>
                    <a:pt x="11" y="24"/>
                    <a:pt x="11" y="24"/>
                  </a:cubicBezTo>
                  <a:cubicBezTo>
                    <a:pt x="12" y="24"/>
                    <a:pt x="13" y="25"/>
                    <a:pt x="14" y="25"/>
                  </a:cubicBezTo>
                  <a:cubicBezTo>
                    <a:pt x="14" y="26"/>
                    <a:pt x="13" y="27"/>
                    <a:pt x="13" y="28"/>
                  </a:cubicBezTo>
                  <a:cubicBezTo>
                    <a:pt x="13" y="29"/>
                    <a:pt x="14" y="31"/>
                    <a:pt x="15" y="31"/>
                  </a:cubicBezTo>
                  <a:cubicBezTo>
                    <a:pt x="18" y="31"/>
                    <a:pt x="19" y="31"/>
                    <a:pt x="20" y="34"/>
                  </a:cubicBezTo>
                  <a:cubicBezTo>
                    <a:pt x="21" y="35"/>
                    <a:pt x="23" y="34"/>
                    <a:pt x="25" y="35"/>
                  </a:cubicBezTo>
                  <a:cubicBezTo>
                    <a:pt x="26" y="35"/>
                    <a:pt x="26" y="35"/>
                    <a:pt x="27" y="35"/>
                  </a:cubicBezTo>
                  <a:cubicBezTo>
                    <a:pt x="31" y="35"/>
                    <a:pt x="32" y="34"/>
                    <a:pt x="34" y="31"/>
                  </a:cubicBezTo>
                  <a:cubicBezTo>
                    <a:pt x="35" y="30"/>
                    <a:pt x="36" y="28"/>
                    <a:pt x="36" y="27"/>
                  </a:cubicBezTo>
                  <a:cubicBezTo>
                    <a:pt x="37" y="25"/>
                    <a:pt x="39" y="24"/>
                    <a:pt x="39" y="2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49" name="Freeform 737">
              <a:extLst>
                <a:ext uri="{FF2B5EF4-FFF2-40B4-BE49-F238E27FC236}">
                  <a16:creationId xmlns:a16="http://schemas.microsoft.com/office/drawing/2014/main" id="{A6D22D1D-9E50-C8F5-94B2-BBCBBE8D8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4909" y="10317585"/>
              <a:ext cx="115719" cy="139348"/>
            </a:xfrm>
            <a:custGeom>
              <a:avLst/>
              <a:gdLst>
                <a:gd name="T0" fmla="*/ 5 w 10"/>
                <a:gd name="T1" fmla="*/ 1 h 11"/>
                <a:gd name="T2" fmla="*/ 7 w 10"/>
                <a:gd name="T3" fmla="*/ 9 h 11"/>
                <a:gd name="T4" fmla="*/ 5 w 10"/>
                <a:gd name="T5" fmla="*/ 1 h 11"/>
                <a:gd name="T6" fmla="*/ 5 w 10"/>
                <a:gd name="T7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1">
                  <a:moveTo>
                    <a:pt x="5" y="1"/>
                  </a:moveTo>
                  <a:cubicBezTo>
                    <a:pt x="0" y="2"/>
                    <a:pt x="3" y="11"/>
                    <a:pt x="7" y="9"/>
                  </a:cubicBezTo>
                  <a:cubicBezTo>
                    <a:pt x="10" y="8"/>
                    <a:pt x="9" y="0"/>
                    <a:pt x="5" y="1"/>
                  </a:cubicBezTo>
                  <a:cubicBezTo>
                    <a:pt x="3" y="1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0" name="Freeform 738">
              <a:extLst>
                <a:ext uri="{FF2B5EF4-FFF2-40B4-BE49-F238E27FC236}">
                  <a16:creationId xmlns:a16="http://schemas.microsoft.com/office/drawing/2014/main" id="{96663560-6E40-24A2-EAF7-8D349C7679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68814" y="10093788"/>
              <a:ext cx="925755" cy="857195"/>
            </a:xfrm>
            <a:custGeom>
              <a:avLst/>
              <a:gdLst>
                <a:gd name="T0" fmla="*/ 74 w 79"/>
                <a:gd name="T1" fmla="*/ 27 h 69"/>
                <a:gd name="T2" fmla="*/ 69 w 79"/>
                <a:gd name="T3" fmla="*/ 22 h 69"/>
                <a:gd name="T4" fmla="*/ 72 w 79"/>
                <a:gd name="T5" fmla="*/ 19 h 69"/>
                <a:gd name="T6" fmla="*/ 75 w 79"/>
                <a:gd name="T7" fmla="*/ 20 h 69"/>
                <a:gd name="T8" fmla="*/ 75 w 79"/>
                <a:gd name="T9" fmla="*/ 11 h 69"/>
                <a:gd name="T10" fmla="*/ 73 w 79"/>
                <a:gd name="T11" fmla="*/ 7 h 69"/>
                <a:gd name="T12" fmla="*/ 72 w 79"/>
                <a:gd name="T13" fmla="*/ 1 h 69"/>
                <a:gd name="T14" fmla="*/ 66 w 79"/>
                <a:gd name="T15" fmla="*/ 1 h 69"/>
                <a:gd name="T16" fmla="*/ 60 w 79"/>
                <a:gd name="T17" fmla="*/ 2 h 69"/>
                <a:gd name="T18" fmla="*/ 55 w 79"/>
                <a:gd name="T19" fmla="*/ 5 h 69"/>
                <a:gd name="T20" fmla="*/ 51 w 79"/>
                <a:gd name="T21" fmla="*/ 8 h 69"/>
                <a:gd name="T22" fmla="*/ 49 w 79"/>
                <a:gd name="T23" fmla="*/ 12 h 69"/>
                <a:gd name="T24" fmla="*/ 45 w 79"/>
                <a:gd name="T25" fmla="*/ 14 h 69"/>
                <a:gd name="T26" fmla="*/ 44 w 79"/>
                <a:gd name="T27" fmla="*/ 17 h 69"/>
                <a:gd name="T28" fmla="*/ 34 w 79"/>
                <a:gd name="T29" fmla="*/ 17 h 69"/>
                <a:gd name="T30" fmla="*/ 28 w 79"/>
                <a:gd name="T31" fmla="*/ 21 h 69"/>
                <a:gd name="T32" fmla="*/ 24 w 79"/>
                <a:gd name="T33" fmla="*/ 24 h 69"/>
                <a:gd name="T34" fmla="*/ 20 w 79"/>
                <a:gd name="T35" fmla="*/ 23 h 69"/>
                <a:gd name="T36" fmla="*/ 17 w 79"/>
                <a:gd name="T37" fmla="*/ 14 h 69"/>
                <a:gd name="T38" fmla="*/ 17 w 79"/>
                <a:gd name="T39" fmla="*/ 29 h 69"/>
                <a:gd name="T40" fmla="*/ 17 w 79"/>
                <a:gd name="T41" fmla="*/ 33 h 69"/>
                <a:gd name="T42" fmla="*/ 9 w 79"/>
                <a:gd name="T43" fmla="*/ 35 h 69"/>
                <a:gd name="T44" fmla="*/ 6 w 79"/>
                <a:gd name="T45" fmla="*/ 34 h 69"/>
                <a:gd name="T46" fmla="*/ 2 w 79"/>
                <a:gd name="T47" fmla="*/ 33 h 69"/>
                <a:gd name="T48" fmla="*/ 3 w 79"/>
                <a:gd name="T49" fmla="*/ 40 h 69"/>
                <a:gd name="T50" fmla="*/ 5 w 79"/>
                <a:gd name="T51" fmla="*/ 45 h 69"/>
                <a:gd name="T52" fmla="*/ 9 w 79"/>
                <a:gd name="T53" fmla="*/ 56 h 69"/>
                <a:gd name="T54" fmla="*/ 8 w 79"/>
                <a:gd name="T55" fmla="*/ 60 h 69"/>
                <a:gd name="T56" fmla="*/ 9 w 79"/>
                <a:gd name="T57" fmla="*/ 62 h 69"/>
                <a:gd name="T58" fmla="*/ 10 w 79"/>
                <a:gd name="T59" fmla="*/ 66 h 69"/>
                <a:gd name="T60" fmla="*/ 11 w 79"/>
                <a:gd name="T61" fmla="*/ 64 h 69"/>
                <a:gd name="T62" fmla="*/ 15 w 79"/>
                <a:gd name="T63" fmla="*/ 68 h 69"/>
                <a:gd name="T64" fmla="*/ 21 w 79"/>
                <a:gd name="T65" fmla="*/ 66 h 69"/>
                <a:gd name="T66" fmla="*/ 26 w 79"/>
                <a:gd name="T67" fmla="*/ 65 h 69"/>
                <a:gd name="T68" fmla="*/ 31 w 79"/>
                <a:gd name="T69" fmla="*/ 64 h 69"/>
                <a:gd name="T70" fmla="*/ 38 w 79"/>
                <a:gd name="T71" fmla="*/ 64 h 69"/>
                <a:gd name="T72" fmla="*/ 39 w 79"/>
                <a:gd name="T73" fmla="*/ 64 h 69"/>
                <a:gd name="T74" fmla="*/ 41 w 79"/>
                <a:gd name="T75" fmla="*/ 63 h 69"/>
                <a:gd name="T76" fmla="*/ 42 w 79"/>
                <a:gd name="T77" fmla="*/ 62 h 69"/>
                <a:gd name="T78" fmla="*/ 44 w 79"/>
                <a:gd name="T79" fmla="*/ 65 h 69"/>
                <a:gd name="T80" fmla="*/ 46 w 79"/>
                <a:gd name="T81" fmla="*/ 62 h 69"/>
                <a:gd name="T82" fmla="*/ 57 w 79"/>
                <a:gd name="T83" fmla="*/ 56 h 69"/>
                <a:gd name="T84" fmla="*/ 65 w 79"/>
                <a:gd name="T85" fmla="*/ 48 h 69"/>
                <a:gd name="T86" fmla="*/ 72 w 79"/>
                <a:gd name="T87" fmla="*/ 37 h 69"/>
                <a:gd name="T88" fmla="*/ 77 w 79"/>
                <a:gd name="T89" fmla="*/ 33 h 69"/>
                <a:gd name="T90" fmla="*/ 79 w 79"/>
                <a:gd name="T91" fmla="*/ 25 h 69"/>
                <a:gd name="T92" fmla="*/ 76 w 79"/>
                <a:gd name="T93" fmla="*/ 25 h 69"/>
                <a:gd name="T94" fmla="*/ 74 w 79"/>
                <a:gd name="T95" fmla="*/ 27 h 69"/>
                <a:gd name="T96" fmla="*/ 62 w 79"/>
                <a:gd name="T97" fmla="*/ 39 h 69"/>
                <a:gd name="T98" fmla="*/ 61 w 79"/>
                <a:gd name="T99" fmla="*/ 41 h 69"/>
                <a:gd name="T100" fmla="*/ 57 w 79"/>
                <a:gd name="T101" fmla="*/ 43 h 69"/>
                <a:gd name="T102" fmla="*/ 55 w 79"/>
                <a:gd name="T103" fmla="*/ 44 h 69"/>
                <a:gd name="T104" fmla="*/ 52 w 79"/>
                <a:gd name="T105" fmla="*/ 41 h 69"/>
                <a:gd name="T106" fmla="*/ 56 w 79"/>
                <a:gd name="T107" fmla="*/ 35 h 69"/>
                <a:gd name="T108" fmla="*/ 60 w 79"/>
                <a:gd name="T109" fmla="*/ 35 h 69"/>
                <a:gd name="T110" fmla="*/ 62 w 79"/>
                <a:gd name="T111" fmla="*/ 39 h 69"/>
                <a:gd name="T112" fmla="*/ 62 w 79"/>
                <a:gd name="T113" fmla="*/ 3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" h="69">
                  <a:moveTo>
                    <a:pt x="74" y="27"/>
                  </a:moveTo>
                  <a:cubicBezTo>
                    <a:pt x="71" y="27"/>
                    <a:pt x="68" y="24"/>
                    <a:pt x="69" y="22"/>
                  </a:cubicBezTo>
                  <a:cubicBezTo>
                    <a:pt x="69" y="20"/>
                    <a:pt x="71" y="19"/>
                    <a:pt x="72" y="19"/>
                  </a:cubicBezTo>
                  <a:cubicBezTo>
                    <a:pt x="73" y="19"/>
                    <a:pt x="74" y="20"/>
                    <a:pt x="75" y="20"/>
                  </a:cubicBezTo>
                  <a:cubicBezTo>
                    <a:pt x="75" y="17"/>
                    <a:pt x="76" y="14"/>
                    <a:pt x="75" y="11"/>
                  </a:cubicBezTo>
                  <a:cubicBezTo>
                    <a:pt x="74" y="10"/>
                    <a:pt x="73" y="8"/>
                    <a:pt x="73" y="7"/>
                  </a:cubicBezTo>
                  <a:cubicBezTo>
                    <a:pt x="72" y="5"/>
                    <a:pt x="72" y="3"/>
                    <a:pt x="72" y="1"/>
                  </a:cubicBezTo>
                  <a:cubicBezTo>
                    <a:pt x="70" y="2"/>
                    <a:pt x="67" y="1"/>
                    <a:pt x="66" y="1"/>
                  </a:cubicBezTo>
                  <a:cubicBezTo>
                    <a:pt x="63" y="0"/>
                    <a:pt x="61" y="0"/>
                    <a:pt x="60" y="2"/>
                  </a:cubicBezTo>
                  <a:cubicBezTo>
                    <a:pt x="58" y="3"/>
                    <a:pt x="56" y="3"/>
                    <a:pt x="55" y="5"/>
                  </a:cubicBezTo>
                  <a:cubicBezTo>
                    <a:pt x="54" y="6"/>
                    <a:pt x="52" y="7"/>
                    <a:pt x="51" y="8"/>
                  </a:cubicBezTo>
                  <a:cubicBezTo>
                    <a:pt x="50" y="9"/>
                    <a:pt x="50" y="11"/>
                    <a:pt x="49" y="12"/>
                  </a:cubicBezTo>
                  <a:cubicBezTo>
                    <a:pt x="48" y="14"/>
                    <a:pt x="46" y="12"/>
                    <a:pt x="45" y="14"/>
                  </a:cubicBezTo>
                  <a:cubicBezTo>
                    <a:pt x="44" y="15"/>
                    <a:pt x="45" y="16"/>
                    <a:pt x="44" y="17"/>
                  </a:cubicBezTo>
                  <a:cubicBezTo>
                    <a:pt x="42" y="21"/>
                    <a:pt x="37" y="18"/>
                    <a:pt x="34" y="17"/>
                  </a:cubicBezTo>
                  <a:cubicBezTo>
                    <a:pt x="31" y="15"/>
                    <a:pt x="30" y="19"/>
                    <a:pt x="28" y="21"/>
                  </a:cubicBezTo>
                  <a:cubicBezTo>
                    <a:pt x="27" y="22"/>
                    <a:pt x="26" y="24"/>
                    <a:pt x="24" y="24"/>
                  </a:cubicBezTo>
                  <a:cubicBezTo>
                    <a:pt x="24" y="24"/>
                    <a:pt x="20" y="24"/>
                    <a:pt x="20" y="23"/>
                  </a:cubicBezTo>
                  <a:cubicBezTo>
                    <a:pt x="22" y="20"/>
                    <a:pt x="21" y="15"/>
                    <a:pt x="17" y="14"/>
                  </a:cubicBezTo>
                  <a:cubicBezTo>
                    <a:pt x="17" y="19"/>
                    <a:pt x="17" y="24"/>
                    <a:pt x="17" y="29"/>
                  </a:cubicBezTo>
                  <a:cubicBezTo>
                    <a:pt x="17" y="29"/>
                    <a:pt x="18" y="32"/>
                    <a:pt x="17" y="33"/>
                  </a:cubicBezTo>
                  <a:cubicBezTo>
                    <a:pt x="14" y="35"/>
                    <a:pt x="13" y="36"/>
                    <a:pt x="9" y="35"/>
                  </a:cubicBezTo>
                  <a:cubicBezTo>
                    <a:pt x="8" y="35"/>
                    <a:pt x="7" y="35"/>
                    <a:pt x="6" y="34"/>
                  </a:cubicBezTo>
                  <a:cubicBezTo>
                    <a:pt x="5" y="32"/>
                    <a:pt x="4" y="31"/>
                    <a:pt x="2" y="33"/>
                  </a:cubicBezTo>
                  <a:cubicBezTo>
                    <a:pt x="0" y="35"/>
                    <a:pt x="2" y="38"/>
                    <a:pt x="3" y="40"/>
                  </a:cubicBezTo>
                  <a:cubicBezTo>
                    <a:pt x="4" y="41"/>
                    <a:pt x="5" y="43"/>
                    <a:pt x="5" y="45"/>
                  </a:cubicBezTo>
                  <a:cubicBezTo>
                    <a:pt x="7" y="49"/>
                    <a:pt x="11" y="51"/>
                    <a:pt x="9" y="56"/>
                  </a:cubicBezTo>
                  <a:cubicBezTo>
                    <a:pt x="8" y="58"/>
                    <a:pt x="7" y="58"/>
                    <a:pt x="8" y="60"/>
                  </a:cubicBezTo>
                  <a:cubicBezTo>
                    <a:pt x="9" y="61"/>
                    <a:pt x="9" y="62"/>
                    <a:pt x="9" y="62"/>
                  </a:cubicBezTo>
                  <a:cubicBezTo>
                    <a:pt x="10" y="63"/>
                    <a:pt x="9" y="65"/>
                    <a:pt x="10" y="66"/>
                  </a:cubicBezTo>
                  <a:cubicBezTo>
                    <a:pt x="10" y="66"/>
                    <a:pt x="10" y="64"/>
                    <a:pt x="11" y="64"/>
                  </a:cubicBezTo>
                  <a:cubicBezTo>
                    <a:pt x="11" y="64"/>
                    <a:pt x="14" y="67"/>
                    <a:pt x="15" y="68"/>
                  </a:cubicBezTo>
                  <a:cubicBezTo>
                    <a:pt x="17" y="69"/>
                    <a:pt x="19" y="66"/>
                    <a:pt x="21" y="66"/>
                  </a:cubicBezTo>
                  <a:cubicBezTo>
                    <a:pt x="23" y="65"/>
                    <a:pt x="25" y="67"/>
                    <a:pt x="26" y="65"/>
                  </a:cubicBezTo>
                  <a:cubicBezTo>
                    <a:pt x="28" y="64"/>
                    <a:pt x="29" y="64"/>
                    <a:pt x="31" y="64"/>
                  </a:cubicBezTo>
                  <a:cubicBezTo>
                    <a:pt x="33" y="64"/>
                    <a:pt x="35" y="64"/>
                    <a:pt x="38" y="64"/>
                  </a:cubicBezTo>
                  <a:cubicBezTo>
                    <a:pt x="38" y="64"/>
                    <a:pt x="39" y="64"/>
                    <a:pt x="39" y="64"/>
                  </a:cubicBezTo>
                  <a:cubicBezTo>
                    <a:pt x="40" y="64"/>
                    <a:pt x="40" y="63"/>
                    <a:pt x="41" y="63"/>
                  </a:cubicBezTo>
                  <a:cubicBezTo>
                    <a:pt x="41" y="63"/>
                    <a:pt x="41" y="62"/>
                    <a:pt x="42" y="62"/>
                  </a:cubicBezTo>
                  <a:cubicBezTo>
                    <a:pt x="42" y="63"/>
                    <a:pt x="42" y="65"/>
                    <a:pt x="44" y="65"/>
                  </a:cubicBezTo>
                  <a:cubicBezTo>
                    <a:pt x="44" y="65"/>
                    <a:pt x="43" y="61"/>
                    <a:pt x="46" y="62"/>
                  </a:cubicBezTo>
                  <a:cubicBezTo>
                    <a:pt x="50" y="63"/>
                    <a:pt x="54" y="59"/>
                    <a:pt x="57" y="56"/>
                  </a:cubicBezTo>
                  <a:cubicBezTo>
                    <a:pt x="60" y="54"/>
                    <a:pt x="62" y="51"/>
                    <a:pt x="65" y="48"/>
                  </a:cubicBezTo>
                  <a:cubicBezTo>
                    <a:pt x="68" y="45"/>
                    <a:pt x="69" y="41"/>
                    <a:pt x="72" y="37"/>
                  </a:cubicBezTo>
                  <a:cubicBezTo>
                    <a:pt x="73" y="36"/>
                    <a:pt x="76" y="35"/>
                    <a:pt x="77" y="33"/>
                  </a:cubicBezTo>
                  <a:cubicBezTo>
                    <a:pt x="78" y="31"/>
                    <a:pt x="79" y="27"/>
                    <a:pt x="79" y="25"/>
                  </a:cubicBezTo>
                  <a:cubicBezTo>
                    <a:pt x="78" y="25"/>
                    <a:pt x="77" y="25"/>
                    <a:pt x="76" y="25"/>
                  </a:cubicBezTo>
                  <a:cubicBezTo>
                    <a:pt x="75" y="25"/>
                    <a:pt x="75" y="27"/>
                    <a:pt x="74" y="27"/>
                  </a:cubicBezTo>
                  <a:close/>
                  <a:moveTo>
                    <a:pt x="62" y="39"/>
                  </a:moveTo>
                  <a:cubicBezTo>
                    <a:pt x="61" y="39"/>
                    <a:pt x="61" y="41"/>
                    <a:pt x="61" y="41"/>
                  </a:cubicBezTo>
                  <a:cubicBezTo>
                    <a:pt x="60" y="43"/>
                    <a:pt x="58" y="42"/>
                    <a:pt x="57" y="43"/>
                  </a:cubicBezTo>
                  <a:cubicBezTo>
                    <a:pt x="56" y="43"/>
                    <a:pt x="56" y="44"/>
                    <a:pt x="55" y="44"/>
                  </a:cubicBezTo>
                  <a:cubicBezTo>
                    <a:pt x="53" y="44"/>
                    <a:pt x="52" y="42"/>
                    <a:pt x="52" y="41"/>
                  </a:cubicBezTo>
                  <a:cubicBezTo>
                    <a:pt x="51" y="39"/>
                    <a:pt x="54" y="36"/>
                    <a:pt x="56" y="35"/>
                  </a:cubicBezTo>
                  <a:cubicBezTo>
                    <a:pt x="57" y="34"/>
                    <a:pt x="59" y="34"/>
                    <a:pt x="60" y="35"/>
                  </a:cubicBezTo>
                  <a:cubicBezTo>
                    <a:pt x="61" y="36"/>
                    <a:pt x="64" y="38"/>
                    <a:pt x="62" y="39"/>
                  </a:cubicBezTo>
                  <a:cubicBezTo>
                    <a:pt x="61" y="39"/>
                    <a:pt x="63" y="38"/>
                    <a:pt x="62" y="39"/>
                  </a:cubicBezTo>
                  <a:close/>
                </a:path>
              </a:pathLst>
            </a:custGeom>
            <a:grpFill/>
            <a:ln w="9525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1" name="Freeform 739">
              <a:extLst>
                <a:ext uri="{FF2B5EF4-FFF2-40B4-BE49-F238E27FC236}">
                  <a16:creationId xmlns:a16="http://schemas.microsoft.com/office/drawing/2014/main" id="{7F5495F2-AEEF-7E8D-1263-BB6EF449A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7362" y="10503384"/>
              <a:ext cx="151631" cy="164684"/>
            </a:xfrm>
            <a:custGeom>
              <a:avLst/>
              <a:gdLst>
                <a:gd name="T0" fmla="*/ 11 w 13"/>
                <a:gd name="T1" fmla="*/ 4 h 13"/>
                <a:gd name="T2" fmla="*/ 3 w 13"/>
                <a:gd name="T3" fmla="*/ 3 h 13"/>
                <a:gd name="T4" fmla="*/ 2 w 13"/>
                <a:gd name="T5" fmla="*/ 9 h 13"/>
                <a:gd name="T6" fmla="*/ 7 w 13"/>
                <a:gd name="T7" fmla="*/ 9 h 13"/>
                <a:gd name="T8" fmla="*/ 11 w 13"/>
                <a:gd name="T9" fmla="*/ 4 h 13"/>
                <a:gd name="T10" fmla="*/ 11 w 13"/>
                <a:gd name="T1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3">
                  <a:moveTo>
                    <a:pt x="11" y="4"/>
                  </a:moveTo>
                  <a:cubicBezTo>
                    <a:pt x="9" y="2"/>
                    <a:pt x="5" y="0"/>
                    <a:pt x="3" y="3"/>
                  </a:cubicBezTo>
                  <a:cubicBezTo>
                    <a:pt x="1" y="5"/>
                    <a:pt x="0" y="7"/>
                    <a:pt x="2" y="9"/>
                  </a:cubicBezTo>
                  <a:cubicBezTo>
                    <a:pt x="4" y="13"/>
                    <a:pt x="5" y="9"/>
                    <a:pt x="7" y="9"/>
                  </a:cubicBezTo>
                  <a:cubicBezTo>
                    <a:pt x="10" y="9"/>
                    <a:pt x="13" y="5"/>
                    <a:pt x="11" y="4"/>
                  </a:cubicBezTo>
                  <a:cubicBezTo>
                    <a:pt x="10" y="3"/>
                    <a:pt x="12" y="4"/>
                    <a:pt x="11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2" name="Freeform 740">
              <a:extLst>
                <a:ext uri="{FF2B5EF4-FFF2-40B4-BE49-F238E27FC236}">
                  <a16:creationId xmlns:a16="http://schemas.microsoft.com/office/drawing/2014/main" id="{0B705FA5-4B5B-9EB7-6222-A217780FA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356" y="8966338"/>
              <a:ext cx="59854" cy="101342"/>
            </a:xfrm>
            <a:custGeom>
              <a:avLst/>
              <a:gdLst>
                <a:gd name="T0" fmla="*/ 2 w 5"/>
                <a:gd name="T1" fmla="*/ 5 h 8"/>
                <a:gd name="T2" fmla="*/ 5 w 5"/>
                <a:gd name="T3" fmla="*/ 1 h 8"/>
                <a:gd name="T4" fmla="*/ 1 w 5"/>
                <a:gd name="T5" fmla="*/ 3 h 8"/>
                <a:gd name="T6" fmla="*/ 0 w 5"/>
                <a:gd name="T7" fmla="*/ 8 h 8"/>
                <a:gd name="T8" fmla="*/ 2 w 5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8">
                  <a:moveTo>
                    <a:pt x="2" y="5"/>
                  </a:moveTo>
                  <a:cubicBezTo>
                    <a:pt x="2" y="4"/>
                    <a:pt x="4" y="2"/>
                    <a:pt x="5" y="1"/>
                  </a:cubicBezTo>
                  <a:cubicBezTo>
                    <a:pt x="4" y="0"/>
                    <a:pt x="2" y="2"/>
                    <a:pt x="1" y="3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2" y="7"/>
                    <a:pt x="2" y="6"/>
                    <a:pt x="2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3" name="Freeform 741">
              <a:extLst>
                <a:ext uri="{FF2B5EF4-FFF2-40B4-BE49-F238E27FC236}">
                  <a16:creationId xmlns:a16="http://schemas.microsoft.com/office/drawing/2014/main" id="{F5CCC268-432F-7D22-030A-74B8C0D94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9489" y="8459626"/>
              <a:ext cx="407015" cy="557389"/>
            </a:xfrm>
            <a:custGeom>
              <a:avLst/>
              <a:gdLst>
                <a:gd name="T0" fmla="*/ 11 w 35"/>
                <a:gd name="T1" fmla="*/ 44 h 45"/>
                <a:gd name="T2" fmla="*/ 15 w 35"/>
                <a:gd name="T3" fmla="*/ 41 h 45"/>
                <a:gd name="T4" fmla="*/ 16 w 35"/>
                <a:gd name="T5" fmla="*/ 43 h 45"/>
                <a:gd name="T6" fmla="*/ 23 w 35"/>
                <a:gd name="T7" fmla="*/ 37 h 45"/>
                <a:gd name="T8" fmla="*/ 25 w 35"/>
                <a:gd name="T9" fmla="*/ 26 h 45"/>
                <a:gd name="T10" fmla="*/ 31 w 35"/>
                <a:gd name="T11" fmla="*/ 16 h 45"/>
                <a:gd name="T12" fmla="*/ 33 w 35"/>
                <a:gd name="T13" fmla="*/ 8 h 45"/>
                <a:gd name="T14" fmla="*/ 35 w 35"/>
                <a:gd name="T15" fmla="*/ 2 h 45"/>
                <a:gd name="T16" fmla="*/ 29 w 35"/>
                <a:gd name="T17" fmla="*/ 1 h 45"/>
                <a:gd name="T18" fmla="*/ 26 w 35"/>
                <a:gd name="T19" fmla="*/ 2 h 45"/>
                <a:gd name="T20" fmla="*/ 25 w 35"/>
                <a:gd name="T21" fmla="*/ 6 h 45"/>
                <a:gd name="T22" fmla="*/ 20 w 35"/>
                <a:gd name="T23" fmla="*/ 10 h 45"/>
                <a:gd name="T24" fmla="*/ 10 w 35"/>
                <a:gd name="T25" fmla="*/ 8 h 45"/>
                <a:gd name="T26" fmla="*/ 13 w 35"/>
                <a:gd name="T27" fmla="*/ 13 h 45"/>
                <a:gd name="T28" fmla="*/ 14 w 35"/>
                <a:gd name="T29" fmla="*/ 19 h 45"/>
                <a:gd name="T30" fmla="*/ 15 w 35"/>
                <a:gd name="T31" fmla="*/ 22 h 45"/>
                <a:gd name="T32" fmla="*/ 16 w 35"/>
                <a:gd name="T33" fmla="*/ 25 h 45"/>
                <a:gd name="T34" fmla="*/ 15 w 35"/>
                <a:gd name="T35" fmla="*/ 32 h 45"/>
                <a:gd name="T36" fmla="*/ 13 w 35"/>
                <a:gd name="T37" fmla="*/ 31 h 45"/>
                <a:gd name="T38" fmla="*/ 10 w 35"/>
                <a:gd name="T39" fmla="*/ 32 h 45"/>
                <a:gd name="T40" fmla="*/ 8 w 35"/>
                <a:gd name="T41" fmla="*/ 29 h 45"/>
                <a:gd name="T42" fmla="*/ 6 w 35"/>
                <a:gd name="T43" fmla="*/ 32 h 45"/>
                <a:gd name="T44" fmla="*/ 4 w 35"/>
                <a:gd name="T45" fmla="*/ 32 h 45"/>
                <a:gd name="T46" fmla="*/ 3 w 35"/>
                <a:gd name="T47" fmla="*/ 35 h 45"/>
                <a:gd name="T48" fmla="*/ 0 w 35"/>
                <a:gd name="T49" fmla="*/ 39 h 45"/>
                <a:gd name="T50" fmla="*/ 5 w 35"/>
                <a:gd name="T51" fmla="*/ 45 h 45"/>
                <a:gd name="T52" fmla="*/ 8 w 35"/>
                <a:gd name="T53" fmla="*/ 42 h 45"/>
                <a:gd name="T54" fmla="*/ 11 w 35"/>
                <a:gd name="T55" fmla="*/ 44 h 45"/>
                <a:gd name="T56" fmla="*/ 11 w 35"/>
                <a:gd name="T5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" h="45">
                  <a:moveTo>
                    <a:pt x="11" y="44"/>
                  </a:moveTo>
                  <a:cubicBezTo>
                    <a:pt x="12" y="44"/>
                    <a:pt x="14" y="42"/>
                    <a:pt x="15" y="41"/>
                  </a:cubicBezTo>
                  <a:cubicBezTo>
                    <a:pt x="17" y="40"/>
                    <a:pt x="15" y="43"/>
                    <a:pt x="16" y="43"/>
                  </a:cubicBezTo>
                  <a:cubicBezTo>
                    <a:pt x="16" y="43"/>
                    <a:pt x="23" y="39"/>
                    <a:pt x="23" y="37"/>
                  </a:cubicBezTo>
                  <a:cubicBezTo>
                    <a:pt x="23" y="33"/>
                    <a:pt x="23" y="29"/>
                    <a:pt x="25" y="26"/>
                  </a:cubicBezTo>
                  <a:cubicBezTo>
                    <a:pt x="27" y="22"/>
                    <a:pt x="30" y="19"/>
                    <a:pt x="31" y="16"/>
                  </a:cubicBezTo>
                  <a:cubicBezTo>
                    <a:pt x="32" y="13"/>
                    <a:pt x="32" y="11"/>
                    <a:pt x="33" y="8"/>
                  </a:cubicBezTo>
                  <a:cubicBezTo>
                    <a:pt x="33" y="6"/>
                    <a:pt x="35" y="4"/>
                    <a:pt x="35" y="2"/>
                  </a:cubicBezTo>
                  <a:cubicBezTo>
                    <a:pt x="33" y="2"/>
                    <a:pt x="31" y="0"/>
                    <a:pt x="29" y="1"/>
                  </a:cubicBezTo>
                  <a:cubicBezTo>
                    <a:pt x="28" y="1"/>
                    <a:pt x="26" y="1"/>
                    <a:pt x="26" y="2"/>
                  </a:cubicBezTo>
                  <a:cubicBezTo>
                    <a:pt x="25" y="4"/>
                    <a:pt x="25" y="5"/>
                    <a:pt x="25" y="6"/>
                  </a:cubicBezTo>
                  <a:cubicBezTo>
                    <a:pt x="24" y="9"/>
                    <a:pt x="23" y="10"/>
                    <a:pt x="20" y="10"/>
                  </a:cubicBezTo>
                  <a:cubicBezTo>
                    <a:pt x="17" y="9"/>
                    <a:pt x="13" y="8"/>
                    <a:pt x="10" y="8"/>
                  </a:cubicBezTo>
                  <a:cubicBezTo>
                    <a:pt x="10" y="10"/>
                    <a:pt x="9" y="14"/>
                    <a:pt x="13" y="13"/>
                  </a:cubicBezTo>
                  <a:cubicBezTo>
                    <a:pt x="17" y="11"/>
                    <a:pt x="14" y="17"/>
                    <a:pt x="14" y="19"/>
                  </a:cubicBezTo>
                  <a:cubicBezTo>
                    <a:pt x="14" y="20"/>
                    <a:pt x="14" y="21"/>
                    <a:pt x="15" y="22"/>
                  </a:cubicBezTo>
                  <a:cubicBezTo>
                    <a:pt x="16" y="23"/>
                    <a:pt x="16" y="24"/>
                    <a:pt x="16" y="25"/>
                  </a:cubicBezTo>
                  <a:cubicBezTo>
                    <a:pt x="16" y="27"/>
                    <a:pt x="16" y="30"/>
                    <a:pt x="15" y="32"/>
                  </a:cubicBezTo>
                  <a:cubicBezTo>
                    <a:pt x="15" y="33"/>
                    <a:pt x="13" y="31"/>
                    <a:pt x="13" y="31"/>
                  </a:cubicBezTo>
                  <a:cubicBezTo>
                    <a:pt x="11" y="31"/>
                    <a:pt x="11" y="33"/>
                    <a:pt x="10" y="32"/>
                  </a:cubicBezTo>
                  <a:cubicBezTo>
                    <a:pt x="10" y="31"/>
                    <a:pt x="9" y="30"/>
                    <a:pt x="8" y="29"/>
                  </a:cubicBezTo>
                  <a:cubicBezTo>
                    <a:pt x="7" y="29"/>
                    <a:pt x="7" y="31"/>
                    <a:pt x="6" y="32"/>
                  </a:cubicBezTo>
                  <a:cubicBezTo>
                    <a:pt x="6" y="32"/>
                    <a:pt x="4" y="32"/>
                    <a:pt x="4" y="32"/>
                  </a:cubicBezTo>
                  <a:cubicBezTo>
                    <a:pt x="2" y="32"/>
                    <a:pt x="3" y="34"/>
                    <a:pt x="3" y="35"/>
                  </a:cubicBezTo>
                  <a:cubicBezTo>
                    <a:pt x="4" y="38"/>
                    <a:pt x="3" y="37"/>
                    <a:pt x="0" y="39"/>
                  </a:cubicBezTo>
                  <a:cubicBezTo>
                    <a:pt x="2" y="41"/>
                    <a:pt x="4" y="42"/>
                    <a:pt x="5" y="45"/>
                  </a:cubicBezTo>
                  <a:cubicBezTo>
                    <a:pt x="6" y="44"/>
                    <a:pt x="7" y="43"/>
                    <a:pt x="8" y="42"/>
                  </a:cubicBezTo>
                  <a:cubicBezTo>
                    <a:pt x="10" y="41"/>
                    <a:pt x="10" y="43"/>
                    <a:pt x="11" y="44"/>
                  </a:cubicBezTo>
                  <a:cubicBezTo>
                    <a:pt x="12" y="44"/>
                    <a:pt x="10" y="43"/>
                    <a:pt x="11" y="4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4" name="Freeform 742">
              <a:extLst>
                <a:ext uri="{FF2B5EF4-FFF2-40B4-BE49-F238E27FC236}">
                  <a16:creationId xmlns:a16="http://schemas.microsoft.com/office/drawing/2014/main" id="{21C7F9F3-33FF-2980-685F-486B928DF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5065" y="8012023"/>
              <a:ext cx="746192" cy="557389"/>
            </a:xfrm>
            <a:custGeom>
              <a:avLst/>
              <a:gdLst>
                <a:gd name="T0" fmla="*/ 12 w 64"/>
                <a:gd name="T1" fmla="*/ 37 h 45"/>
                <a:gd name="T2" fmla="*/ 17 w 64"/>
                <a:gd name="T3" fmla="*/ 37 h 45"/>
                <a:gd name="T4" fmla="*/ 20 w 64"/>
                <a:gd name="T5" fmla="*/ 38 h 45"/>
                <a:gd name="T6" fmla="*/ 21 w 64"/>
                <a:gd name="T7" fmla="*/ 33 h 45"/>
                <a:gd name="T8" fmla="*/ 25 w 64"/>
                <a:gd name="T9" fmla="*/ 30 h 45"/>
                <a:gd name="T10" fmla="*/ 30 w 64"/>
                <a:gd name="T11" fmla="*/ 33 h 45"/>
                <a:gd name="T12" fmla="*/ 36 w 64"/>
                <a:gd name="T13" fmla="*/ 34 h 45"/>
                <a:gd name="T14" fmla="*/ 39 w 64"/>
                <a:gd name="T15" fmla="*/ 34 h 45"/>
                <a:gd name="T16" fmla="*/ 41 w 64"/>
                <a:gd name="T17" fmla="*/ 30 h 45"/>
                <a:gd name="T18" fmla="*/ 45 w 64"/>
                <a:gd name="T19" fmla="*/ 31 h 45"/>
                <a:gd name="T20" fmla="*/ 50 w 64"/>
                <a:gd name="T21" fmla="*/ 31 h 45"/>
                <a:gd name="T22" fmla="*/ 55 w 64"/>
                <a:gd name="T23" fmla="*/ 29 h 45"/>
                <a:gd name="T24" fmla="*/ 60 w 64"/>
                <a:gd name="T25" fmla="*/ 30 h 45"/>
                <a:gd name="T26" fmla="*/ 58 w 64"/>
                <a:gd name="T27" fmla="*/ 24 h 45"/>
                <a:gd name="T28" fmla="*/ 55 w 64"/>
                <a:gd name="T29" fmla="*/ 20 h 45"/>
                <a:gd name="T30" fmla="*/ 51 w 64"/>
                <a:gd name="T31" fmla="*/ 16 h 45"/>
                <a:gd name="T32" fmla="*/ 47 w 64"/>
                <a:gd name="T33" fmla="*/ 13 h 45"/>
                <a:gd name="T34" fmla="*/ 46 w 64"/>
                <a:gd name="T35" fmla="*/ 12 h 45"/>
                <a:gd name="T36" fmla="*/ 44 w 64"/>
                <a:gd name="T37" fmla="*/ 12 h 45"/>
                <a:gd name="T38" fmla="*/ 44 w 64"/>
                <a:gd name="T39" fmla="*/ 6 h 45"/>
                <a:gd name="T40" fmla="*/ 41 w 64"/>
                <a:gd name="T41" fmla="*/ 1 h 45"/>
                <a:gd name="T42" fmla="*/ 41 w 64"/>
                <a:gd name="T43" fmla="*/ 0 h 45"/>
                <a:gd name="T44" fmla="*/ 38 w 64"/>
                <a:gd name="T45" fmla="*/ 0 h 45"/>
                <a:gd name="T46" fmla="*/ 35 w 64"/>
                <a:gd name="T47" fmla="*/ 3 h 45"/>
                <a:gd name="T48" fmla="*/ 26 w 64"/>
                <a:gd name="T49" fmla="*/ 10 h 45"/>
                <a:gd name="T50" fmla="*/ 22 w 64"/>
                <a:gd name="T51" fmla="*/ 11 h 45"/>
                <a:gd name="T52" fmla="*/ 19 w 64"/>
                <a:gd name="T53" fmla="*/ 15 h 45"/>
                <a:gd name="T54" fmla="*/ 13 w 64"/>
                <a:gd name="T55" fmla="*/ 17 h 45"/>
                <a:gd name="T56" fmla="*/ 9 w 64"/>
                <a:gd name="T57" fmla="*/ 17 h 45"/>
                <a:gd name="T58" fmla="*/ 6 w 64"/>
                <a:gd name="T59" fmla="*/ 18 h 45"/>
                <a:gd name="T60" fmla="*/ 3 w 64"/>
                <a:gd name="T61" fmla="*/ 23 h 45"/>
                <a:gd name="T62" fmla="*/ 4 w 64"/>
                <a:gd name="T63" fmla="*/ 34 h 45"/>
                <a:gd name="T64" fmla="*/ 6 w 64"/>
                <a:gd name="T65" fmla="*/ 39 h 45"/>
                <a:gd name="T66" fmla="*/ 9 w 64"/>
                <a:gd name="T67" fmla="*/ 45 h 45"/>
                <a:gd name="T68" fmla="*/ 12 w 64"/>
                <a:gd name="T69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45">
                  <a:moveTo>
                    <a:pt x="12" y="37"/>
                  </a:moveTo>
                  <a:cubicBezTo>
                    <a:pt x="13" y="37"/>
                    <a:pt x="16" y="36"/>
                    <a:pt x="17" y="37"/>
                  </a:cubicBezTo>
                  <a:cubicBezTo>
                    <a:pt x="17" y="38"/>
                    <a:pt x="20" y="38"/>
                    <a:pt x="20" y="38"/>
                  </a:cubicBezTo>
                  <a:cubicBezTo>
                    <a:pt x="21" y="36"/>
                    <a:pt x="20" y="34"/>
                    <a:pt x="21" y="33"/>
                  </a:cubicBezTo>
                  <a:cubicBezTo>
                    <a:pt x="21" y="32"/>
                    <a:pt x="23" y="29"/>
                    <a:pt x="25" y="30"/>
                  </a:cubicBezTo>
                  <a:cubicBezTo>
                    <a:pt x="27" y="30"/>
                    <a:pt x="28" y="32"/>
                    <a:pt x="30" y="33"/>
                  </a:cubicBezTo>
                  <a:cubicBezTo>
                    <a:pt x="32" y="34"/>
                    <a:pt x="34" y="34"/>
                    <a:pt x="36" y="34"/>
                  </a:cubicBezTo>
                  <a:cubicBezTo>
                    <a:pt x="37" y="34"/>
                    <a:pt x="39" y="35"/>
                    <a:pt x="39" y="34"/>
                  </a:cubicBezTo>
                  <a:cubicBezTo>
                    <a:pt x="40" y="33"/>
                    <a:pt x="40" y="29"/>
                    <a:pt x="41" y="30"/>
                  </a:cubicBezTo>
                  <a:cubicBezTo>
                    <a:pt x="43" y="31"/>
                    <a:pt x="43" y="31"/>
                    <a:pt x="45" y="31"/>
                  </a:cubicBezTo>
                  <a:cubicBezTo>
                    <a:pt x="47" y="30"/>
                    <a:pt x="48" y="31"/>
                    <a:pt x="50" y="31"/>
                  </a:cubicBezTo>
                  <a:cubicBezTo>
                    <a:pt x="52" y="31"/>
                    <a:pt x="53" y="28"/>
                    <a:pt x="55" y="29"/>
                  </a:cubicBezTo>
                  <a:cubicBezTo>
                    <a:pt x="56" y="29"/>
                    <a:pt x="58" y="31"/>
                    <a:pt x="60" y="30"/>
                  </a:cubicBezTo>
                  <a:cubicBezTo>
                    <a:pt x="64" y="28"/>
                    <a:pt x="59" y="26"/>
                    <a:pt x="58" y="24"/>
                  </a:cubicBezTo>
                  <a:cubicBezTo>
                    <a:pt x="57" y="22"/>
                    <a:pt x="57" y="21"/>
                    <a:pt x="55" y="20"/>
                  </a:cubicBezTo>
                  <a:cubicBezTo>
                    <a:pt x="53" y="19"/>
                    <a:pt x="52" y="18"/>
                    <a:pt x="51" y="16"/>
                  </a:cubicBezTo>
                  <a:cubicBezTo>
                    <a:pt x="51" y="14"/>
                    <a:pt x="49" y="14"/>
                    <a:pt x="47" y="13"/>
                  </a:cubicBezTo>
                  <a:cubicBezTo>
                    <a:pt x="47" y="13"/>
                    <a:pt x="47" y="12"/>
                    <a:pt x="46" y="12"/>
                  </a:cubicBezTo>
                  <a:cubicBezTo>
                    <a:pt x="46" y="12"/>
                    <a:pt x="44" y="12"/>
                    <a:pt x="44" y="12"/>
                  </a:cubicBezTo>
                  <a:cubicBezTo>
                    <a:pt x="43" y="11"/>
                    <a:pt x="44" y="7"/>
                    <a:pt x="44" y="6"/>
                  </a:cubicBezTo>
                  <a:cubicBezTo>
                    <a:pt x="44" y="4"/>
                    <a:pt x="42" y="3"/>
                    <a:pt x="41" y="1"/>
                  </a:cubicBezTo>
                  <a:cubicBezTo>
                    <a:pt x="41" y="1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  <a:cubicBezTo>
                    <a:pt x="36" y="1"/>
                    <a:pt x="36" y="1"/>
                    <a:pt x="35" y="3"/>
                  </a:cubicBezTo>
                  <a:cubicBezTo>
                    <a:pt x="35" y="6"/>
                    <a:pt x="28" y="10"/>
                    <a:pt x="26" y="10"/>
                  </a:cubicBezTo>
                  <a:cubicBezTo>
                    <a:pt x="25" y="10"/>
                    <a:pt x="21" y="10"/>
                    <a:pt x="22" y="11"/>
                  </a:cubicBezTo>
                  <a:cubicBezTo>
                    <a:pt x="23" y="13"/>
                    <a:pt x="20" y="15"/>
                    <a:pt x="19" y="15"/>
                  </a:cubicBezTo>
                  <a:cubicBezTo>
                    <a:pt x="17" y="16"/>
                    <a:pt x="15" y="17"/>
                    <a:pt x="13" y="17"/>
                  </a:cubicBezTo>
                  <a:cubicBezTo>
                    <a:pt x="11" y="18"/>
                    <a:pt x="11" y="16"/>
                    <a:pt x="9" y="17"/>
                  </a:cubicBezTo>
                  <a:cubicBezTo>
                    <a:pt x="7" y="18"/>
                    <a:pt x="6" y="17"/>
                    <a:pt x="6" y="18"/>
                  </a:cubicBezTo>
                  <a:cubicBezTo>
                    <a:pt x="5" y="20"/>
                    <a:pt x="4" y="22"/>
                    <a:pt x="3" y="23"/>
                  </a:cubicBezTo>
                  <a:cubicBezTo>
                    <a:pt x="0" y="27"/>
                    <a:pt x="2" y="30"/>
                    <a:pt x="4" y="34"/>
                  </a:cubicBezTo>
                  <a:cubicBezTo>
                    <a:pt x="5" y="36"/>
                    <a:pt x="5" y="37"/>
                    <a:pt x="6" y="39"/>
                  </a:cubicBezTo>
                  <a:cubicBezTo>
                    <a:pt x="8" y="41"/>
                    <a:pt x="9" y="42"/>
                    <a:pt x="9" y="45"/>
                  </a:cubicBezTo>
                  <a:cubicBezTo>
                    <a:pt x="9" y="44"/>
                    <a:pt x="10" y="37"/>
                    <a:pt x="12" y="3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5" name="Freeform 743">
              <a:extLst>
                <a:ext uri="{FF2B5EF4-FFF2-40B4-BE49-F238E27FC236}">
                  <a16:creationId xmlns:a16="http://schemas.microsoft.com/office/drawing/2014/main" id="{015725DB-6717-0A9C-C371-B036D1958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5077" y="7218167"/>
              <a:ext cx="1368684" cy="1017657"/>
            </a:xfrm>
            <a:custGeom>
              <a:avLst/>
              <a:gdLst>
                <a:gd name="T0" fmla="*/ 83 w 117"/>
                <a:gd name="T1" fmla="*/ 82 h 82"/>
                <a:gd name="T2" fmla="*/ 93 w 117"/>
                <a:gd name="T3" fmla="*/ 76 h 82"/>
                <a:gd name="T4" fmla="*/ 105 w 117"/>
                <a:gd name="T5" fmla="*/ 68 h 82"/>
                <a:gd name="T6" fmla="*/ 112 w 117"/>
                <a:gd name="T7" fmla="*/ 64 h 82"/>
                <a:gd name="T8" fmla="*/ 107 w 117"/>
                <a:gd name="T9" fmla="*/ 55 h 82"/>
                <a:gd name="T10" fmla="*/ 110 w 117"/>
                <a:gd name="T11" fmla="*/ 46 h 82"/>
                <a:gd name="T12" fmla="*/ 114 w 117"/>
                <a:gd name="T13" fmla="*/ 40 h 82"/>
                <a:gd name="T14" fmla="*/ 117 w 117"/>
                <a:gd name="T15" fmla="*/ 21 h 82"/>
                <a:gd name="T16" fmla="*/ 81 w 117"/>
                <a:gd name="T17" fmla="*/ 1 h 82"/>
                <a:gd name="T18" fmla="*/ 75 w 117"/>
                <a:gd name="T19" fmla="*/ 2 h 82"/>
                <a:gd name="T20" fmla="*/ 67 w 117"/>
                <a:gd name="T21" fmla="*/ 2 h 82"/>
                <a:gd name="T22" fmla="*/ 59 w 117"/>
                <a:gd name="T23" fmla="*/ 1 h 82"/>
                <a:gd name="T24" fmla="*/ 29 w 117"/>
                <a:gd name="T25" fmla="*/ 21 h 82"/>
                <a:gd name="T26" fmla="*/ 22 w 117"/>
                <a:gd name="T27" fmla="*/ 25 h 82"/>
                <a:gd name="T28" fmla="*/ 19 w 117"/>
                <a:gd name="T29" fmla="*/ 42 h 82"/>
                <a:gd name="T30" fmla="*/ 8 w 117"/>
                <a:gd name="T31" fmla="*/ 43 h 82"/>
                <a:gd name="T32" fmla="*/ 5 w 117"/>
                <a:gd name="T33" fmla="*/ 51 h 82"/>
                <a:gd name="T34" fmla="*/ 11 w 117"/>
                <a:gd name="T35" fmla="*/ 56 h 82"/>
                <a:gd name="T36" fmla="*/ 19 w 117"/>
                <a:gd name="T37" fmla="*/ 62 h 82"/>
                <a:gd name="T38" fmla="*/ 21 w 117"/>
                <a:gd name="T39" fmla="*/ 55 h 82"/>
                <a:gd name="T40" fmla="*/ 28 w 117"/>
                <a:gd name="T41" fmla="*/ 50 h 82"/>
                <a:gd name="T42" fmla="*/ 35 w 117"/>
                <a:gd name="T43" fmla="*/ 53 h 82"/>
                <a:gd name="T44" fmla="*/ 46 w 117"/>
                <a:gd name="T45" fmla="*/ 55 h 82"/>
                <a:gd name="T46" fmla="*/ 64 w 117"/>
                <a:gd name="T47" fmla="*/ 53 h 82"/>
                <a:gd name="T48" fmla="*/ 68 w 117"/>
                <a:gd name="T49" fmla="*/ 47 h 82"/>
                <a:gd name="T50" fmla="*/ 77 w 117"/>
                <a:gd name="T51" fmla="*/ 31 h 82"/>
                <a:gd name="T52" fmla="*/ 79 w 117"/>
                <a:gd name="T53" fmla="*/ 16 h 82"/>
                <a:gd name="T54" fmla="*/ 75 w 117"/>
                <a:gd name="T55" fmla="*/ 2 h 82"/>
                <a:gd name="T56" fmla="*/ 78 w 117"/>
                <a:gd name="T57" fmla="*/ 16 h 82"/>
                <a:gd name="T58" fmla="*/ 77 w 117"/>
                <a:gd name="T59" fmla="*/ 35 h 82"/>
                <a:gd name="T60" fmla="*/ 68 w 117"/>
                <a:gd name="T61" fmla="*/ 46 h 82"/>
                <a:gd name="T62" fmla="*/ 72 w 117"/>
                <a:gd name="T63" fmla="*/ 55 h 82"/>
                <a:gd name="T64" fmla="*/ 75 w 117"/>
                <a:gd name="T65" fmla="*/ 65 h 82"/>
                <a:gd name="T66" fmla="*/ 72 w 117"/>
                <a:gd name="T67" fmla="*/ 74 h 82"/>
                <a:gd name="T68" fmla="*/ 77 w 117"/>
                <a:gd name="T69" fmla="*/ 81 h 82"/>
                <a:gd name="T70" fmla="*/ 80 w 117"/>
                <a:gd name="T71" fmla="*/ 8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" h="82">
                  <a:moveTo>
                    <a:pt x="80" y="81"/>
                  </a:moveTo>
                  <a:cubicBezTo>
                    <a:pt x="81" y="80"/>
                    <a:pt x="82" y="82"/>
                    <a:pt x="83" y="82"/>
                  </a:cubicBezTo>
                  <a:cubicBezTo>
                    <a:pt x="85" y="81"/>
                    <a:pt x="87" y="80"/>
                    <a:pt x="89" y="79"/>
                  </a:cubicBezTo>
                  <a:cubicBezTo>
                    <a:pt x="90" y="79"/>
                    <a:pt x="93" y="78"/>
                    <a:pt x="93" y="76"/>
                  </a:cubicBezTo>
                  <a:cubicBezTo>
                    <a:pt x="93" y="74"/>
                    <a:pt x="94" y="75"/>
                    <a:pt x="96" y="74"/>
                  </a:cubicBezTo>
                  <a:cubicBezTo>
                    <a:pt x="99" y="74"/>
                    <a:pt x="103" y="71"/>
                    <a:pt x="105" y="68"/>
                  </a:cubicBezTo>
                  <a:cubicBezTo>
                    <a:pt x="106" y="67"/>
                    <a:pt x="106" y="66"/>
                    <a:pt x="107" y="65"/>
                  </a:cubicBezTo>
                  <a:cubicBezTo>
                    <a:pt x="108" y="64"/>
                    <a:pt x="110" y="64"/>
                    <a:pt x="112" y="64"/>
                  </a:cubicBezTo>
                  <a:cubicBezTo>
                    <a:pt x="112" y="62"/>
                    <a:pt x="110" y="61"/>
                    <a:pt x="109" y="59"/>
                  </a:cubicBezTo>
                  <a:cubicBezTo>
                    <a:pt x="109" y="58"/>
                    <a:pt x="110" y="55"/>
                    <a:pt x="107" y="55"/>
                  </a:cubicBezTo>
                  <a:cubicBezTo>
                    <a:pt x="106" y="55"/>
                    <a:pt x="109" y="53"/>
                    <a:pt x="108" y="52"/>
                  </a:cubicBezTo>
                  <a:cubicBezTo>
                    <a:pt x="108" y="49"/>
                    <a:pt x="109" y="48"/>
                    <a:pt x="110" y="46"/>
                  </a:cubicBezTo>
                  <a:cubicBezTo>
                    <a:pt x="110" y="44"/>
                    <a:pt x="112" y="44"/>
                    <a:pt x="112" y="42"/>
                  </a:cubicBezTo>
                  <a:cubicBezTo>
                    <a:pt x="112" y="41"/>
                    <a:pt x="113" y="40"/>
                    <a:pt x="114" y="40"/>
                  </a:cubicBezTo>
                  <a:cubicBezTo>
                    <a:pt x="117" y="40"/>
                    <a:pt x="117" y="40"/>
                    <a:pt x="117" y="38"/>
                  </a:cubicBezTo>
                  <a:cubicBezTo>
                    <a:pt x="117" y="32"/>
                    <a:pt x="117" y="27"/>
                    <a:pt x="117" y="21"/>
                  </a:cubicBezTo>
                  <a:cubicBezTo>
                    <a:pt x="117" y="19"/>
                    <a:pt x="113" y="18"/>
                    <a:pt x="111" y="17"/>
                  </a:cubicBezTo>
                  <a:cubicBezTo>
                    <a:pt x="101" y="12"/>
                    <a:pt x="91" y="6"/>
                    <a:pt x="81" y="1"/>
                  </a:cubicBezTo>
                  <a:cubicBezTo>
                    <a:pt x="80" y="1"/>
                    <a:pt x="80" y="0"/>
                    <a:pt x="79" y="0"/>
                  </a:cubicBezTo>
                  <a:cubicBezTo>
                    <a:pt x="78" y="1"/>
                    <a:pt x="76" y="2"/>
                    <a:pt x="75" y="2"/>
                  </a:cubicBezTo>
                  <a:cubicBezTo>
                    <a:pt x="74" y="3"/>
                    <a:pt x="72" y="5"/>
                    <a:pt x="71" y="5"/>
                  </a:cubicBezTo>
                  <a:cubicBezTo>
                    <a:pt x="70" y="5"/>
                    <a:pt x="69" y="3"/>
                    <a:pt x="67" y="2"/>
                  </a:cubicBezTo>
                  <a:cubicBezTo>
                    <a:pt x="66" y="1"/>
                    <a:pt x="65" y="1"/>
                    <a:pt x="64" y="1"/>
                  </a:cubicBezTo>
                  <a:cubicBezTo>
                    <a:pt x="62" y="0"/>
                    <a:pt x="61" y="0"/>
                    <a:pt x="59" y="1"/>
                  </a:cubicBezTo>
                  <a:cubicBezTo>
                    <a:pt x="52" y="5"/>
                    <a:pt x="45" y="10"/>
                    <a:pt x="38" y="14"/>
                  </a:cubicBezTo>
                  <a:cubicBezTo>
                    <a:pt x="35" y="16"/>
                    <a:pt x="32" y="18"/>
                    <a:pt x="29" y="21"/>
                  </a:cubicBezTo>
                  <a:cubicBezTo>
                    <a:pt x="28" y="22"/>
                    <a:pt x="27" y="22"/>
                    <a:pt x="26" y="22"/>
                  </a:cubicBezTo>
                  <a:cubicBezTo>
                    <a:pt x="23" y="22"/>
                    <a:pt x="22" y="22"/>
                    <a:pt x="22" y="25"/>
                  </a:cubicBezTo>
                  <a:cubicBezTo>
                    <a:pt x="22" y="28"/>
                    <a:pt x="22" y="31"/>
                    <a:pt x="22" y="34"/>
                  </a:cubicBezTo>
                  <a:cubicBezTo>
                    <a:pt x="22" y="37"/>
                    <a:pt x="21" y="40"/>
                    <a:pt x="19" y="42"/>
                  </a:cubicBezTo>
                  <a:cubicBezTo>
                    <a:pt x="18" y="43"/>
                    <a:pt x="15" y="43"/>
                    <a:pt x="14" y="43"/>
                  </a:cubicBezTo>
                  <a:cubicBezTo>
                    <a:pt x="12" y="43"/>
                    <a:pt x="10" y="43"/>
                    <a:pt x="8" y="43"/>
                  </a:cubicBezTo>
                  <a:cubicBezTo>
                    <a:pt x="6" y="43"/>
                    <a:pt x="4" y="44"/>
                    <a:pt x="2" y="44"/>
                  </a:cubicBezTo>
                  <a:cubicBezTo>
                    <a:pt x="0" y="44"/>
                    <a:pt x="5" y="51"/>
                    <a:pt x="5" y="51"/>
                  </a:cubicBezTo>
                  <a:cubicBezTo>
                    <a:pt x="6" y="54"/>
                    <a:pt x="7" y="56"/>
                    <a:pt x="10" y="57"/>
                  </a:cubicBezTo>
                  <a:cubicBezTo>
                    <a:pt x="10" y="57"/>
                    <a:pt x="11" y="56"/>
                    <a:pt x="11" y="56"/>
                  </a:cubicBezTo>
                  <a:cubicBezTo>
                    <a:pt x="12" y="57"/>
                    <a:pt x="12" y="60"/>
                    <a:pt x="14" y="58"/>
                  </a:cubicBezTo>
                  <a:cubicBezTo>
                    <a:pt x="16" y="56"/>
                    <a:pt x="18" y="61"/>
                    <a:pt x="19" y="62"/>
                  </a:cubicBezTo>
                  <a:cubicBezTo>
                    <a:pt x="19" y="61"/>
                    <a:pt x="20" y="59"/>
                    <a:pt x="20" y="58"/>
                  </a:cubicBezTo>
                  <a:cubicBezTo>
                    <a:pt x="20" y="57"/>
                    <a:pt x="21" y="56"/>
                    <a:pt x="21" y="55"/>
                  </a:cubicBezTo>
                  <a:cubicBezTo>
                    <a:pt x="22" y="52"/>
                    <a:pt x="22" y="52"/>
                    <a:pt x="25" y="51"/>
                  </a:cubicBezTo>
                  <a:cubicBezTo>
                    <a:pt x="26" y="50"/>
                    <a:pt x="27" y="50"/>
                    <a:pt x="28" y="50"/>
                  </a:cubicBezTo>
                  <a:cubicBezTo>
                    <a:pt x="29" y="49"/>
                    <a:pt x="30" y="51"/>
                    <a:pt x="31" y="51"/>
                  </a:cubicBezTo>
                  <a:cubicBezTo>
                    <a:pt x="33" y="51"/>
                    <a:pt x="34" y="52"/>
                    <a:pt x="35" y="53"/>
                  </a:cubicBezTo>
                  <a:cubicBezTo>
                    <a:pt x="36" y="54"/>
                    <a:pt x="37" y="54"/>
                    <a:pt x="39" y="54"/>
                  </a:cubicBezTo>
                  <a:cubicBezTo>
                    <a:pt x="42" y="52"/>
                    <a:pt x="43" y="55"/>
                    <a:pt x="46" y="55"/>
                  </a:cubicBezTo>
                  <a:cubicBezTo>
                    <a:pt x="49" y="55"/>
                    <a:pt x="52" y="53"/>
                    <a:pt x="55" y="53"/>
                  </a:cubicBezTo>
                  <a:cubicBezTo>
                    <a:pt x="57" y="53"/>
                    <a:pt x="61" y="54"/>
                    <a:pt x="64" y="53"/>
                  </a:cubicBezTo>
                  <a:cubicBezTo>
                    <a:pt x="65" y="53"/>
                    <a:pt x="66" y="52"/>
                    <a:pt x="67" y="51"/>
                  </a:cubicBezTo>
                  <a:cubicBezTo>
                    <a:pt x="69" y="50"/>
                    <a:pt x="68" y="49"/>
                    <a:pt x="68" y="47"/>
                  </a:cubicBezTo>
                  <a:cubicBezTo>
                    <a:pt x="68" y="42"/>
                    <a:pt x="73" y="39"/>
                    <a:pt x="77" y="35"/>
                  </a:cubicBezTo>
                  <a:cubicBezTo>
                    <a:pt x="78" y="34"/>
                    <a:pt x="77" y="32"/>
                    <a:pt x="77" y="31"/>
                  </a:cubicBezTo>
                  <a:cubicBezTo>
                    <a:pt x="77" y="28"/>
                    <a:pt x="77" y="26"/>
                    <a:pt x="77" y="23"/>
                  </a:cubicBezTo>
                  <a:cubicBezTo>
                    <a:pt x="78" y="21"/>
                    <a:pt x="79" y="18"/>
                    <a:pt x="79" y="16"/>
                  </a:cubicBezTo>
                  <a:cubicBezTo>
                    <a:pt x="78" y="14"/>
                    <a:pt x="77" y="12"/>
                    <a:pt x="76" y="11"/>
                  </a:cubicBezTo>
                  <a:cubicBezTo>
                    <a:pt x="74" y="8"/>
                    <a:pt x="75" y="5"/>
                    <a:pt x="75" y="2"/>
                  </a:cubicBezTo>
                  <a:cubicBezTo>
                    <a:pt x="75" y="5"/>
                    <a:pt x="75" y="7"/>
                    <a:pt x="75" y="9"/>
                  </a:cubicBezTo>
                  <a:cubicBezTo>
                    <a:pt x="75" y="11"/>
                    <a:pt x="78" y="14"/>
                    <a:pt x="78" y="16"/>
                  </a:cubicBezTo>
                  <a:cubicBezTo>
                    <a:pt x="79" y="19"/>
                    <a:pt x="77" y="23"/>
                    <a:pt x="77" y="26"/>
                  </a:cubicBezTo>
                  <a:cubicBezTo>
                    <a:pt x="77" y="28"/>
                    <a:pt x="78" y="32"/>
                    <a:pt x="77" y="35"/>
                  </a:cubicBezTo>
                  <a:cubicBezTo>
                    <a:pt x="76" y="37"/>
                    <a:pt x="72" y="39"/>
                    <a:pt x="71" y="41"/>
                  </a:cubicBezTo>
                  <a:cubicBezTo>
                    <a:pt x="69" y="42"/>
                    <a:pt x="68" y="44"/>
                    <a:pt x="68" y="46"/>
                  </a:cubicBezTo>
                  <a:cubicBezTo>
                    <a:pt x="67" y="49"/>
                    <a:pt x="69" y="50"/>
                    <a:pt x="70" y="53"/>
                  </a:cubicBezTo>
                  <a:cubicBezTo>
                    <a:pt x="70" y="54"/>
                    <a:pt x="71" y="54"/>
                    <a:pt x="72" y="55"/>
                  </a:cubicBezTo>
                  <a:cubicBezTo>
                    <a:pt x="74" y="56"/>
                    <a:pt x="75" y="57"/>
                    <a:pt x="75" y="59"/>
                  </a:cubicBezTo>
                  <a:cubicBezTo>
                    <a:pt x="75" y="61"/>
                    <a:pt x="75" y="63"/>
                    <a:pt x="75" y="65"/>
                  </a:cubicBezTo>
                  <a:cubicBezTo>
                    <a:pt x="75" y="66"/>
                    <a:pt x="76" y="68"/>
                    <a:pt x="77" y="70"/>
                  </a:cubicBezTo>
                  <a:cubicBezTo>
                    <a:pt x="74" y="70"/>
                    <a:pt x="67" y="70"/>
                    <a:pt x="72" y="74"/>
                  </a:cubicBezTo>
                  <a:cubicBezTo>
                    <a:pt x="74" y="75"/>
                    <a:pt x="75" y="76"/>
                    <a:pt x="76" y="78"/>
                  </a:cubicBezTo>
                  <a:cubicBezTo>
                    <a:pt x="76" y="79"/>
                    <a:pt x="77" y="80"/>
                    <a:pt x="77" y="81"/>
                  </a:cubicBezTo>
                  <a:cubicBezTo>
                    <a:pt x="77" y="82"/>
                    <a:pt x="80" y="81"/>
                    <a:pt x="80" y="81"/>
                  </a:cubicBezTo>
                  <a:cubicBezTo>
                    <a:pt x="82" y="80"/>
                    <a:pt x="80" y="81"/>
                    <a:pt x="80" y="8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6" name="Freeform 744">
              <a:extLst>
                <a:ext uri="{FF2B5EF4-FFF2-40B4-BE49-F238E27FC236}">
                  <a16:creationId xmlns:a16="http://schemas.microsoft.com/office/drawing/2014/main" id="{6751B26D-5B92-7655-CC1F-912D9526C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2076" y="7243504"/>
              <a:ext cx="961670" cy="1254124"/>
            </a:xfrm>
            <a:custGeom>
              <a:avLst/>
              <a:gdLst>
                <a:gd name="T0" fmla="*/ 6 w 82"/>
                <a:gd name="T1" fmla="*/ 39 h 101"/>
                <a:gd name="T2" fmla="*/ 6 w 82"/>
                <a:gd name="T3" fmla="*/ 41 h 101"/>
                <a:gd name="T4" fmla="*/ 4 w 82"/>
                <a:gd name="T5" fmla="*/ 43 h 101"/>
                <a:gd name="T6" fmla="*/ 2 w 82"/>
                <a:gd name="T7" fmla="*/ 49 h 101"/>
                <a:gd name="T8" fmla="*/ 2 w 82"/>
                <a:gd name="T9" fmla="*/ 51 h 101"/>
                <a:gd name="T10" fmla="*/ 1 w 82"/>
                <a:gd name="T11" fmla="*/ 53 h 101"/>
                <a:gd name="T12" fmla="*/ 4 w 82"/>
                <a:gd name="T13" fmla="*/ 58 h 101"/>
                <a:gd name="T14" fmla="*/ 6 w 82"/>
                <a:gd name="T15" fmla="*/ 60 h 101"/>
                <a:gd name="T16" fmla="*/ 6 w 82"/>
                <a:gd name="T17" fmla="*/ 63 h 101"/>
                <a:gd name="T18" fmla="*/ 9 w 82"/>
                <a:gd name="T19" fmla="*/ 68 h 101"/>
                <a:gd name="T20" fmla="*/ 9 w 82"/>
                <a:gd name="T21" fmla="*/ 74 h 101"/>
                <a:gd name="T22" fmla="*/ 15 w 82"/>
                <a:gd name="T23" fmla="*/ 76 h 101"/>
                <a:gd name="T24" fmla="*/ 18 w 82"/>
                <a:gd name="T25" fmla="*/ 81 h 101"/>
                <a:gd name="T26" fmla="*/ 22 w 82"/>
                <a:gd name="T27" fmla="*/ 84 h 101"/>
                <a:gd name="T28" fmla="*/ 26 w 82"/>
                <a:gd name="T29" fmla="*/ 88 h 101"/>
                <a:gd name="T30" fmla="*/ 26 w 82"/>
                <a:gd name="T31" fmla="*/ 91 h 101"/>
                <a:gd name="T32" fmla="*/ 28 w 82"/>
                <a:gd name="T33" fmla="*/ 92 h 101"/>
                <a:gd name="T34" fmla="*/ 32 w 82"/>
                <a:gd name="T35" fmla="*/ 96 h 101"/>
                <a:gd name="T36" fmla="*/ 35 w 82"/>
                <a:gd name="T37" fmla="*/ 95 h 101"/>
                <a:gd name="T38" fmla="*/ 39 w 82"/>
                <a:gd name="T39" fmla="*/ 94 h 101"/>
                <a:gd name="T40" fmla="*/ 44 w 82"/>
                <a:gd name="T41" fmla="*/ 100 h 101"/>
                <a:gd name="T42" fmla="*/ 51 w 82"/>
                <a:gd name="T43" fmla="*/ 100 h 101"/>
                <a:gd name="T44" fmla="*/ 55 w 82"/>
                <a:gd name="T45" fmla="*/ 98 h 101"/>
                <a:gd name="T46" fmla="*/ 59 w 82"/>
                <a:gd name="T47" fmla="*/ 97 h 101"/>
                <a:gd name="T48" fmla="*/ 69 w 82"/>
                <a:gd name="T49" fmla="*/ 94 h 101"/>
                <a:gd name="T50" fmla="*/ 69 w 82"/>
                <a:gd name="T51" fmla="*/ 91 h 101"/>
                <a:gd name="T52" fmla="*/ 66 w 82"/>
                <a:gd name="T53" fmla="*/ 90 h 101"/>
                <a:gd name="T54" fmla="*/ 61 w 82"/>
                <a:gd name="T55" fmla="*/ 83 h 101"/>
                <a:gd name="T56" fmla="*/ 59 w 82"/>
                <a:gd name="T57" fmla="*/ 80 h 101"/>
                <a:gd name="T58" fmla="*/ 56 w 82"/>
                <a:gd name="T59" fmla="*/ 78 h 101"/>
                <a:gd name="T60" fmla="*/ 59 w 82"/>
                <a:gd name="T61" fmla="*/ 75 h 101"/>
                <a:gd name="T62" fmla="*/ 61 w 82"/>
                <a:gd name="T63" fmla="*/ 67 h 101"/>
                <a:gd name="T64" fmla="*/ 62 w 82"/>
                <a:gd name="T65" fmla="*/ 64 h 101"/>
                <a:gd name="T66" fmla="*/ 65 w 82"/>
                <a:gd name="T67" fmla="*/ 62 h 101"/>
                <a:gd name="T68" fmla="*/ 65 w 82"/>
                <a:gd name="T69" fmla="*/ 58 h 101"/>
                <a:gd name="T70" fmla="*/ 67 w 82"/>
                <a:gd name="T71" fmla="*/ 55 h 101"/>
                <a:gd name="T72" fmla="*/ 71 w 82"/>
                <a:gd name="T73" fmla="*/ 52 h 101"/>
                <a:gd name="T74" fmla="*/ 72 w 82"/>
                <a:gd name="T75" fmla="*/ 45 h 101"/>
                <a:gd name="T76" fmla="*/ 72 w 82"/>
                <a:gd name="T77" fmla="*/ 42 h 101"/>
                <a:gd name="T78" fmla="*/ 74 w 82"/>
                <a:gd name="T79" fmla="*/ 37 h 101"/>
                <a:gd name="T80" fmla="*/ 79 w 82"/>
                <a:gd name="T81" fmla="*/ 29 h 101"/>
                <a:gd name="T82" fmla="*/ 82 w 82"/>
                <a:gd name="T83" fmla="*/ 27 h 101"/>
                <a:gd name="T84" fmla="*/ 79 w 82"/>
                <a:gd name="T85" fmla="*/ 23 h 101"/>
                <a:gd name="T86" fmla="*/ 76 w 82"/>
                <a:gd name="T87" fmla="*/ 17 h 101"/>
                <a:gd name="T88" fmla="*/ 76 w 82"/>
                <a:gd name="T89" fmla="*/ 11 h 101"/>
                <a:gd name="T90" fmla="*/ 75 w 82"/>
                <a:gd name="T91" fmla="*/ 9 h 101"/>
                <a:gd name="T92" fmla="*/ 74 w 82"/>
                <a:gd name="T93" fmla="*/ 5 h 101"/>
                <a:gd name="T94" fmla="*/ 68 w 82"/>
                <a:gd name="T95" fmla="*/ 0 h 101"/>
                <a:gd name="T96" fmla="*/ 64 w 82"/>
                <a:gd name="T97" fmla="*/ 2 h 101"/>
                <a:gd name="T98" fmla="*/ 60 w 82"/>
                <a:gd name="T99" fmla="*/ 5 h 101"/>
                <a:gd name="T100" fmla="*/ 56 w 82"/>
                <a:gd name="T101" fmla="*/ 5 h 101"/>
                <a:gd name="T102" fmla="*/ 46 w 82"/>
                <a:gd name="T103" fmla="*/ 5 h 101"/>
                <a:gd name="T104" fmla="*/ 17 w 82"/>
                <a:gd name="T105" fmla="*/ 5 h 101"/>
                <a:gd name="T106" fmla="*/ 16 w 82"/>
                <a:gd name="T107" fmla="*/ 14 h 101"/>
                <a:gd name="T108" fmla="*/ 13 w 82"/>
                <a:gd name="T109" fmla="*/ 16 h 101"/>
                <a:gd name="T110" fmla="*/ 11 w 82"/>
                <a:gd name="T111" fmla="*/ 18 h 101"/>
                <a:gd name="T112" fmla="*/ 11 w 82"/>
                <a:gd name="T113" fmla="*/ 32 h 101"/>
                <a:gd name="T114" fmla="*/ 11 w 82"/>
                <a:gd name="T115" fmla="*/ 37 h 101"/>
                <a:gd name="T116" fmla="*/ 6 w 82"/>
                <a:gd name="T117" fmla="*/ 3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2" h="101">
                  <a:moveTo>
                    <a:pt x="6" y="39"/>
                  </a:moveTo>
                  <a:cubicBezTo>
                    <a:pt x="6" y="39"/>
                    <a:pt x="6" y="40"/>
                    <a:pt x="6" y="41"/>
                  </a:cubicBezTo>
                  <a:cubicBezTo>
                    <a:pt x="5" y="42"/>
                    <a:pt x="4" y="42"/>
                    <a:pt x="4" y="43"/>
                  </a:cubicBezTo>
                  <a:cubicBezTo>
                    <a:pt x="4" y="45"/>
                    <a:pt x="2" y="47"/>
                    <a:pt x="2" y="49"/>
                  </a:cubicBezTo>
                  <a:cubicBezTo>
                    <a:pt x="2" y="50"/>
                    <a:pt x="3" y="51"/>
                    <a:pt x="2" y="51"/>
                  </a:cubicBezTo>
                  <a:cubicBezTo>
                    <a:pt x="2" y="52"/>
                    <a:pt x="0" y="53"/>
                    <a:pt x="1" y="53"/>
                  </a:cubicBezTo>
                  <a:cubicBezTo>
                    <a:pt x="4" y="53"/>
                    <a:pt x="3" y="57"/>
                    <a:pt x="4" y="58"/>
                  </a:cubicBezTo>
                  <a:cubicBezTo>
                    <a:pt x="4" y="59"/>
                    <a:pt x="5" y="59"/>
                    <a:pt x="6" y="60"/>
                  </a:cubicBezTo>
                  <a:cubicBezTo>
                    <a:pt x="6" y="61"/>
                    <a:pt x="6" y="62"/>
                    <a:pt x="6" y="63"/>
                  </a:cubicBezTo>
                  <a:cubicBezTo>
                    <a:pt x="7" y="65"/>
                    <a:pt x="9" y="66"/>
                    <a:pt x="9" y="68"/>
                  </a:cubicBezTo>
                  <a:cubicBezTo>
                    <a:pt x="9" y="69"/>
                    <a:pt x="8" y="74"/>
                    <a:pt x="9" y="74"/>
                  </a:cubicBezTo>
                  <a:cubicBezTo>
                    <a:pt x="12" y="74"/>
                    <a:pt x="13" y="75"/>
                    <a:pt x="15" y="76"/>
                  </a:cubicBezTo>
                  <a:cubicBezTo>
                    <a:pt x="17" y="77"/>
                    <a:pt x="16" y="80"/>
                    <a:pt x="18" y="81"/>
                  </a:cubicBezTo>
                  <a:cubicBezTo>
                    <a:pt x="19" y="82"/>
                    <a:pt x="22" y="82"/>
                    <a:pt x="22" y="84"/>
                  </a:cubicBezTo>
                  <a:cubicBezTo>
                    <a:pt x="22" y="86"/>
                    <a:pt x="25" y="87"/>
                    <a:pt x="26" y="88"/>
                  </a:cubicBezTo>
                  <a:cubicBezTo>
                    <a:pt x="26" y="89"/>
                    <a:pt x="26" y="90"/>
                    <a:pt x="26" y="91"/>
                  </a:cubicBezTo>
                  <a:cubicBezTo>
                    <a:pt x="27" y="91"/>
                    <a:pt x="28" y="92"/>
                    <a:pt x="28" y="92"/>
                  </a:cubicBezTo>
                  <a:cubicBezTo>
                    <a:pt x="29" y="93"/>
                    <a:pt x="30" y="95"/>
                    <a:pt x="32" y="96"/>
                  </a:cubicBezTo>
                  <a:cubicBezTo>
                    <a:pt x="33" y="97"/>
                    <a:pt x="33" y="93"/>
                    <a:pt x="35" y="95"/>
                  </a:cubicBezTo>
                  <a:cubicBezTo>
                    <a:pt x="37" y="96"/>
                    <a:pt x="37" y="94"/>
                    <a:pt x="39" y="94"/>
                  </a:cubicBezTo>
                  <a:cubicBezTo>
                    <a:pt x="41" y="95"/>
                    <a:pt x="42" y="98"/>
                    <a:pt x="44" y="100"/>
                  </a:cubicBezTo>
                  <a:cubicBezTo>
                    <a:pt x="46" y="95"/>
                    <a:pt x="49" y="101"/>
                    <a:pt x="51" y="100"/>
                  </a:cubicBezTo>
                  <a:cubicBezTo>
                    <a:pt x="52" y="99"/>
                    <a:pt x="53" y="98"/>
                    <a:pt x="55" y="98"/>
                  </a:cubicBezTo>
                  <a:cubicBezTo>
                    <a:pt x="56" y="98"/>
                    <a:pt x="58" y="98"/>
                    <a:pt x="59" y="97"/>
                  </a:cubicBezTo>
                  <a:cubicBezTo>
                    <a:pt x="61" y="93"/>
                    <a:pt x="65" y="91"/>
                    <a:pt x="69" y="94"/>
                  </a:cubicBezTo>
                  <a:cubicBezTo>
                    <a:pt x="69" y="93"/>
                    <a:pt x="69" y="92"/>
                    <a:pt x="69" y="91"/>
                  </a:cubicBezTo>
                  <a:cubicBezTo>
                    <a:pt x="69" y="90"/>
                    <a:pt x="66" y="90"/>
                    <a:pt x="66" y="90"/>
                  </a:cubicBezTo>
                  <a:cubicBezTo>
                    <a:pt x="64" y="88"/>
                    <a:pt x="63" y="85"/>
                    <a:pt x="61" y="83"/>
                  </a:cubicBezTo>
                  <a:cubicBezTo>
                    <a:pt x="60" y="82"/>
                    <a:pt x="60" y="81"/>
                    <a:pt x="59" y="80"/>
                  </a:cubicBezTo>
                  <a:cubicBezTo>
                    <a:pt x="58" y="79"/>
                    <a:pt x="57" y="79"/>
                    <a:pt x="56" y="78"/>
                  </a:cubicBezTo>
                  <a:cubicBezTo>
                    <a:pt x="53" y="75"/>
                    <a:pt x="59" y="75"/>
                    <a:pt x="59" y="75"/>
                  </a:cubicBezTo>
                  <a:cubicBezTo>
                    <a:pt x="61" y="74"/>
                    <a:pt x="60" y="69"/>
                    <a:pt x="61" y="67"/>
                  </a:cubicBezTo>
                  <a:cubicBezTo>
                    <a:pt x="61" y="66"/>
                    <a:pt x="61" y="64"/>
                    <a:pt x="62" y="64"/>
                  </a:cubicBezTo>
                  <a:cubicBezTo>
                    <a:pt x="63" y="63"/>
                    <a:pt x="65" y="63"/>
                    <a:pt x="65" y="62"/>
                  </a:cubicBezTo>
                  <a:cubicBezTo>
                    <a:pt x="65" y="61"/>
                    <a:pt x="65" y="60"/>
                    <a:pt x="65" y="58"/>
                  </a:cubicBezTo>
                  <a:cubicBezTo>
                    <a:pt x="65" y="57"/>
                    <a:pt x="66" y="56"/>
                    <a:pt x="67" y="55"/>
                  </a:cubicBezTo>
                  <a:cubicBezTo>
                    <a:pt x="68" y="53"/>
                    <a:pt x="70" y="54"/>
                    <a:pt x="71" y="52"/>
                  </a:cubicBezTo>
                  <a:cubicBezTo>
                    <a:pt x="71" y="50"/>
                    <a:pt x="72" y="48"/>
                    <a:pt x="72" y="45"/>
                  </a:cubicBezTo>
                  <a:cubicBezTo>
                    <a:pt x="72" y="44"/>
                    <a:pt x="72" y="43"/>
                    <a:pt x="72" y="42"/>
                  </a:cubicBezTo>
                  <a:cubicBezTo>
                    <a:pt x="72" y="40"/>
                    <a:pt x="74" y="38"/>
                    <a:pt x="74" y="37"/>
                  </a:cubicBezTo>
                  <a:cubicBezTo>
                    <a:pt x="74" y="33"/>
                    <a:pt x="75" y="30"/>
                    <a:pt x="79" y="29"/>
                  </a:cubicBezTo>
                  <a:cubicBezTo>
                    <a:pt x="80" y="29"/>
                    <a:pt x="81" y="29"/>
                    <a:pt x="82" y="27"/>
                  </a:cubicBezTo>
                  <a:cubicBezTo>
                    <a:pt x="82" y="26"/>
                    <a:pt x="80" y="24"/>
                    <a:pt x="79" y="23"/>
                  </a:cubicBezTo>
                  <a:cubicBezTo>
                    <a:pt x="77" y="21"/>
                    <a:pt x="76" y="19"/>
                    <a:pt x="76" y="17"/>
                  </a:cubicBezTo>
                  <a:cubicBezTo>
                    <a:pt x="76" y="16"/>
                    <a:pt x="75" y="11"/>
                    <a:pt x="76" y="11"/>
                  </a:cubicBezTo>
                  <a:cubicBezTo>
                    <a:pt x="77" y="10"/>
                    <a:pt x="76" y="10"/>
                    <a:pt x="75" y="9"/>
                  </a:cubicBezTo>
                  <a:cubicBezTo>
                    <a:pt x="74" y="8"/>
                    <a:pt x="74" y="7"/>
                    <a:pt x="74" y="5"/>
                  </a:cubicBezTo>
                  <a:cubicBezTo>
                    <a:pt x="72" y="3"/>
                    <a:pt x="69" y="2"/>
                    <a:pt x="68" y="0"/>
                  </a:cubicBezTo>
                  <a:cubicBezTo>
                    <a:pt x="67" y="0"/>
                    <a:pt x="65" y="1"/>
                    <a:pt x="64" y="2"/>
                  </a:cubicBezTo>
                  <a:cubicBezTo>
                    <a:pt x="63" y="5"/>
                    <a:pt x="61" y="3"/>
                    <a:pt x="60" y="5"/>
                  </a:cubicBezTo>
                  <a:cubicBezTo>
                    <a:pt x="59" y="9"/>
                    <a:pt x="58" y="5"/>
                    <a:pt x="56" y="5"/>
                  </a:cubicBezTo>
                  <a:cubicBezTo>
                    <a:pt x="52" y="5"/>
                    <a:pt x="49" y="5"/>
                    <a:pt x="46" y="5"/>
                  </a:cubicBezTo>
                  <a:cubicBezTo>
                    <a:pt x="37" y="5"/>
                    <a:pt x="27" y="5"/>
                    <a:pt x="17" y="5"/>
                  </a:cubicBezTo>
                  <a:cubicBezTo>
                    <a:pt x="15" y="5"/>
                    <a:pt x="16" y="12"/>
                    <a:pt x="16" y="14"/>
                  </a:cubicBezTo>
                  <a:cubicBezTo>
                    <a:pt x="16" y="16"/>
                    <a:pt x="15" y="16"/>
                    <a:pt x="13" y="16"/>
                  </a:cubicBezTo>
                  <a:cubicBezTo>
                    <a:pt x="10" y="16"/>
                    <a:pt x="11" y="16"/>
                    <a:pt x="11" y="18"/>
                  </a:cubicBezTo>
                  <a:cubicBezTo>
                    <a:pt x="11" y="23"/>
                    <a:pt x="11" y="27"/>
                    <a:pt x="11" y="32"/>
                  </a:cubicBezTo>
                  <a:cubicBezTo>
                    <a:pt x="11" y="34"/>
                    <a:pt x="11" y="36"/>
                    <a:pt x="11" y="37"/>
                  </a:cubicBezTo>
                  <a:cubicBezTo>
                    <a:pt x="11" y="39"/>
                    <a:pt x="7" y="38"/>
                    <a:pt x="6" y="3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7" name="Freeform 745">
              <a:extLst>
                <a:ext uri="{FF2B5EF4-FFF2-40B4-BE49-F238E27FC236}">
                  <a16:creationId xmlns:a16="http://schemas.microsoft.com/office/drawing/2014/main" id="{45514AD9-34DD-7E57-95C9-E84DB31F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4042" y="7564424"/>
              <a:ext cx="375092" cy="358927"/>
            </a:xfrm>
            <a:custGeom>
              <a:avLst/>
              <a:gdLst>
                <a:gd name="T0" fmla="*/ 3 w 32"/>
                <a:gd name="T1" fmla="*/ 19 h 29"/>
                <a:gd name="T2" fmla="*/ 7 w 32"/>
                <a:gd name="T3" fmla="*/ 20 h 29"/>
                <a:gd name="T4" fmla="*/ 7 w 32"/>
                <a:gd name="T5" fmla="*/ 17 h 29"/>
                <a:gd name="T6" fmla="*/ 10 w 32"/>
                <a:gd name="T7" fmla="*/ 19 h 29"/>
                <a:gd name="T8" fmla="*/ 12 w 32"/>
                <a:gd name="T9" fmla="*/ 18 h 29"/>
                <a:gd name="T10" fmla="*/ 14 w 32"/>
                <a:gd name="T11" fmla="*/ 18 h 29"/>
                <a:gd name="T12" fmla="*/ 29 w 32"/>
                <a:gd name="T13" fmla="*/ 29 h 29"/>
                <a:gd name="T14" fmla="*/ 32 w 32"/>
                <a:gd name="T15" fmla="*/ 27 h 29"/>
                <a:gd name="T16" fmla="*/ 24 w 32"/>
                <a:gd name="T17" fmla="*/ 19 h 29"/>
                <a:gd name="T18" fmla="*/ 19 w 32"/>
                <a:gd name="T19" fmla="*/ 16 h 29"/>
                <a:gd name="T20" fmla="*/ 17 w 32"/>
                <a:gd name="T21" fmla="*/ 14 h 29"/>
                <a:gd name="T22" fmla="*/ 17 w 32"/>
                <a:gd name="T23" fmla="*/ 16 h 29"/>
                <a:gd name="T24" fmla="*/ 16 w 32"/>
                <a:gd name="T25" fmla="*/ 14 h 29"/>
                <a:gd name="T26" fmla="*/ 14 w 32"/>
                <a:gd name="T27" fmla="*/ 9 h 29"/>
                <a:gd name="T28" fmla="*/ 10 w 32"/>
                <a:gd name="T29" fmla="*/ 0 h 29"/>
                <a:gd name="T30" fmla="*/ 2 w 32"/>
                <a:gd name="T31" fmla="*/ 7 h 29"/>
                <a:gd name="T32" fmla="*/ 1 w 32"/>
                <a:gd name="T33" fmla="*/ 13 h 29"/>
                <a:gd name="T34" fmla="*/ 0 w 32"/>
                <a:gd name="T35" fmla="*/ 20 h 29"/>
                <a:gd name="T36" fmla="*/ 3 w 32"/>
                <a:gd name="T37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" h="29">
                  <a:moveTo>
                    <a:pt x="3" y="19"/>
                  </a:moveTo>
                  <a:cubicBezTo>
                    <a:pt x="4" y="19"/>
                    <a:pt x="6" y="21"/>
                    <a:pt x="7" y="20"/>
                  </a:cubicBezTo>
                  <a:cubicBezTo>
                    <a:pt x="7" y="19"/>
                    <a:pt x="6" y="17"/>
                    <a:pt x="7" y="17"/>
                  </a:cubicBezTo>
                  <a:cubicBezTo>
                    <a:pt x="9" y="17"/>
                    <a:pt x="9" y="19"/>
                    <a:pt x="10" y="19"/>
                  </a:cubicBezTo>
                  <a:cubicBezTo>
                    <a:pt x="11" y="19"/>
                    <a:pt x="12" y="18"/>
                    <a:pt x="12" y="18"/>
                  </a:cubicBezTo>
                  <a:cubicBezTo>
                    <a:pt x="13" y="17"/>
                    <a:pt x="14" y="18"/>
                    <a:pt x="14" y="18"/>
                  </a:cubicBezTo>
                  <a:cubicBezTo>
                    <a:pt x="22" y="18"/>
                    <a:pt x="25" y="24"/>
                    <a:pt x="29" y="29"/>
                  </a:cubicBezTo>
                  <a:cubicBezTo>
                    <a:pt x="30" y="29"/>
                    <a:pt x="31" y="28"/>
                    <a:pt x="32" y="27"/>
                  </a:cubicBezTo>
                  <a:cubicBezTo>
                    <a:pt x="29" y="25"/>
                    <a:pt x="26" y="22"/>
                    <a:pt x="24" y="19"/>
                  </a:cubicBezTo>
                  <a:cubicBezTo>
                    <a:pt x="23" y="17"/>
                    <a:pt x="21" y="17"/>
                    <a:pt x="19" y="16"/>
                  </a:cubicBezTo>
                  <a:cubicBezTo>
                    <a:pt x="18" y="16"/>
                    <a:pt x="18" y="14"/>
                    <a:pt x="17" y="14"/>
                  </a:cubicBezTo>
                  <a:cubicBezTo>
                    <a:pt x="16" y="14"/>
                    <a:pt x="17" y="15"/>
                    <a:pt x="17" y="16"/>
                  </a:cubicBezTo>
                  <a:cubicBezTo>
                    <a:pt x="17" y="16"/>
                    <a:pt x="16" y="14"/>
                    <a:pt x="16" y="14"/>
                  </a:cubicBezTo>
                  <a:cubicBezTo>
                    <a:pt x="15" y="12"/>
                    <a:pt x="14" y="11"/>
                    <a:pt x="14" y="9"/>
                  </a:cubicBezTo>
                  <a:cubicBezTo>
                    <a:pt x="13" y="6"/>
                    <a:pt x="13" y="3"/>
                    <a:pt x="10" y="0"/>
                  </a:cubicBezTo>
                  <a:cubicBezTo>
                    <a:pt x="9" y="4"/>
                    <a:pt x="4" y="4"/>
                    <a:pt x="2" y="7"/>
                  </a:cubicBezTo>
                  <a:cubicBezTo>
                    <a:pt x="1" y="9"/>
                    <a:pt x="2" y="11"/>
                    <a:pt x="1" y="13"/>
                  </a:cubicBezTo>
                  <a:cubicBezTo>
                    <a:pt x="0" y="15"/>
                    <a:pt x="0" y="17"/>
                    <a:pt x="0" y="20"/>
                  </a:cubicBezTo>
                  <a:cubicBezTo>
                    <a:pt x="1" y="19"/>
                    <a:pt x="2" y="19"/>
                    <a:pt x="3" y="1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8" name="Freeform 746">
              <a:extLst>
                <a:ext uri="{FF2B5EF4-FFF2-40B4-BE49-F238E27FC236}">
                  <a16:creationId xmlns:a16="http://schemas.microsoft.com/office/drawing/2014/main" id="{C64EAED2-1359-CB25-8C66-8F6B11088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8512" y="7737556"/>
              <a:ext cx="865901" cy="760075"/>
            </a:xfrm>
            <a:custGeom>
              <a:avLst/>
              <a:gdLst>
                <a:gd name="T0" fmla="*/ 70 w 74"/>
                <a:gd name="T1" fmla="*/ 38 h 61"/>
                <a:gd name="T2" fmla="*/ 57 w 74"/>
                <a:gd name="T3" fmla="*/ 33 h 61"/>
                <a:gd name="T4" fmla="*/ 51 w 74"/>
                <a:gd name="T5" fmla="*/ 29 h 61"/>
                <a:gd name="T6" fmla="*/ 48 w 74"/>
                <a:gd name="T7" fmla="*/ 24 h 61"/>
                <a:gd name="T8" fmla="*/ 51 w 74"/>
                <a:gd name="T9" fmla="*/ 20 h 61"/>
                <a:gd name="T10" fmla="*/ 45 w 74"/>
                <a:gd name="T11" fmla="*/ 23 h 61"/>
                <a:gd name="T12" fmla="*/ 44 w 74"/>
                <a:gd name="T13" fmla="*/ 18 h 61"/>
                <a:gd name="T14" fmla="*/ 44 w 74"/>
                <a:gd name="T15" fmla="*/ 12 h 61"/>
                <a:gd name="T16" fmla="*/ 37 w 74"/>
                <a:gd name="T17" fmla="*/ 5 h 61"/>
                <a:gd name="T18" fmla="*/ 28 w 74"/>
                <a:gd name="T19" fmla="*/ 4 h 61"/>
                <a:gd name="T20" fmla="*/ 24 w 74"/>
                <a:gd name="T21" fmla="*/ 5 h 61"/>
                <a:gd name="T22" fmla="*/ 21 w 74"/>
                <a:gd name="T23" fmla="*/ 5 h 61"/>
                <a:gd name="T24" fmla="*/ 18 w 74"/>
                <a:gd name="T25" fmla="*/ 5 h 61"/>
                <a:gd name="T26" fmla="*/ 17 w 74"/>
                <a:gd name="T27" fmla="*/ 8 h 61"/>
                <a:gd name="T28" fmla="*/ 15 w 74"/>
                <a:gd name="T29" fmla="*/ 13 h 61"/>
                <a:gd name="T30" fmla="*/ 12 w 74"/>
                <a:gd name="T31" fmla="*/ 14 h 61"/>
                <a:gd name="T32" fmla="*/ 10 w 74"/>
                <a:gd name="T33" fmla="*/ 18 h 61"/>
                <a:gd name="T34" fmla="*/ 10 w 74"/>
                <a:gd name="T35" fmla="*/ 23 h 61"/>
                <a:gd name="T36" fmla="*/ 5 w 74"/>
                <a:gd name="T37" fmla="*/ 34 h 61"/>
                <a:gd name="T38" fmla="*/ 1 w 74"/>
                <a:gd name="T39" fmla="*/ 35 h 61"/>
                <a:gd name="T40" fmla="*/ 2 w 74"/>
                <a:gd name="T41" fmla="*/ 38 h 61"/>
                <a:gd name="T42" fmla="*/ 9 w 74"/>
                <a:gd name="T43" fmla="*/ 47 h 61"/>
                <a:gd name="T44" fmla="*/ 13 w 74"/>
                <a:gd name="T45" fmla="*/ 50 h 61"/>
                <a:gd name="T46" fmla="*/ 14 w 74"/>
                <a:gd name="T47" fmla="*/ 54 h 61"/>
                <a:gd name="T48" fmla="*/ 20 w 74"/>
                <a:gd name="T49" fmla="*/ 55 h 61"/>
                <a:gd name="T50" fmla="*/ 25 w 74"/>
                <a:gd name="T51" fmla="*/ 59 h 61"/>
                <a:gd name="T52" fmla="*/ 33 w 74"/>
                <a:gd name="T53" fmla="*/ 60 h 61"/>
                <a:gd name="T54" fmla="*/ 39 w 74"/>
                <a:gd name="T55" fmla="*/ 57 h 61"/>
                <a:gd name="T56" fmla="*/ 47 w 74"/>
                <a:gd name="T57" fmla="*/ 56 h 61"/>
                <a:gd name="T58" fmla="*/ 54 w 74"/>
                <a:gd name="T59" fmla="*/ 53 h 61"/>
                <a:gd name="T60" fmla="*/ 59 w 74"/>
                <a:gd name="T61" fmla="*/ 53 h 61"/>
                <a:gd name="T62" fmla="*/ 74 w 74"/>
                <a:gd name="T63" fmla="*/ 38 h 61"/>
                <a:gd name="T64" fmla="*/ 70 w 74"/>
                <a:gd name="T65" fmla="*/ 3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4" h="61">
                  <a:moveTo>
                    <a:pt x="70" y="38"/>
                  </a:moveTo>
                  <a:cubicBezTo>
                    <a:pt x="65" y="36"/>
                    <a:pt x="61" y="35"/>
                    <a:pt x="57" y="33"/>
                  </a:cubicBezTo>
                  <a:cubicBezTo>
                    <a:pt x="54" y="32"/>
                    <a:pt x="53" y="31"/>
                    <a:pt x="51" y="29"/>
                  </a:cubicBezTo>
                  <a:cubicBezTo>
                    <a:pt x="50" y="28"/>
                    <a:pt x="49" y="26"/>
                    <a:pt x="48" y="24"/>
                  </a:cubicBezTo>
                  <a:cubicBezTo>
                    <a:pt x="48" y="23"/>
                    <a:pt x="51" y="21"/>
                    <a:pt x="51" y="20"/>
                  </a:cubicBezTo>
                  <a:cubicBezTo>
                    <a:pt x="49" y="21"/>
                    <a:pt x="47" y="22"/>
                    <a:pt x="45" y="23"/>
                  </a:cubicBezTo>
                  <a:cubicBezTo>
                    <a:pt x="43" y="23"/>
                    <a:pt x="43" y="19"/>
                    <a:pt x="44" y="18"/>
                  </a:cubicBezTo>
                  <a:cubicBezTo>
                    <a:pt x="47" y="15"/>
                    <a:pt x="46" y="15"/>
                    <a:pt x="44" y="12"/>
                  </a:cubicBezTo>
                  <a:cubicBezTo>
                    <a:pt x="42" y="10"/>
                    <a:pt x="40" y="6"/>
                    <a:pt x="37" y="5"/>
                  </a:cubicBezTo>
                  <a:cubicBezTo>
                    <a:pt x="35" y="5"/>
                    <a:pt x="30" y="3"/>
                    <a:pt x="28" y="4"/>
                  </a:cubicBezTo>
                  <a:cubicBezTo>
                    <a:pt x="26" y="7"/>
                    <a:pt x="24" y="0"/>
                    <a:pt x="24" y="5"/>
                  </a:cubicBezTo>
                  <a:cubicBezTo>
                    <a:pt x="24" y="7"/>
                    <a:pt x="22" y="6"/>
                    <a:pt x="21" y="5"/>
                  </a:cubicBezTo>
                  <a:cubicBezTo>
                    <a:pt x="20" y="5"/>
                    <a:pt x="19" y="5"/>
                    <a:pt x="18" y="5"/>
                  </a:cubicBezTo>
                  <a:cubicBezTo>
                    <a:pt x="16" y="6"/>
                    <a:pt x="17" y="6"/>
                    <a:pt x="17" y="8"/>
                  </a:cubicBezTo>
                  <a:cubicBezTo>
                    <a:pt x="17" y="9"/>
                    <a:pt x="16" y="12"/>
                    <a:pt x="15" y="13"/>
                  </a:cubicBezTo>
                  <a:cubicBezTo>
                    <a:pt x="15" y="14"/>
                    <a:pt x="12" y="13"/>
                    <a:pt x="12" y="14"/>
                  </a:cubicBezTo>
                  <a:cubicBezTo>
                    <a:pt x="12" y="16"/>
                    <a:pt x="10" y="17"/>
                    <a:pt x="10" y="18"/>
                  </a:cubicBezTo>
                  <a:cubicBezTo>
                    <a:pt x="10" y="19"/>
                    <a:pt x="11" y="22"/>
                    <a:pt x="10" y="23"/>
                  </a:cubicBezTo>
                  <a:cubicBezTo>
                    <a:pt x="4" y="24"/>
                    <a:pt x="6" y="30"/>
                    <a:pt x="5" y="34"/>
                  </a:cubicBezTo>
                  <a:cubicBezTo>
                    <a:pt x="4" y="35"/>
                    <a:pt x="3" y="35"/>
                    <a:pt x="1" y="35"/>
                  </a:cubicBezTo>
                  <a:cubicBezTo>
                    <a:pt x="0" y="36"/>
                    <a:pt x="0" y="38"/>
                    <a:pt x="2" y="38"/>
                  </a:cubicBezTo>
                  <a:cubicBezTo>
                    <a:pt x="5" y="39"/>
                    <a:pt x="8" y="45"/>
                    <a:pt x="9" y="47"/>
                  </a:cubicBezTo>
                  <a:cubicBezTo>
                    <a:pt x="10" y="49"/>
                    <a:pt x="11" y="49"/>
                    <a:pt x="13" y="50"/>
                  </a:cubicBezTo>
                  <a:cubicBezTo>
                    <a:pt x="14" y="51"/>
                    <a:pt x="13" y="53"/>
                    <a:pt x="14" y="54"/>
                  </a:cubicBezTo>
                  <a:cubicBezTo>
                    <a:pt x="16" y="56"/>
                    <a:pt x="18" y="54"/>
                    <a:pt x="20" y="55"/>
                  </a:cubicBezTo>
                  <a:cubicBezTo>
                    <a:pt x="21" y="56"/>
                    <a:pt x="23" y="58"/>
                    <a:pt x="25" y="59"/>
                  </a:cubicBezTo>
                  <a:cubicBezTo>
                    <a:pt x="27" y="59"/>
                    <a:pt x="31" y="61"/>
                    <a:pt x="33" y="60"/>
                  </a:cubicBezTo>
                  <a:cubicBezTo>
                    <a:pt x="35" y="58"/>
                    <a:pt x="36" y="56"/>
                    <a:pt x="39" y="57"/>
                  </a:cubicBezTo>
                  <a:cubicBezTo>
                    <a:pt x="42" y="58"/>
                    <a:pt x="45" y="57"/>
                    <a:pt x="47" y="56"/>
                  </a:cubicBezTo>
                  <a:cubicBezTo>
                    <a:pt x="49" y="54"/>
                    <a:pt x="51" y="53"/>
                    <a:pt x="54" y="53"/>
                  </a:cubicBezTo>
                  <a:cubicBezTo>
                    <a:pt x="55" y="53"/>
                    <a:pt x="59" y="53"/>
                    <a:pt x="59" y="53"/>
                  </a:cubicBezTo>
                  <a:cubicBezTo>
                    <a:pt x="64" y="48"/>
                    <a:pt x="69" y="43"/>
                    <a:pt x="74" y="38"/>
                  </a:cubicBezTo>
                  <a:cubicBezTo>
                    <a:pt x="73" y="38"/>
                    <a:pt x="71" y="38"/>
                    <a:pt x="70" y="3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59" name="Freeform 747">
              <a:extLst>
                <a:ext uri="{FF2B5EF4-FFF2-40B4-BE49-F238E27FC236}">
                  <a16:creationId xmlns:a16="http://schemas.microsoft.com/office/drawing/2014/main" id="{3F9A5CC3-5677-18CB-1488-4DBDE42A3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62407" y="7961355"/>
              <a:ext cx="1017534" cy="1030323"/>
            </a:xfrm>
            <a:custGeom>
              <a:avLst/>
              <a:gdLst>
                <a:gd name="T0" fmla="*/ 86 w 87"/>
                <a:gd name="T1" fmla="*/ 1 h 83"/>
                <a:gd name="T2" fmla="*/ 83 w 87"/>
                <a:gd name="T3" fmla="*/ 0 h 83"/>
                <a:gd name="T4" fmla="*/ 79 w 87"/>
                <a:gd name="T5" fmla="*/ 3 h 83"/>
                <a:gd name="T6" fmla="*/ 71 w 87"/>
                <a:gd name="T7" fmla="*/ 3 h 83"/>
                <a:gd name="T8" fmla="*/ 69 w 87"/>
                <a:gd name="T9" fmla="*/ 4 h 83"/>
                <a:gd name="T10" fmla="*/ 68 w 87"/>
                <a:gd name="T11" fmla="*/ 3 h 83"/>
                <a:gd name="T12" fmla="*/ 63 w 87"/>
                <a:gd name="T13" fmla="*/ 6 h 83"/>
                <a:gd name="T14" fmla="*/ 58 w 87"/>
                <a:gd name="T15" fmla="*/ 5 h 83"/>
                <a:gd name="T16" fmla="*/ 53 w 87"/>
                <a:gd name="T17" fmla="*/ 7 h 83"/>
                <a:gd name="T18" fmla="*/ 47 w 87"/>
                <a:gd name="T19" fmla="*/ 2 h 83"/>
                <a:gd name="T20" fmla="*/ 44 w 87"/>
                <a:gd name="T21" fmla="*/ 6 h 83"/>
                <a:gd name="T22" fmla="*/ 48 w 87"/>
                <a:gd name="T23" fmla="*/ 12 h 83"/>
                <a:gd name="T24" fmla="*/ 56 w 87"/>
                <a:gd name="T25" fmla="*/ 16 h 83"/>
                <a:gd name="T26" fmla="*/ 70 w 87"/>
                <a:gd name="T27" fmla="*/ 20 h 83"/>
                <a:gd name="T28" fmla="*/ 63 w 87"/>
                <a:gd name="T29" fmla="*/ 27 h 83"/>
                <a:gd name="T30" fmla="*/ 58 w 87"/>
                <a:gd name="T31" fmla="*/ 33 h 83"/>
                <a:gd name="T32" fmla="*/ 55 w 87"/>
                <a:gd name="T33" fmla="*/ 35 h 83"/>
                <a:gd name="T34" fmla="*/ 48 w 87"/>
                <a:gd name="T35" fmla="*/ 35 h 83"/>
                <a:gd name="T36" fmla="*/ 42 w 87"/>
                <a:gd name="T37" fmla="*/ 38 h 83"/>
                <a:gd name="T38" fmla="*/ 36 w 87"/>
                <a:gd name="T39" fmla="*/ 39 h 83"/>
                <a:gd name="T40" fmla="*/ 32 w 87"/>
                <a:gd name="T41" fmla="*/ 39 h 83"/>
                <a:gd name="T42" fmla="*/ 26 w 87"/>
                <a:gd name="T43" fmla="*/ 42 h 83"/>
                <a:gd name="T44" fmla="*/ 21 w 87"/>
                <a:gd name="T45" fmla="*/ 41 h 83"/>
                <a:gd name="T46" fmla="*/ 16 w 87"/>
                <a:gd name="T47" fmla="*/ 37 h 83"/>
                <a:gd name="T48" fmla="*/ 11 w 87"/>
                <a:gd name="T49" fmla="*/ 37 h 83"/>
                <a:gd name="T50" fmla="*/ 7 w 87"/>
                <a:gd name="T51" fmla="*/ 34 h 83"/>
                <a:gd name="T52" fmla="*/ 0 w 87"/>
                <a:gd name="T53" fmla="*/ 39 h 83"/>
                <a:gd name="T54" fmla="*/ 3 w 87"/>
                <a:gd name="T55" fmla="*/ 41 h 83"/>
                <a:gd name="T56" fmla="*/ 4 w 87"/>
                <a:gd name="T57" fmla="*/ 45 h 83"/>
                <a:gd name="T58" fmla="*/ 3 w 87"/>
                <a:gd name="T59" fmla="*/ 54 h 83"/>
                <a:gd name="T60" fmla="*/ 0 w 87"/>
                <a:gd name="T61" fmla="*/ 58 h 83"/>
                <a:gd name="T62" fmla="*/ 3 w 87"/>
                <a:gd name="T63" fmla="*/ 60 h 83"/>
                <a:gd name="T64" fmla="*/ 1 w 87"/>
                <a:gd name="T65" fmla="*/ 65 h 83"/>
                <a:gd name="T66" fmla="*/ 4 w 87"/>
                <a:gd name="T67" fmla="*/ 66 h 83"/>
                <a:gd name="T68" fmla="*/ 15 w 87"/>
                <a:gd name="T69" fmla="*/ 73 h 83"/>
                <a:gd name="T70" fmla="*/ 19 w 87"/>
                <a:gd name="T71" fmla="*/ 77 h 83"/>
                <a:gd name="T72" fmla="*/ 26 w 87"/>
                <a:gd name="T73" fmla="*/ 83 h 83"/>
                <a:gd name="T74" fmla="*/ 30 w 87"/>
                <a:gd name="T75" fmla="*/ 76 h 83"/>
                <a:gd name="T76" fmla="*/ 33 w 87"/>
                <a:gd name="T77" fmla="*/ 72 h 83"/>
                <a:gd name="T78" fmla="*/ 35 w 87"/>
                <a:gd name="T79" fmla="*/ 69 h 83"/>
                <a:gd name="T80" fmla="*/ 40 w 87"/>
                <a:gd name="T81" fmla="*/ 65 h 83"/>
                <a:gd name="T82" fmla="*/ 59 w 87"/>
                <a:gd name="T83" fmla="*/ 48 h 83"/>
                <a:gd name="T84" fmla="*/ 77 w 87"/>
                <a:gd name="T85" fmla="*/ 24 h 83"/>
                <a:gd name="T86" fmla="*/ 84 w 87"/>
                <a:gd name="T87" fmla="*/ 14 h 83"/>
                <a:gd name="T88" fmla="*/ 86 w 87"/>
                <a:gd name="T89" fmla="*/ 7 h 83"/>
                <a:gd name="T90" fmla="*/ 86 w 87"/>
                <a:gd name="T91" fmla="*/ 1 h 83"/>
                <a:gd name="T92" fmla="*/ 86 w 87"/>
                <a:gd name="T93" fmla="*/ 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7" h="83">
                  <a:moveTo>
                    <a:pt x="86" y="1"/>
                  </a:moveTo>
                  <a:cubicBezTo>
                    <a:pt x="87" y="0"/>
                    <a:pt x="84" y="0"/>
                    <a:pt x="83" y="0"/>
                  </a:cubicBezTo>
                  <a:cubicBezTo>
                    <a:pt x="82" y="1"/>
                    <a:pt x="81" y="2"/>
                    <a:pt x="79" y="3"/>
                  </a:cubicBezTo>
                  <a:cubicBezTo>
                    <a:pt x="77" y="3"/>
                    <a:pt x="74" y="3"/>
                    <a:pt x="71" y="3"/>
                  </a:cubicBezTo>
                  <a:cubicBezTo>
                    <a:pt x="71" y="4"/>
                    <a:pt x="70" y="4"/>
                    <a:pt x="69" y="4"/>
                  </a:cubicBezTo>
                  <a:cubicBezTo>
                    <a:pt x="68" y="4"/>
                    <a:pt x="68" y="3"/>
                    <a:pt x="68" y="3"/>
                  </a:cubicBezTo>
                  <a:cubicBezTo>
                    <a:pt x="66" y="4"/>
                    <a:pt x="65" y="6"/>
                    <a:pt x="63" y="6"/>
                  </a:cubicBezTo>
                  <a:cubicBezTo>
                    <a:pt x="61" y="6"/>
                    <a:pt x="61" y="5"/>
                    <a:pt x="58" y="5"/>
                  </a:cubicBezTo>
                  <a:cubicBezTo>
                    <a:pt x="57" y="6"/>
                    <a:pt x="55" y="8"/>
                    <a:pt x="53" y="7"/>
                  </a:cubicBezTo>
                  <a:cubicBezTo>
                    <a:pt x="50" y="6"/>
                    <a:pt x="49" y="5"/>
                    <a:pt x="47" y="2"/>
                  </a:cubicBezTo>
                  <a:cubicBezTo>
                    <a:pt x="47" y="3"/>
                    <a:pt x="44" y="5"/>
                    <a:pt x="44" y="6"/>
                  </a:cubicBezTo>
                  <a:cubicBezTo>
                    <a:pt x="45" y="8"/>
                    <a:pt x="46" y="10"/>
                    <a:pt x="48" y="12"/>
                  </a:cubicBezTo>
                  <a:cubicBezTo>
                    <a:pt x="50" y="14"/>
                    <a:pt x="53" y="15"/>
                    <a:pt x="56" y="16"/>
                  </a:cubicBezTo>
                  <a:cubicBezTo>
                    <a:pt x="61" y="18"/>
                    <a:pt x="65" y="20"/>
                    <a:pt x="70" y="20"/>
                  </a:cubicBezTo>
                  <a:cubicBezTo>
                    <a:pt x="68" y="22"/>
                    <a:pt x="65" y="25"/>
                    <a:pt x="63" y="27"/>
                  </a:cubicBezTo>
                  <a:cubicBezTo>
                    <a:pt x="61" y="29"/>
                    <a:pt x="59" y="31"/>
                    <a:pt x="58" y="33"/>
                  </a:cubicBezTo>
                  <a:cubicBezTo>
                    <a:pt x="57" y="33"/>
                    <a:pt x="56" y="35"/>
                    <a:pt x="55" y="35"/>
                  </a:cubicBezTo>
                  <a:cubicBezTo>
                    <a:pt x="53" y="36"/>
                    <a:pt x="50" y="34"/>
                    <a:pt x="48" y="35"/>
                  </a:cubicBezTo>
                  <a:cubicBezTo>
                    <a:pt x="46" y="35"/>
                    <a:pt x="44" y="37"/>
                    <a:pt x="42" y="38"/>
                  </a:cubicBezTo>
                  <a:cubicBezTo>
                    <a:pt x="40" y="39"/>
                    <a:pt x="38" y="40"/>
                    <a:pt x="36" y="39"/>
                  </a:cubicBezTo>
                  <a:cubicBezTo>
                    <a:pt x="35" y="39"/>
                    <a:pt x="33" y="38"/>
                    <a:pt x="32" y="39"/>
                  </a:cubicBezTo>
                  <a:cubicBezTo>
                    <a:pt x="29" y="41"/>
                    <a:pt x="29" y="43"/>
                    <a:pt x="26" y="42"/>
                  </a:cubicBezTo>
                  <a:cubicBezTo>
                    <a:pt x="24" y="41"/>
                    <a:pt x="22" y="41"/>
                    <a:pt x="21" y="41"/>
                  </a:cubicBezTo>
                  <a:cubicBezTo>
                    <a:pt x="19" y="40"/>
                    <a:pt x="17" y="38"/>
                    <a:pt x="16" y="37"/>
                  </a:cubicBezTo>
                  <a:cubicBezTo>
                    <a:pt x="15" y="37"/>
                    <a:pt x="12" y="38"/>
                    <a:pt x="11" y="37"/>
                  </a:cubicBezTo>
                  <a:cubicBezTo>
                    <a:pt x="10" y="36"/>
                    <a:pt x="8" y="34"/>
                    <a:pt x="7" y="34"/>
                  </a:cubicBezTo>
                  <a:cubicBezTo>
                    <a:pt x="3" y="35"/>
                    <a:pt x="2" y="36"/>
                    <a:pt x="0" y="39"/>
                  </a:cubicBezTo>
                  <a:cubicBezTo>
                    <a:pt x="0" y="40"/>
                    <a:pt x="3" y="40"/>
                    <a:pt x="3" y="41"/>
                  </a:cubicBezTo>
                  <a:cubicBezTo>
                    <a:pt x="3" y="43"/>
                    <a:pt x="3" y="44"/>
                    <a:pt x="4" y="45"/>
                  </a:cubicBezTo>
                  <a:cubicBezTo>
                    <a:pt x="6" y="47"/>
                    <a:pt x="5" y="52"/>
                    <a:pt x="3" y="54"/>
                  </a:cubicBezTo>
                  <a:cubicBezTo>
                    <a:pt x="2" y="55"/>
                    <a:pt x="1" y="56"/>
                    <a:pt x="0" y="58"/>
                  </a:cubicBezTo>
                  <a:cubicBezTo>
                    <a:pt x="0" y="61"/>
                    <a:pt x="2" y="59"/>
                    <a:pt x="3" y="60"/>
                  </a:cubicBezTo>
                  <a:cubicBezTo>
                    <a:pt x="3" y="60"/>
                    <a:pt x="0" y="64"/>
                    <a:pt x="1" y="65"/>
                  </a:cubicBezTo>
                  <a:cubicBezTo>
                    <a:pt x="2" y="65"/>
                    <a:pt x="3" y="66"/>
                    <a:pt x="4" y="66"/>
                  </a:cubicBezTo>
                  <a:cubicBezTo>
                    <a:pt x="8" y="69"/>
                    <a:pt x="12" y="71"/>
                    <a:pt x="15" y="73"/>
                  </a:cubicBezTo>
                  <a:cubicBezTo>
                    <a:pt x="18" y="74"/>
                    <a:pt x="19" y="74"/>
                    <a:pt x="19" y="77"/>
                  </a:cubicBezTo>
                  <a:cubicBezTo>
                    <a:pt x="19" y="79"/>
                    <a:pt x="25" y="82"/>
                    <a:pt x="26" y="83"/>
                  </a:cubicBezTo>
                  <a:cubicBezTo>
                    <a:pt x="28" y="80"/>
                    <a:pt x="29" y="78"/>
                    <a:pt x="30" y="76"/>
                  </a:cubicBezTo>
                  <a:cubicBezTo>
                    <a:pt x="30" y="74"/>
                    <a:pt x="31" y="72"/>
                    <a:pt x="33" y="72"/>
                  </a:cubicBezTo>
                  <a:cubicBezTo>
                    <a:pt x="34" y="71"/>
                    <a:pt x="34" y="70"/>
                    <a:pt x="35" y="69"/>
                  </a:cubicBezTo>
                  <a:cubicBezTo>
                    <a:pt x="37" y="68"/>
                    <a:pt x="38" y="67"/>
                    <a:pt x="40" y="65"/>
                  </a:cubicBezTo>
                  <a:cubicBezTo>
                    <a:pt x="45" y="57"/>
                    <a:pt x="52" y="53"/>
                    <a:pt x="59" y="48"/>
                  </a:cubicBezTo>
                  <a:cubicBezTo>
                    <a:pt x="68" y="42"/>
                    <a:pt x="73" y="33"/>
                    <a:pt x="77" y="24"/>
                  </a:cubicBezTo>
                  <a:cubicBezTo>
                    <a:pt x="79" y="20"/>
                    <a:pt x="82" y="18"/>
                    <a:pt x="84" y="14"/>
                  </a:cubicBezTo>
                  <a:cubicBezTo>
                    <a:pt x="85" y="12"/>
                    <a:pt x="85" y="9"/>
                    <a:pt x="86" y="7"/>
                  </a:cubicBezTo>
                  <a:cubicBezTo>
                    <a:pt x="86" y="6"/>
                    <a:pt x="85" y="2"/>
                    <a:pt x="86" y="1"/>
                  </a:cubicBezTo>
                  <a:cubicBezTo>
                    <a:pt x="86" y="1"/>
                    <a:pt x="86" y="1"/>
                    <a:pt x="86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0" name="Freeform 748">
              <a:extLst>
                <a:ext uri="{FF2B5EF4-FFF2-40B4-BE49-F238E27FC236}">
                  <a16:creationId xmlns:a16="http://schemas.microsoft.com/office/drawing/2014/main" id="{C4C726DF-E643-FFE5-9BFC-FAD612EFD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1297" y="7902237"/>
              <a:ext cx="103749" cy="135123"/>
            </a:xfrm>
            <a:custGeom>
              <a:avLst/>
              <a:gdLst>
                <a:gd name="T0" fmla="*/ 3 w 9"/>
                <a:gd name="T1" fmla="*/ 2 h 11"/>
                <a:gd name="T2" fmla="*/ 1 w 9"/>
                <a:gd name="T3" fmla="*/ 5 h 11"/>
                <a:gd name="T4" fmla="*/ 0 w 9"/>
                <a:gd name="T5" fmla="*/ 10 h 11"/>
                <a:gd name="T6" fmla="*/ 8 w 9"/>
                <a:gd name="T7" fmla="*/ 7 h 11"/>
                <a:gd name="T8" fmla="*/ 4 w 9"/>
                <a:gd name="T9" fmla="*/ 6 h 11"/>
                <a:gd name="T10" fmla="*/ 8 w 9"/>
                <a:gd name="T11" fmla="*/ 3 h 11"/>
                <a:gd name="T12" fmla="*/ 3 w 9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1">
                  <a:moveTo>
                    <a:pt x="3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0" y="5"/>
                    <a:pt x="0" y="9"/>
                    <a:pt x="0" y="10"/>
                  </a:cubicBezTo>
                  <a:cubicBezTo>
                    <a:pt x="2" y="11"/>
                    <a:pt x="7" y="7"/>
                    <a:pt x="8" y="7"/>
                  </a:cubicBezTo>
                  <a:cubicBezTo>
                    <a:pt x="8" y="6"/>
                    <a:pt x="5" y="5"/>
                    <a:pt x="4" y="6"/>
                  </a:cubicBezTo>
                  <a:cubicBezTo>
                    <a:pt x="5" y="5"/>
                    <a:pt x="9" y="4"/>
                    <a:pt x="8" y="3"/>
                  </a:cubicBezTo>
                  <a:cubicBezTo>
                    <a:pt x="7" y="0"/>
                    <a:pt x="5" y="0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1" name="Freeform 749">
              <a:extLst>
                <a:ext uri="{FF2B5EF4-FFF2-40B4-BE49-F238E27FC236}">
                  <a16:creationId xmlns:a16="http://schemas.microsoft.com/office/drawing/2014/main" id="{0515C20E-F539-1C8E-A16B-9C8BD2D41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8999" y="8446959"/>
              <a:ext cx="303262" cy="346257"/>
            </a:xfrm>
            <a:custGeom>
              <a:avLst/>
              <a:gdLst>
                <a:gd name="T0" fmla="*/ 22 w 26"/>
                <a:gd name="T1" fmla="*/ 18 h 28"/>
                <a:gd name="T2" fmla="*/ 25 w 26"/>
                <a:gd name="T3" fmla="*/ 14 h 28"/>
                <a:gd name="T4" fmla="*/ 26 w 26"/>
                <a:gd name="T5" fmla="*/ 8 h 28"/>
                <a:gd name="T6" fmla="*/ 24 w 26"/>
                <a:gd name="T7" fmla="*/ 3 h 28"/>
                <a:gd name="T8" fmla="*/ 21 w 26"/>
                <a:gd name="T9" fmla="*/ 0 h 28"/>
                <a:gd name="T10" fmla="*/ 16 w 26"/>
                <a:gd name="T11" fmla="*/ 1 h 28"/>
                <a:gd name="T12" fmla="*/ 12 w 26"/>
                <a:gd name="T13" fmla="*/ 3 h 28"/>
                <a:gd name="T14" fmla="*/ 6 w 26"/>
                <a:gd name="T15" fmla="*/ 2 h 28"/>
                <a:gd name="T16" fmla="*/ 7 w 26"/>
                <a:gd name="T17" fmla="*/ 8 h 28"/>
                <a:gd name="T18" fmla="*/ 6 w 26"/>
                <a:gd name="T19" fmla="*/ 12 h 28"/>
                <a:gd name="T20" fmla="*/ 2 w 26"/>
                <a:gd name="T21" fmla="*/ 16 h 28"/>
                <a:gd name="T22" fmla="*/ 0 w 26"/>
                <a:gd name="T23" fmla="*/ 22 h 28"/>
                <a:gd name="T24" fmla="*/ 0 w 26"/>
                <a:gd name="T25" fmla="*/ 27 h 28"/>
                <a:gd name="T26" fmla="*/ 4 w 26"/>
                <a:gd name="T27" fmla="*/ 26 h 28"/>
                <a:gd name="T28" fmla="*/ 11 w 26"/>
                <a:gd name="T29" fmla="*/ 25 h 28"/>
                <a:gd name="T30" fmla="*/ 14 w 26"/>
                <a:gd name="T31" fmla="*/ 20 h 28"/>
                <a:gd name="T32" fmla="*/ 21 w 26"/>
                <a:gd name="T33" fmla="*/ 20 h 28"/>
                <a:gd name="T34" fmla="*/ 22 w 26"/>
                <a:gd name="T35" fmla="*/ 18 h 28"/>
                <a:gd name="T36" fmla="*/ 22 w 26"/>
                <a:gd name="T37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8">
                  <a:moveTo>
                    <a:pt x="22" y="18"/>
                  </a:moveTo>
                  <a:cubicBezTo>
                    <a:pt x="22" y="16"/>
                    <a:pt x="24" y="15"/>
                    <a:pt x="25" y="14"/>
                  </a:cubicBezTo>
                  <a:cubicBezTo>
                    <a:pt x="26" y="13"/>
                    <a:pt x="26" y="10"/>
                    <a:pt x="26" y="8"/>
                  </a:cubicBezTo>
                  <a:cubicBezTo>
                    <a:pt x="26" y="6"/>
                    <a:pt x="24" y="5"/>
                    <a:pt x="24" y="3"/>
                  </a:cubicBezTo>
                  <a:cubicBezTo>
                    <a:pt x="24" y="1"/>
                    <a:pt x="22" y="1"/>
                    <a:pt x="21" y="0"/>
                  </a:cubicBezTo>
                  <a:cubicBezTo>
                    <a:pt x="20" y="1"/>
                    <a:pt x="18" y="0"/>
                    <a:pt x="16" y="1"/>
                  </a:cubicBezTo>
                  <a:cubicBezTo>
                    <a:pt x="15" y="2"/>
                    <a:pt x="13" y="4"/>
                    <a:pt x="12" y="3"/>
                  </a:cubicBezTo>
                  <a:cubicBezTo>
                    <a:pt x="10" y="1"/>
                    <a:pt x="7" y="0"/>
                    <a:pt x="6" y="2"/>
                  </a:cubicBezTo>
                  <a:cubicBezTo>
                    <a:pt x="5" y="4"/>
                    <a:pt x="6" y="7"/>
                    <a:pt x="7" y="8"/>
                  </a:cubicBezTo>
                  <a:cubicBezTo>
                    <a:pt x="8" y="10"/>
                    <a:pt x="7" y="10"/>
                    <a:pt x="6" y="12"/>
                  </a:cubicBezTo>
                  <a:cubicBezTo>
                    <a:pt x="5" y="14"/>
                    <a:pt x="3" y="15"/>
                    <a:pt x="2" y="16"/>
                  </a:cubicBezTo>
                  <a:cubicBezTo>
                    <a:pt x="1" y="18"/>
                    <a:pt x="0" y="19"/>
                    <a:pt x="0" y="22"/>
                  </a:cubicBezTo>
                  <a:cubicBezTo>
                    <a:pt x="0" y="23"/>
                    <a:pt x="1" y="25"/>
                    <a:pt x="0" y="27"/>
                  </a:cubicBezTo>
                  <a:cubicBezTo>
                    <a:pt x="2" y="28"/>
                    <a:pt x="2" y="27"/>
                    <a:pt x="4" y="26"/>
                  </a:cubicBezTo>
                  <a:cubicBezTo>
                    <a:pt x="6" y="25"/>
                    <a:pt x="9" y="25"/>
                    <a:pt x="11" y="25"/>
                  </a:cubicBezTo>
                  <a:cubicBezTo>
                    <a:pt x="10" y="22"/>
                    <a:pt x="12" y="21"/>
                    <a:pt x="14" y="20"/>
                  </a:cubicBezTo>
                  <a:cubicBezTo>
                    <a:pt x="16" y="19"/>
                    <a:pt x="20" y="17"/>
                    <a:pt x="21" y="20"/>
                  </a:cubicBezTo>
                  <a:cubicBezTo>
                    <a:pt x="21" y="19"/>
                    <a:pt x="21" y="18"/>
                    <a:pt x="22" y="18"/>
                  </a:cubicBezTo>
                  <a:cubicBezTo>
                    <a:pt x="22" y="16"/>
                    <a:pt x="21" y="18"/>
                    <a:pt x="22" y="1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2" name="Freeform 750">
              <a:extLst>
                <a:ext uri="{FF2B5EF4-FFF2-40B4-BE49-F238E27FC236}">
                  <a16:creationId xmlns:a16="http://schemas.microsoft.com/office/drawing/2014/main" id="{63863BAA-D7C5-7D37-78F0-4A148B78F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3084" y="8843885"/>
              <a:ext cx="115719" cy="122456"/>
            </a:xfrm>
            <a:custGeom>
              <a:avLst/>
              <a:gdLst>
                <a:gd name="T0" fmla="*/ 1 w 10"/>
                <a:gd name="T1" fmla="*/ 6 h 10"/>
                <a:gd name="T2" fmla="*/ 3 w 10"/>
                <a:gd name="T3" fmla="*/ 10 h 10"/>
                <a:gd name="T4" fmla="*/ 9 w 10"/>
                <a:gd name="T5" fmla="*/ 5 h 10"/>
                <a:gd name="T6" fmla="*/ 8 w 10"/>
                <a:gd name="T7" fmla="*/ 0 h 10"/>
                <a:gd name="T8" fmla="*/ 4 w 10"/>
                <a:gd name="T9" fmla="*/ 1 h 10"/>
                <a:gd name="T10" fmla="*/ 0 w 10"/>
                <a:gd name="T11" fmla="*/ 1 h 10"/>
                <a:gd name="T12" fmla="*/ 1 w 10"/>
                <a:gd name="T13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1" y="6"/>
                  </a:moveTo>
                  <a:cubicBezTo>
                    <a:pt x="2" y="7"/>
                    <a:pt x="2" y="9"/>
                    <a:pt x="3" y="10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10" y="3"/>
                    <a:pt x="5" y="4"/>
                    <a:pt x="8" y="0"/>
                  </a:cubicBezTo>
                  <a:cubicBezTo>
                    <a:pt x="7" y="0"/>
                    <a:pt x="3" y="0"/>
                    <a:pt x="4" y="1"/>
                  </a:cubicBezTo>
                  <a:cubicBezTo>
                    <a:pt x="5" y="3"/>
                    <a:pt x="1" y="2"/>
                    <a:pt x="0" y="1"/>
                  </a:cubicBezTo>
                  <a:cubicBezTo>
                    <a:pt x="0" y="3"/>
                    <a:pt x="1" y="4"/>
                    <a:pt x="1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3" name="Freeform 751">
              <a:extLst>
                <a:ext uri="{FF2B5EF4-FFF2-40B4-BE49-F238E27FC236}">
                  <a16:creationId xmlns:a16="http://schemas.microsoft.com/office/drawing/2014/main" id="{5D3E4730-D231-6D27-5214-795A2F2A1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3084" y="8767880"/>
              <a:ext cx="127688" cy="114012"/>
            </a:xfrm>
            <a:custGeom>
              <a:avLst/>
              <a:gdLst>
                <a:gd name="T0" fmla="*/ 3 w 11"/>
                <a:gd name="T1" fmla="*/ 1 h 9"/>
                <a:gd name="T2" fmla="*/ 0 w 11"/>
                <a:gd name="T3" fmla="*/ 7 h 9"/>
                <a:gd name="T4" fmla="*/ 4 w 11"/>
                <a:gd name="T5" fmla="*/ 7 h 9"/>
                <a:gd name="T6" fmla="*/ 8 w 11"/>
                <a:gd name="T7" fmla="*/ 6 h 9"/>
                <a:gd name="T8" fmla="*/ 7 w 11"/>
                <a:gd name="T9" fmla="*/ 0 h 9"/>
                <a:gd name="T10" fmla="*/ 3 w 11"/>
                <a:gd name="T11" fmla="*/ 1 h 9"/>
                <a:gd name="T12" fmla="*/ 3 w 11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3" y="1"/>
                  </a:moveTo>
                  <a:cubicBezTo>
                    <a:pt x="1" y="2"/>
                    <a:pt x="0" y="5"/>
                    <a:pt x="0" y="7"/>
                  </a:cubicBezTo>
                  <a:cubicBezTo>
                    <a:pt x="1" y="8"/>
                    <a:pt x="5" y="9"/>
                    <a:pt x="4" y="7"/>
                  </a:cubicBezTo>
                  <a:cubicBezTo>
                    <a:pt x="3" y="6"/>
                    <a:pt x="7" y="6"/>
                    <a:pt x="8" y="6"/>
                  </a:cubicBezTo>
                  <a:cubicBezTo>
                    <a:pt x="11" y="5"/>
                    <a:pt x="8" y="1"/>
                    <a:pt x="7" y="0"/>
                  </a:cubicBezTo>
                  <a:cubicBezTo>
                    <a:pt x="5" y="1"/>
                    <a:pt x="5" y="2"/>
                    <a:pt x="3" y="1"/>
                  </a:cubicBezTo>
                  <a:cubicBezTo>
                    <a:pt x="2" y="1"/>
                    <a:pt x="4" y="1"/>
                    <a:pt x="3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4" name="Freeform 752">
              <a:extLst>
                <a:ext uri="{FF2B5EF4-FFF2-40B4-BE49-F238E27FC236}">
                  <a16:creationId xmlns:a16="http://schemas.microsoft.com/office/drawing/2014/main" id="{054BD6E5-0464-B6F6-1353-300C38F39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7027" y="8729874"/>
              <a:ext cx="630473" cy="722073"/>
            </a:xfrm>
            <a:custGeom>
              <a:avLst/>
              <a:gdLst>
                <a:gd name="T0" fmla="*/ 41 w 54"/>
                <a:gd name="T1" fmla="*/ 13 h 58"/>
                <a:gd name="T2" fmla="*/ 23 w 54"/>
                <a:gd name="T3" fmla="*/ 3 h 58"/>
                <a:gd name="T4" fmla="*/ 17 w 54"/>
                <a:gd name="T5" fmla="*/ 7 h 58"/>
                <a:gd name="T6" fmla="*/ 21 w 54"/>
                <a:gd name="T7" fmla="*/ 9 h 58"/>
                <a:gd name="T8" fmla="*/ 17 w 54"/>
                <a:gd name="T9" fmla="*/ 9 h 58"/>
                <a:gd name="T10" fmla="*/ 13 w 54"/>
                <a:gd name="T11" fmla="*/ 10 h 58"/>
                <a:gd name="T12" fmla="*/ 11 w 54"/>
                <a:gd name="T13" fmla="*/ 8 h 58"/>
                <a:gd name="T14" fmla="*/ 12 w 54"/>
                <a:gd name="T15" fmla="*/ 4 h 58"/>
                <a:gd name="T16" fmla="*/ 5 w 54"/>
                <a:gd name="T17" fmla="*/ 3 h 58"/>
                <a:gd name="T18" fmla="*/ 7 w 54"/>
                <a:gd name="T19" fmla="*/ 8 h 58"/>
                <a:gd name="T20" fmla="*/ 5 w 54"/>
                <a:gd name="T21" fmla="*/ 12 h 58"/>
                <a:gd name="T22" fmla="*/ 6 w 54"/>
                <a:gd name="T23" fmla="*/ 16 h 58"/>
                <a:gd name="T24" fmla="*/ 2 w 54"/>
                <a:gd name="T25" fmla="*/ 18 h 58"/>
                <a:gd name="T26" fmla="*/ 1 w 54"/>
                <a:gd name="T27" fmla="*/ 21 h 58"/>
                <a:gd name="T28" fmla="*/ 5 w 54"/>
                <a:gd name="T29" fmla="*/ 33 h 58"/>
                <a:gd name="T30" fmla="*/ 12 w 54"/>
                <a:gd name="T31" fmla="*/ 42 h 58"/>
                <a:gd name="T32" fmla="*/ 15 w 54"/>
                <a:gd name="T33" fmla="*/ 43 h 58"/>
                <a:gd name="T34" fmla="*/ 17 w 54"/>
                <a:gd name="T35" fmla="*/ 45 h 58"/>
                <a:gd name="T36" fmla="*/ 24 w 54"/>
                <a:gd name="T37" fmla="*/ 47 h 58"/>
                <a:gd name="T38" fmla="*/ 25 w 54"/>
                <a:gd name="T39" fmla="*/ 53 h 58"/>
                <a:gd name="T40" fmla="*/ 27 w 54"/>
                <a:gd name="T41" fmla="*/ 55 h 58"/>
                <a:gd name="T42" fmla="*/ 30 w 54"/>
                <a:gd name="T43" fmla="*/ 55 h 58"/>
                <a:gd name="T44" fmla="*/ 33 w 54"/>
                <a:gd name="T45" fmla="*/ 56 h 58"/>
                <a:gd name="T46" fmla="*/ 36 w 54"/>
                <a:gd name="T47" fmla="*/ 55 h 58"/>
                <a:gd name="T48" fmla="*/ 42 w 54"/>
                <a:gd name="T49" fmla="*/ 55 h 58"/>
                <a:gd name="T50" fmla="*/ 46 w 54"/>
                <a:gd name="T51" fmla="*/ 54 h 58"/>
                <a:gd name="T52" fmla="*/ 54 w 54"/>
                <a:gd name="T53" fmla="*/ 49 h 58"/>
                <a:gd name="T54" fmla="*/ 49 w 54"/>
                <a:gd name="T55" fmla="*/ 36 h 58"/>
                <a:gd name="T56" fmla="*/ 49 w 54"/>
                <a:gd name="T57" fmla="*/ 32 h 58"/>
                <a:gd name="T58" fmla="*/ 46 w 54"/>
                <a:gd name="T59" fmla="*/ 28 h 58"/>
                <a:gd name="T60" fmla="*/ 48 w 54"/>
                <a:gd name="T61" fmla="*/ 20 h 58"/>
                <a:gd name="T62" fmla="*/ 45 w 54"/>
                <a:gd name="T63" fmla="*/ 18 h 58"/>
                <a:gd name="T64" fmla="*/ 41 w 54"/>
                <a:gd name="T65" fmla="*/ 16 h 58"/>
                <a:gd name="T66" fmla="*/ 41 w 54"/>
                <a:gd name="T6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4" h="58">
                  <a:moveTo>
                    <a:pt x="41" y="13"/>
                  </a:moveTo>
                  <a:cubicBezTo>
                    <a:pt x="35" y="9"/>
                    <a:pt x="29" y="6"/>
                    <a:pt x="23" y="3"/>
                  </a:cubicBezTo>
                  <a:cubicBezTo>
                    <a:pt x="22" y="5"/>
                    <a:pt x="19" y="7"/>
                    <a:pt x="17" y="7"/>
                  </a:cubicBezTo>
                  <a:cubicBezTo>
                    <a:pt x="17" y="7"/>
                    <a:pt x="21" y="8"/>
                    <a:pt x="21" y="9"/>
                  </a:cubicBezTo>
                  <a:cubicBezTo>
                    <a:pt x="20" y="10"/>
                    <a:pt x="18" y="9"/>
                    <a:pt x="17" y="9"/>
                  </a:cubicBezTo>
                  <a:cubicBezTo>
                    <a:pt x="15" y="8"/>
                    <a:pt x="15" y="9"/>
                    <a:pt x="13" y="10"/>
                  </a:cubicBezTo>
                  <a:cubicBezTo>
                    <a:pt x="13" y="10"/>
                    <a:pt x="11" y="9"/>
                    <a:pt x="11" y="8"/>
                  </a:cubicBezTo>
                  <a:cubicBezTo>
                    <a:pt x="10" y="7"/>
                    <a:pt x="11" y="5"/>
                    <a:pt x="12" y="4"/>
                  </a:cubicBezTo>
                  <a:cubicBezTo>
                    <a:pt x="13" y="0"/>
                    <a:pt x="7" y="2"/>
                    <a:pt x="5" y="3"/>
                  </a:cubicBezTo>
                  <a:cubicBezTo>
                    <a:pt x="6" y="4"/>
                    <a:pt x="8" y="7"/>
                    <a:pt x="7" y="8"/>
                  </a:cubicBezTo>
                  <a:cubicBezTo>
                    <a:pt x="7" y="9"/>
                    <a:pt x="3" y="12"/>
                    <a:pt x="5" y="12"/>
                  </a:cubicBezTo>
                  <a:cubicBezTo>
                    <a:pt x="8" y="13"/>
                    <a:pt x="7" y="14"/>
                    <a:pt x="6" y="16"/>
                  </a:cubicBezTo>
                  <a:cubicBezTo>
                    <a:pt x="5" y="16"/>
                    <a:pt x="3" y="17"/>
                    <a:pt x="2" y="18"/>
                  </a:cubicBezTo>
                  <a:cubicBezTo>
                    <a:pt x="0" y="19"/>
                    <a:pt x="1" y="19"/>
                    <a:pt x="1" y="21"/>
                  </a:cubicBezTo>
                  <a:cubicBezTo>
                    <a:pt x="2" y="26"/>
                    <a:pt x="4" y="29"/>
                    <a:pt x="5" y="33"/>
                  </a:cubicBezTo>
                  <a:cubicBezTo>
                    <a:pt x="5" y="38"/>
                    <a:pt x="9" y="40"/>
                    <a:pt x="12" y="42"/>
                  </a:cubicBezTo>
                  <a:cubicBezTo>
                    <a:pt x="13" y="43"/>
                    <a:pt x="14" y="43"/>
                    <a:pt x="15" y="43"/>
                  </a:cubicBezTo>
                  <a:cubicBezTo>
                    <a:pt x="16" y="43"/>
                    <a:pt x="16" y="44"/>
                    <a:pt x="17" y="45"/>
                  </a:cubicBezTo>
                  <a:cubicBezTo>
                    <a:pt x="19" y="45"/>
                    <a:pt x="22" y="45"/>
                    <a:pt x="24" y="47"/>
                  </a:cubicBezTo>
                  <a:cubicBezTo>
                    <a:pt x="25" y="48"/>
                    <a:pt x="25" y="51"/>
                    <a:pt x="25" y="53"/>
                  </a:cubicBezTo>
                  <a:cubicBezTo>
                    <a:pt x="26" y="54"/>
                    <a:pt x="25" y="55"/>
                    <a:pt x="27" y="55"/>
                  </a:cubicBezTo>
                  <a:cubicBezTo>
                    <a:pt x="28" y="55"/>
                    <a:pt x="29" y="55"/>
                    <a:pt x="30" y="55"/>
                  </a:cubicBezTo>
                  <a:cubicBezTo>
                    <a:pt x="31" y="55"/>
                    <a:pt x="32" y="55"/>
                    <a:pt x="33" y="56"/>
                  </a:cubicBezTo>
                  <a:cubicBezTo>
                    <a:pt x="34" y="57"/>
                    <a:pt x="35" y="56"/>
                    <a:pt x="36" y="55"/>
                  </a:cubicBezTo>
                  <a:cubicBezTo>
                    <a:pt x="38" y="54"/>
                    <a:pt x="40" y="58"/>
                    <a:pt x="42" y="55"/>
                  </a:cubicBezTo>
                  <a:cubicBezTo>
                    <a:pt x="42" y="53"/>
                    <a:pt x="45" y="54"/>
                    <a:pt x="46" y="54"/>
                  </a:cubicBezTo>
                  <a:cubicBezTo>
                    <a:pt x="49" y="53"/>
                    <a:pt x="51" y="51"/>
                    <a:pt x="54" y="49"/>
                  </a:cubicBezTo>
                  <a:cubicBezTo>
                    <a:pt x="49" y="46"/>
                    <a:pt x="49" y="42"/>
                    <a:pt x="49" y="36"/>
                  </a:cubicBezTo>
                  <a:cubicBezTo>
                    <a:pt x="48" y="35"/>
                    <a:pt x="50" y="33"/>
                    <a:pt x="49" y="32"/>
                  </a:cubicBezTo>
                  <a:cubicBezTo>
                    <a:pt x="48" y="31"/>
                    <a:pt x="46" y="30"/>
                    <a:pt x="46" y="28"/>
                  </a:cubicBezTo>
                  <a:cubicBezTo>
                    <a:pt x="46" y="27"/>
                    <a:pt x="48" y="20"/>
                    <a:pt x="48" y="20"/>
                  </a:cubicBezTo>
                  <a:cubicBezTo>
                    <a:pt x="47" y="20"/>
                    <a:pt x="46" y="19"/>
                    <a:pt x="45" y="18"/>
                  </a:cubicBezTo>
                  <a:cubicBezTo>
                    <a:pt x="44" y="17"/>
                    <a:pt x="43" y="17"/>
                    <a:pt x="41" y="16"/>
                  </a:cubicBezTo>
                  <a:cubicBezTo>
                    <a:pt x="41" y="15"/>
                    <a:pt x="41" y="14"/>
                    <a:pt x="41" y="1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5" name="Freeform 753">
              <a:extLst>
                <a:ext uri="{FF2B5EF4-FFF2-40B4-BE49-F238E27FC236}">
                  <a16:creationId xmlns:a16="http://schemas.microsoft.com/office/drawing/2014/main" id="{3C086FB9-266B-667E-458A-405E37D19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1803" y="8556746"/>
              <a:ext cx="315235" cy="384263"/>
            </a:xfrm>
            <a:custGeom>
              <a:avLst/>
              <a:gdLst>
                <a:gd name="T0" fmla="*/ 15 w 27"/>
                <a:gd name="T1" fmla="*/ 29 h 31"/>
                <a:gd name="T2" fmla="*/ 15 w 27"/>
                <a:gd name="T3" fmla="*/ 24 h 31"/>
                <a:gd name="T4" fmla="*/ 17 w 27"/>
                <a:gd name="T5" fmla="*/ 24 h 31"/>
                <a:gd name="T6" fmla="*/ 19 w 27"/>
                <a:gd name="T7" fmla="*/ 21 h 31"/>
                <a:gd name="T8" fmla="*/ 21 w 27"/>
                <a:gd name="T9" fmla="*/ 24 h 31"/>
                <a:gd name="T10" fmla="*/ 24 w 27"/>
                <a:gd name="T11" fmla="*/ 23 h 31"/>
                <a:gd name="T12" fmla="*/ 26 w 27"/>
                <a:gd name="T13" fmla="*/ 24 h 31"/>
                <a:gd name="T14" fmla="*/ 26 w 27"/>
                <a:gd name="T15" fmla="*/ 21 h 31"/>
                <a:gd name="T16" fmla="*/ 26 w 27"/>
                <a:gd name="T17" fmla="*/ 14 h 31"/>
                <a:gd name="T18" fmla="*/ 25 w 27"/>
                <a:gd name="T19" fmla="*/ 11 h 31"/>
                <a:gd name="T20" fmla="*/ 26 w 27"/>
                <a:gd name="T21" fmla="*/ 6 h 31"/>
                <a:gd name="T22" fmla="*/ 21 w 27"/>
                <a:gd name="T23" fmla="*/ 4 h 31"/>
                <a:gd name="T24" fmla="*/ 19 w 27"/>
                <a:gd name="T25" fmla="*/ 0 h 31"/>
                <a:gd name="T26" fmla="*/ 14 w 27"/>
                <a:gd name="T27" fmla="*/ 0 h 31"/>
                <a:gd name="T28" fmla="*/ 11 w 27"/>
                <a:gd name="T29" fmla="*/ 7 h 31"/>
                <a:gd name="T30" fmla="*/ 5 w 27"/>
                <a:gd name="T31" fmla="*/ 7 h 31"/>
                <a:gd name="T32" fmla="*/ 4 w 27"/>
                <a:gd name="T33" fmla="*/ 7 h 31"/>
                <a:gd name="T34" fmla="*/ 4 w 27"/>
                <a:gd name="T35" fmla="*/ 10 h 31"/>
                <a:gd name="T36" fmla="*/ 0 w 27"/>
                <a:gd name="T37" fmla="*/ 16 h 31"/>
                <a:gd name="T38" fmla="*/ 4 w 27"/>
                <a:gd name="T39" fmla="*/ 23 h 31"/>
                <a:gd name="T40" fmla="*/ 9 w 27"/>
                <a:gd name="T41" fmla="*/ 28 h 31"/>
                <a:gd name="T42" fmla="*/ 11 w 27"/>
                <a:gd name="T43" fmla="*/ 31 h 31"/>
                <a:gd name="T44" fmla="*/ 15 w 27"/>
                <a:gd name="T45" fmla="*/ 29 h 31"/>
                <a:gd name="T46" fmla="*/ 15 w 27"/>
                <a:gd name="T47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31">
                  <a:moveTo>
                    <a:pt x="15" y="29"/>
                  </a:moveTo>
                  <a:cubicBezTo>
                    <a:pt x="15" y="28"/>
                    <a:pt x="13" y="24"/>
                    <a:pt x="15" y="24"/>
                  </a:cubicBezTo>
                  <a:cubicBezTo>
                    <a:pt x="15" y="24"/>
                    <a:pt x="17" y="24"/>
                    <a:pt x="17" y="24"/>
                  </a:cubicBezTo>
                  <a:cubicBezTo>
                    <a:pt x="18" y="23"/>
                    <a:pt x="18" y="21"/>
                    <a:pt x="19" y="21"/>
                  </a:cubicBezTo>
                  <a:cubicBezTo>
                    <a:pt x="20" y="22"/>
                    <a:pt x="21" y="23"/>
                    <a:pt x="21" y="24"/>
                  </a:cubicBezTo>
                  <a:cubicBezTo>
                    <a:pt x="22" y="25"/>
                    <a:pt x="22" y="23"/>
                    <a:pt x="24" y="23"/>
                  </a:cubicBezTo>
                  <a:cubicBezTo>
                    <a:pt x="24" y="23"/>
                    <a:pt x="26" y="25"/>
                    <a:pt x="26" y="24"/>
                  </a:cubicBezTo>
                  <a:cubicBezTo>
                    <a:pt x="26" y="23"/>
                    <a:pt x="26" y="22"/>
                    <a:pt x="26" y="21"/>
                  </a:cubicBezTo>
                  <a:cubicBezTo>
                    <a:pt x="27" y="19"/>
                    <a:pt x="27" y="16"/>
                    <a:pt x="26" y="14"/>
                  </a:cubicBezTo>
                  <a:cubicBezTo>
                    <a:pt x="25" y="13"/>
                    <a:pt x="25" y="12"/>
                    <a:pt x="25" y="11"/>
                  </a:cubicBezTo>
                  <a:cubicBezTo>
                    <a:pt x="25" y="9"/>
                    <a:pt x="27" y="8"/>
                    <a:pt x="26" y="6"/>
                  </a:cubicBezTo>
                  <a:cubicBezTo>
                    <a:pt x="25" y="3"/>
                    <a:pt x="21" y="7"/>
                    <a:pt x="21" y="4"/>
                  </a:cubicBezTo>
                  <a:cubicBezTo>
                    <a:pt x="21" y="2"/>
                    <a:pt x="22" y="0"/>
                    <a:pt x="19" y="0"/>
                  </a:cubicBezTo>
                  <a:cubicBezTo>
                    <a:pt x="18" y="0"/>
                    <a:pt x="16" y="0"/>
                    <a:pt x="14" y="0"/>
                  </a:cubicBezTo>
                  <a:cubicBezTo>
                    <a:pt x="10" y="0"/>
                    <a:pt x="15" y="7"/>
                    <a:pt x="11" y="7"/>
                  </a:cubicBezTo>
                  <a:cubicBezTo>
                    <a:pt x="9" y="7"/>
                    <a:pt x="7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9"/>
                    <a:pt x="4" y="9"/>
                    <a:pt x="4" y="10"/>
                  </a:cubicBezTo>
                  <a:cubicBezTo>
                    <a:pt x="4" y="12"/>
                    <a:pt x="0" y="14"/>
                    <a:pt x="0" y="16"/>
                  </a:cubicBezTo>
                  <a:cubicBezTo>
                    <a:pt x="1" y="18"/>
                    <a:pt x="3" y="21"/>
                    <a:pt x="4" y="23"/>
                  </a:cubicBezTo>
                  <a:cubicBezTo>
                    <a:pt x="6" y="24"/>
                    <a:pt x="7" y="26"/>
                    <a:pt x="9" y="28"/>
                  </a:cubicBezTo>
                  <a:cubicBezTo>
                    <a:pt x="10" y="29"/>
                    <a:pt x="11" y="30"/>
                    <a:pt x="11" y="31"/>
                  </a:cubicBezTo>
                  <a:cubicBezTo>
                    <a:pt x="12" y="30"/>
                    <a:pt x="14" y="30"/>
                    <a:pt x="15" y="29"/>
                  </a:cubicBezTo>
                  <a:cubicBezTo>
                    <a:pt x="15" y="29"/>
                    <a:pt x="14" y="30"/>
                    <a:pt x="15" y="2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6" name="Freeform 754">
              <a:extLst>
                <a:ext uri="{FF2B5EF4-FFF2-40B4-BE49-F238E27FC236}">
                  <a16:creationId xmlns:a16="http://schemas.microsoft.com/office/drawing/2014/main" id="{A739EDBF-5A2E-C5C4-5E53-0AF482063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1753" y="8556746"/>
              <a:ext cx="131681" cy="88675"/>
            </a:xfrm>
            <a:custGeom>
              <a:avLst/>
              <a:gdLst>
                <a:gd name="T0" fmla="*/ 11 w 11"/>
                <a:gd name="T1" fmla="*/ 7 h 7"/>
                <a:gd name="T2" fmla="*/ 11 w 11"/>
                <a:gd name="T3" fmla="*/ 0 h 7"/>
                <a:gd name="T4" fmla="*/ 3 w 11"/>
                <a:gd name="T5" fmla="*/ 1 h 7"/>
                <a:gd name="T6" fmla="*/ 0 w 11"/>
                <a:gd name="T7" fmla="*/ 4 h 7"/>
                <a:gd name="T8" fmla="*/ 2 w 11"/>
                <a:gd name="T9" fmla="*/ 7 h 7"/>
                <a:gd name="T10" fmla="*/ 11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11" y="7"/>
                  </a:moveTo>
                  <a:cubicBezTo>
                    <a:pt x="11" y="5"/>
                    <a:pt x="11" y="2"/>
                    <a:pt x="11" y="0"/>
                  </a:cubicBezTo>
                  <a:cubicBezTo>
                    <a:pt x="8" y="0"/>
                    <a:pt x="6" y="1"/>
                    <a:pt x="3" y="1"/>
                  </a:cubicBezTo>
                  <a:cubicBezTo>
                    <a:pt x="4" y="2"/>
                    <a:pt x="1" y="3"/>
                    <a:pt x="0" y="4"/>
                  </a:cubicBezTo>
                  <a:cubicBezTo>
                    <a:pt x="0" y="5"/>
                    <a:pt x="2" y="6"/>
                    <a:pt x="2" y="7"/>
                  </a:cubicBezTo>
                  <a:lnTo>
                    <a:pt x="11" y="7"/>
                  </a:ln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7" name="Freeform 755">
              <a:extLst>
                <a:ext uri="{FF2B5EF4-FFF2-40B4-BE49-F238E27FC236}">
                  <a16:creationId xmlns:a16="http://schemas.microsoft.com/office/drawing/2014/main" id="{7CBAAC4F-6CDA-6213-1AC5-6D57EFED3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7858" y="7889570"/>
              <a:ext cx="430956" cy="705181"/>
            </a:xfrm>
            <a:custGeom>
              <a:avLst/>
              <a:gdLst>
                <a:gd name="T0" fmla="*/ 29 w 37"/>
                <a:gd name="T1" fmla="*/ 55 h 57"/>
                <a:gd name="T2" fmla="*/ 37 w 37"/>
                <a:gd name="T3" fmla="*/ 55 h 57"/>
                <a:gd name="T4" fmla="*/ 33 w 37"/>
                <a:gd name="T5" fmla="*/ 48 h 57"/>
                <a:gd name="T6" fmla="*/ 32 w 37"/>
                <a:gd name="T7" fmla="*/ 44 h 57"/>
                <a:gd name="T8" fmla="*/ 30 w 37"/>
                <a:gd name="T9" fmla="*/ 40 h 57"/>
                <a:gd name="T10" fmla="*/ 32 w 37"/>
                <a:gd name="T11" fmla="*/ 32 h 57"/>
                <a:gd name="T12" fmla="*/ 34 w 37"/>
                <a:gd name="T13" fmla="*/ 27 h 57"/>
                <a:gd name="T14" fmla="*/ 31 w 37"/>
                <a:gd name="T15" fmla="*/ 21 h 57"/>
                <a:gd name="T16" fmla="*/ 28 w 37"/>
                <a:gd name="T17" fmla="*/ 16 h 57"/>
                <a:gd name="T18" fmla="*/ 34 w 37"/>
                <a:gd name="T19" fmla="*/ 16 h 57"/>
                <a:gd name="T20" fmla="*/ 32 w 37"/>
                <a:gd name="T21" fmla="*/ 6 h 57"/>
                <a:gd name="T22" fmla="*/ 30 w 37"/>
                <a:gd name="T23" fmla="*/ 2 h 57"/>
                <a:gd name="T24" fmla="*/ 27 w 37"/>
                <a:gd name="T25" fmla="*/ 0 h 57"/>
                <a:gd name="T26" fmla="*/ 28 w 37"/>
                <a:gd name="T27" fmla="*/ 9 h 57"/>
                <a:gd name="T28" fmla="*/ 23 w 37"/>
                <a:gd name="T29" fmla="*/ 18 h 57"/>
                <a:gd name="T30" fmla="*/ 21 w 37"/>
                <a:gd name="T31" fmla="*/ 22 h 57"/>
                <a:gd name="T32" fmla="*/ 18 w 37"/>
                <a:gd name="T33" fmla="*/ 27 h 57"/>
                <a:gd name="T34" fmla="*/ 15 w 37"/>
                <a:gd name="T35" fmla="*/ 33 h 57"/>
                <a:gd name="T36" fmla="*/ 11 w 37"/>
                <a:gd name="T37" fmla="*/ 31 h 57"/>
                <a:gd name="T38" fmla="*/ 2 w 37"/>
                <a:gd name="T39" fmla="*/ 39 h 57"/>
                <a:gd name="T40" fmla="*/ 1 w 37"/>
                <a:gd name="T41" fmla="*/ 42 h 57"/>
                <a:gd name="T42" fmla="*/ 4 w 37"/>
                <a:gd name="T43" fmla="*/ 45 h 57"/>
                <a:gd name="T44" fmla="*/ 5 w 37"/>
                <a:gd name="T45" fmla="*/ 45 h 57"/>
                <a:gd name="T46" fmla="*/ 7 w 37"/>
                <a:gd name="T47" fmla="*/ 48 h 57"/>
                <a:gd name="T48" fmla="*/ 7 w 37"/>
                <a:gd name="T49" fmla="*/ 55 h 57"/>
                <a:gd name="T50" fmla="*/ 16 w 37"/>
                <a:gd name="T51" fmla="*/ 54 h 57"/>
                <a:gd name="T52" fmla="*/ 29 w 37"/>
                <a:gd name="T53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57">
                  <a:moveTo>
                    <a:pt x="29" y="55"/>
                  </a:moveTo>
                  <a:cubicBezTo>
                    <a:pt x="32" y="55"/>
                    <a:pt x="35" y="57"/>
                    <a:pt x="37" y="55"/>
                  </a:cubicBezTo>
                  <a:cubicBezTo>
                    <a:pt x="37" y="51"/>
                    <a:pt x="35" y="50"/>
                    <a:pt x="33" y="48"/>
                  </a:cubicBezTo>
                  <a:cubicBezTo>
                    <a:pt x="32" y="47"/>
                    <a:pt x="32" y="46"/>
                    <a:pt x="32" y="44"/>
                  </a:cubicBezTo>
                  <a:cubicBezTo>
                    <a:pt x="31" y="43"/>
                    <a:pt x="30" y="42"/>
                    <a:pt x="30" y="40"/>
                  </a:cubicBezTo>
                  <a:cubicBezTo>
                    <a:pt x="29" y="36"/>
                    <a:pt x="31" y="35"/>
                    <a:pt x="32" y="32"/>
                  </a:cubicBezTo>
                  <a:cubicBezTo>
                    <a:pt x="33" y="30"/>
                    <a:pt x="34" y="29"/>
                    <a:pt x="34" y="27"/>
                  </a:cubicBezTo>
                  <a:cubicBezTo>
                    <a:pt x="33" y="25"/>
                    <a:pt x="33" y="23"/>
                    <a:pt x="31" y="21"/>
                  </a:cubicBezTo>
                  <a:cubicBezTo>
                    <a:pt x="31" y="21"/>
                    <a:pt x="26" y="18"/>
                    <a:pt x="28" y="16"/>
                  </a:cubicBezTo>
                  <a:cubicBezTo>
                    <a:pt x="29" y="15"/>
                    <a:pt x="32" y="16"/>
                    <a:pt x="34" y="16"/>
                  </a:cubicBezTo>
                  <a:cubicBezTo>
                    <a:pt x="32" y="12"/>
                    <a:pt x="32" y="10"/>
                    <a:pt x="32" y="6"/>
                  </a:cubicBezTo>
                  <a:cubicBezTo>
                    <a:pt x="32" y="5"/>
                    <a:pt x="32" y="3"/>
                    <a:pt x="30" y="2"/>
                  </a:cubicBezTo>
                  <a:cubicBezTo>
                    <a:pt x="30" y="1"/>
                    <a:pt x="27" y="0"/>
                    <a:pt x="27" y="0"/>
                  </a:cubicBezTo>
                  <a:cubicBezTo>
                    <a:pt x="27" y="2"/>
                    <a:pt x="33" y="7"/>
                    <a:pt x="28" y="9"/>
                  </a:cubicBezTo>
                  <a:cubicBezTo>
                    <a:pt x="25" y="11"/>
                    <a:pt x="24" y="14"/>
                    <a:pt x="23" y="18"/>
                  </a:cubicBezTo>
                  <a:cubicBezTo>
                    <a:pt x="22" y="19"/>
                    <a:pt x="22" y="22"/>
                    <a:pt x="21" y="22"/>
                  </a:cubicBezTo>
                  <a:cubicBezTo>
                    <a:pt x="19" y="23"/>
                    <a:pt x="19" y="25"/>
                    <a:pt x="18" y="27"/>
                  </a:cubicBezTo>
                  <a:cubicBezTo>
                    <a:pt x="17" y="29"/>
                    <a:pt x="16" y="31"/>
                    <a:pt x="15" y="33"/>
                  </a:cubicBezTo>
                  <a:cubicBezTo>
                    <a:pt x="13" y="35"/>
                    <a:pt x="12" y="31"/>
                    <a:pt x="11" y="31"/>
                  </a:cubicBezTo>
                  <a:cubicBezTo>
                    <a:pt x="6" y="31"/>
                    <a:pt x="3" y="35"/>
                    <a:pt x="2" y="39"/>
                  </a:cubicBezTo>
                  <a:cubicBezTo>
                    <a:pt x="2" y="40"/>
                    <a:pt x="0" y="41"/>
                    <a:pt x="1" y="42"/>
                  </a:cubicBezTo>
                  <a:cubicBezTo>
                    <a:pt x="2" y="43"/>
                    <a:pt x="3" y="44"/>
                    <a:pt x="4" y="45"/>
                  </a:cubicBezTo>
                  <a:cubicBezTo>
                    <a:pt x="4" y="46"/>
                    <a:pt x="5" y="44"/>
                    <a:pt x="5" y="45"/>
                  </a:cubicBezTo>
                  <a:cubicBezTo>
                    <a:pt x="6" y="46"/>
                    <a:pt x="7" y="47"/>
                    <a:pt x="7" y="48"/>
                  </a:cubicBezTo>
                  <a:cubicBezTo>
                    <a:pt x="8" y="50"/>
                    <a:pt x="7" y="53"/>
                    <a:pt x="7" y="55"/>
                  </a:cubicBezTo>
                  <a:cubicBezTo>
                    <a:pt x="10" y="54"/>
                    <a:pt x="13" y="54"/>
                    <a:pt x="16" y="54"/>
                  </a:cubicBezTo>
                  <a:cubicBezTo>
                    <a:pt x="20" y="54"/>
                    <a:pt x="25" y="55"/>
                    <a:pt x="29" y="5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8" name="Freeform 756">
              <a:extLst>
                <a:ext uri="{FF2B5EF4-FFF2-40B4-BE49-F238E27FC236}">
                  <a16:creationId xmlns:a16="http://schemas.microsoft.com/office/drawing/2014/main" id="{6E581E64-8B6D-10F8-81B9-5F30E03C1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8974" y="7923351"/>
              <a:ext cx="175574" cy="384263"/>
            </a:xfrm>
            <a:custGeom>
              <a:avLst/>
              <a:gdLst>
                <a:gd name="T0" fmla="*/ 11 w 15"/>
                <a:gd name="T1" fmla="*/ 0 h 31"/>
                <a:gd name="T2" fmla="*/ 9 w 15"/>
                <a:gd name="T3" fmla="*/ 4 h 31"/>
                <a:gd name="T4" fmla="*/ 4 w 15"/>
                <a:gd name="T5" fmla="*/ 5 h 31"/>
                <a:gd name="T6" fmla="*/ 1 w 15"/>
                <a:gd name="T7" fmla="*/ 8 h 31"/>
                <a:gd name="T8" fmla="*/ 3 w 15"/>
                <a:gd name="T9" fmla="*/ 13 h 31"/>
                <a:gd name="T10" fmla="*/ 6 w 15"/>
                <a:gd name="T11" fmla="*/ 31 h 31"/>
                <a:gd name="T12" fmla="*/ 11 w 15"/>
                <a:gd name="T13" fmla="*/ 30 h 31"/>
                <a:gd name="T14" fmla="*/ 11 w 15"/>
                <a:gd name="T15" fmla="*/ 27 h 31"/>
                <a:gd name="T16" fmla="*/ 11 w 15"/>
                <a:gd name="T17" fmla="*/ 18 h 31"/>
                <a:gd name="T18" fmla="*/ 15 w 15"/>
                <a:gd name="T19" fmla="*/ 9 h 31"/>
                <a:gd name="T20" fmla="*/ 14 w 15"/>
                <a:gd name="T21" fmla="*/ 3 h 31"/>
                <a:gd name="T22" fmla="*/ 11 w 15"/>
                <a:gd name="T23" fmla="*/ 0 h 31"/>
                <a:gd name="T24" fmla="*/ 11 w 15"/>
                <a:gd name="T2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31">
                  <a:moveTo>
                    <a:pt x="11" y="0"/>
                  </a:moveTo>
                  <a:cubicBezTo>
                    <a:pt x="9" y="2"/>
                    <a:pt x="10" y="2"/>
                    <a:pt x="9" y="4"/>
                  </a:cubicBezTo>
                  <a:cubicBezTo>
                    <a:pt x="8" y="6"/>
                    <a:pt x="6" y="5"/>
                    <a:pt x="4" y="5"/>
                  </a:cubicBezTo>
                  <a:cubicBezTo>
                    <a:pt x="4" y="5"/>
                    <a:pt x="2" y="7"/>
                    <a:pt x="1" y="8"/>
                  </a:cubicBezTo>
                  <a:cubicBezTo>
                    <a:pt x="0" y="9"/>
                    <a:pt x="2" y="11"/>
                    <a:pt x="3" y="13"/>
                  </a:cubicBezTo>
                  <a:cubicBezTo>
                    <a:pt x="7" y="18"/>
                    <a:pt x="4" y="25"/>
                    <a:pt x="6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2" y="29"/>
                    <a:pt x="11" y="27"/>
                  </a:cubicBezTo>
                  <a:cubicBezTo>
                    <a:pt x="11" y="24"/>
                    <a:pt x="11" y="21"/>
                    <a:pt x="11" y="18"/>
                  </a:cubicBezTo>
                  <a:cubicBezTo>
                    <a:pt x="11" y="14"/>
                    <a:pt x="14" y="12"/>
                    <a:pt x="15" y="9"/>
                  </a:cubicBezTo>
                  <a:cubicBezTo>
                    <a:pt x="15" y="6"/>
                    <a:pt x="15" y="5"/>
                    <a:pt x="14" y="3"/>
                  </a:cubicBezTo>
                  <a:cubicBezTo>
                    <a:pt x="14" y="3"/>
                    <a:pt x="11" y="0"/>
                    <a:pt x="11" y="0"/>
                  </a:cubicBezTo>
                  <a:cubicBezTo>
                    <a:pt x="10" y="1"/>
                    <a:pt x="11" y="0"/>
                    <a:pt x="1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69" name="Freeform 757">
              <a:extLst>
                <a:ext uri="{FF2B5EF4-FFF2-40B4-BE49-F238E27FC236}">
                  <a16:creationId xmlns:a16="http://schemas.microsoft.com/office/drawing/2014/main" id="{9296BB60-1C31-51B5-9EDD-F3836DD3B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8683" y="7826226"/>
              <a:ext cx="690327" cy="633398"/>
            </a:xfrm>
            <a:custGeom>
              <a:avLst/>
              <a:gdLst>
                <a:gd name="T0" fmla="*/ 31 w 59"/>
                <a:gd name="T1" fmla="*/ 42 h 51"/>
                <a:gd name="T2" fmla="*/ 37 w 59"/>
                <a:gd name="T3" fmla="*/ 37 h 51"/>
                <a:gd name="T4" fmla="*/ 40 w 59"/>
                <a:gd name="T5" fmla="*/ 36 h 51"/>
                <a:gd name="T6" fmla="*/ 43 w 59"/>
                <a:gd name="T7" fmla="*/ 38 h 51"/>
                <a:gd name="T8" fmla="*/ 47 w 59"/>
                <a:gd name="T9" fmla="*/ 32 h 51"/>
                <a:gd name="T10" fmla="*/ 48 w 59"/>
                <a:gd name="T11" fmla="*/ 28 h 51"/>
                <a:gd name="T12" fmla="*/ 51 w 59"/>
                <a:gd name="T13" fmla="*/ 27 h 51"/>
                <a:gd name="T14" fmla="*/ 56 w 59"/>
                <a:gd name="T15" fmla="*/ 14 h 51"/>
                <a:gd name="T16" fmla="*/ 59 w 59"/>
                <a:gd name="T17" fmla="*/ 11 h 51"/>
                <a:gd name="T18" fmla="*/ 57 w 59"/>
                <a:gd name="T19" fmla="*/ 8 h 51"/>
                <a:gd name="T20" fmla="*/ 56 w 59"/>
                <a:gd name="T21" fmla="*/ 6 h 51"/>
                <a:gd name="T22" fmla="*/ 54 w 59"/>
                <a:gd name="T23" fmla="*/ 1 h 51"/>
                <a:gd name="T24" fmla="*/ 48 w 59"/>
                <a:gd name="T25" fmla="*/ 5 h 51"/>
                <a:gd name="T26" fmla="*/ 40 w 59"/>
                <a:gd name="T27" fmla="*/ 4 h 51"/>
                <a:gd name="T28" fmla="*/ 32 w 59"/>
                <a:gd name="T29" fmla="*/ 6 h 51"/>
                <a:gd name="T30" fmla="*/ 26 w 59"/>
                <a:gd name="T31" fmla="*/ 4 h 51"/>
                <a:gd name="T32" fmla="*/ 19 w 59"/>
                <a:gd name="T33" fmla="*/ 3 h 51"/>
                <a:gd name="T34" fmla="*/ 13 w 59"/>
                <a:gd name="T35" fmla="*/ 1 h 51"/>
                <a:gd name="T36" fmla="*/ 8 w 59"/>
                <a:gd name="T37" fmla="*/ 3 h 51"/>
                <a:gd name="T38" fmla="*/ 7 w 59"/>
                <a:gd name="T39" fmla="*/ 6 h 51"/>
                <a:gd name="T40" fmla="*/ 6 w 59"/>
                <a:gd name="T41" fmla="*/ 10 h 51"/>
                <a:gd name="T42" fmla="*/ 5 w 59"/>
                <a:gd name="T43" fmla="*/ 16 h 51"/>
                <a:gd name="T44" fmla="*/ 1 w 59"/>
                <a:gd name="T45" fmla="*/ 24 h 51"/>
                <a:gd name="T46" fmla="*/ 2 w 59"/>
                <a:gd name="T47" fmla="*/ 38 h 51"/>
                <a:gd name="T48" fmla="*/ 5 w 59"/>
                <a:gd name="T49" fmla="*/ 38 h 51"/>
                <a:gd name="T50" fmla="*/ 9 w 59"/>
                <a:gd name="T51" fmla="*/ 39 h 51"/>
                <a:gd name="T52" fmla="*/ 14 w 59"/>
                <a:gd name="T53" fmla="*/ 43 h 51"/>
                <a:gd name="T54" fmla="*/ 14 w 59"/>
                <a:gd name="T55" fmla="*/ 45 h 51"/>
                <a:gd name="T56" fmla="*/ 16 w 59"/>
                <a:gd name="T57" fmla="*/ 48 h 51"/>
                <a:gd name="T58" fmla="*/ 23 w 59"/>
                <a:gd name="T59" fmla="*/ 47 h 51"/>
                <a:gd name="T60" fmla="*/ 22 w 59"/>
                <a:gd name="T61" fmla="*/ 48 h 51"/>
                <a:gd name="T62" fmla="*/ 27 w 59"/>
                <a:gd name="T63" fmla="*/ 47 h 51"/>
                <a:gd name="T64" fmla="*/ 30 w 59"/>
                <a:gd name="T65" fmla="*/ 47 h 51"/>
                <a:gd name="T66" fmla="*/ 31 w 59"/>
                <a:gd name="T67" fmla="*/ 42 h 51"/>
                <a:gd name="T68" fmla="*/ 31 w 59"/>
                <a:gd name="T69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51">
                  <a:moveTo>
                    <a:pt x="31" y="42"/>
                  </a:moveTo>
                  <a:cubicBezTo>
                    <a:pt x="32" y="40"/>
                    <a:pt x="35" y="37"/>
                    <a:pt x="37" y="37"/>
                  </a:cubicBezTo>
                  <a:cubicBezTo>
                    <a:pt x="38" y="36"/>
                    <a:pt x="40" y="36"/>
                    <a:pt x="40" y="36"/>
                  </a:cubicBezTo>
                  <a:cubicBezTo>
                    <a:pt x="41" y="37"/>
                    <a:pt x="42" y="39"/>
                    <a:pt x="43" y="38"/>
                  </a:cubicBezTo>
                  <a:cubicBezTo>
                    <a:pt x="45" y="37"/>
                    <a:pt x="46" y="34"/>
                    <a:pt x="47" y="32"/>
                  </a:cubicBezTo>
                  <a:cubicBezTo>
                    <a:pt x="47" y="31"/>
                    <a:pt x="48" y="29"/>
                    <a:pt x="48" y="28"/>
                  </a:cubicBezTo>
                  <a:cubicBezTo>
                    <a:pt x="49" y="27"/>
                    <a:pt x="50" y="28"/>
                    <a:pt x="51" y="27"/>
                  </a:cubicBezTo>
                  <a:cubicBezTo>
                    <a:pt x="51" y="25"/>
                    <a:pt x="53" y="14"/>
                    <a:pt x="56" y="14"/>
                  </a:cubicBezTo>
                  <a:cubicBezTo>
                    <a:pt x="58" y="14"/>
                    <a:pt x="59" y="12"/>
                    <a:pt x="59" y="11"/>
                  </a:cubicBezTo>
                  <a:cubicBezTo>
                    <a:pt x="59" y="9"/>
                    <a:pt x="57" y="9"/>
                    <a:pt x="57" y="8"/>
                  </a:cubicBezTo>
                  <a:cubicBezTo>
                    <a:pt x="57" y="7"/>
                    <a:pt x="56" y="7"/>
                    <a:pt x="56" y="6"/>
                  </a:cubicBezTo>
                  <a:cubicBezTo>
                    <a:pt x="55" y="4"/>
                    <a:pt x="55" y="3"/>
                    <a:pt x="54" y="1"/>
                  </a:cubicBezTo>
                  <a:cubicBezTo>
                    <a:pt x="53" y="2"/>
                    <a:pt x="50" y="5"/>
                    <a:pt x="48" y="5"/>
                  </a:cubicBezTo>
                  <a:cubicBezTo>
                    <a:pt x="45" y="4"/>
                    <a:pt x="43" y="4"/>
                    <a:pt x="40" y="4"/>
                  </a:cubicBezTo>
                  <a:cubicBezTo>
                    <a:pt x="37" y="4"/>
                    <a:pt x="35" y="6"/>
                    <a:pt x="32" y="6"/>
                  </a:cubicBezTo>
                  <a:cubicBezTo>
                    <a:pt x="30" y="6"/>
                    <a:pt x="28" y="3"/>
                    <a:pt x="26" y="4"/>
                  </a:cubicBezTo>
                  <a:cubicBezTo>
                    <a:pt x="22" y="6"/>
                    <a:pt x="21" y="5"/>
                    <a:pt x="19" y="3"/>
                  </a:cubicBezTo>
                  <a:cubicBezTo>
                    <a:pt x="18" y="2"/>
                    <a:pt x="15" y="0"/>
                    <a:pt x="13" y="1"/>
                  </a:cubicBezTo>
                  <a:cubicBezTo>
                    <a:pt x="12" y="1"/>
                    <a:pt x="9" y="2"/>
                    <a:pt x="8" y="3"/>
                  </a:cubicBezTo>
                  <a:cubicBezTo>
                    <a:pt x="7" y="4"/>
                    <a:pt x="8" y="5"/>
                    <a:pt x="7" y="6"/>
                  </a:cubicBezTo>
                  <a:cubicBezTo>
                    <a:pt x="7" y="7"/>
                    <a:pt x="6" y="9"/>
                    <a:pt x="6" y="10"/>
                  </a:cubicBezTo>
                  <a:cubicBezTo>
                    <a:pt x="5" y="12"/>
                    <a:pt x="5" y="14"/>
                    <a:pt x="5" y="16"/>
                  </a:cubicBezTo>
                  <a:cubicBezTo>
                    <a:pt x="5" y="19"/>
                    <a:pt x="2" y="21"/>
                    <a:pt x="1" y="24"/>
                  </a:cubicBezTo>
                  <a:cubicBezTo>
                    <a:pt x="0" y="27"/>
                    <a:pt x="1" y="34"/>
                    <a:pt x="2" y="38"/>
                  </a:cubicBezTo>
                  <a:cubicBezTo>
                    <a:pt x="2" y="39"/>
                    <a:pt x="4" y="38"/>
                    <a:pt x="5" y="38"/>
                  </a:cubicBezTo>
                  <a:cubicBezTo>
                    <a:pt x="6" y="38"/>
                    <a:pt x="8" y="39"/>
                    <a:pt x="9" y="39"/>
                  </a:cubicBezTo>
                  <a:cubicBezTo>
                    <a:pt x="10" y="40"/>
                    <a:pt x="14" y="42"/>
                    <a:pt x="14" y="43"/>
                  </a:cubicBezTo>
                  <a:cubicBezTo>
                    <a:pt x="14" y="44"/>
                    <a:pt x="14" y="44"/>
                    <a:pt x="14" y="45"/>
                  </a:cubicBezTo>
                  <a:cubicBezTo>
                    <a:pt x="14" y="46"/>
                    <a:pt x="15" y="47"/>
                    <a:pt x="16" y="48"/>
                  </a:cubicBezTo>
                  <a:cubicBezTo>
                    <a:pt x="18" y="51"/>
                    <a:pt x="21" y="46"/>
                    <a:pt x="23" y="47"/>
                  </a:cubicBezTo>
                  <a:cubicBezTo>
                    <a:pt x="23" y="47"/>
                    <a:pt x="22" y="48"/>
                    <a:pt x="22" y="48"/>
                  </a:cubicBezTo>
                  <a:cubicBezTo>
                    <a:pt x="22" y="47"/>
                    <a:pt x="27" y="47"/>
                    <a:pt x="27" y="47"/>
                  </a:cubicBezTo>
                  <a:cubicBezTo>
                    <a:pt x="29" y="47"/>
                    <a:pt x="29" y="45"/>
                    <a:pt x="30" y="47"/>
                  </a:cubicBezTo>
                  <a:cubicBezTo>
                    <a:pt x="31" y="45"/>
                    <a:pt x="31" y="44"/>
                    <a:pt x="31" y="42"/>
                  </a:cubicBezTo>
                  <a:cubicBezTo>
                    <a:pt x="32" y="41"/>
                    <a:pt x="31" y="43"/>
                    <a:pt x="31" y="4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0" name="Freeform 758">
              <a:extLst>
                <a:ext uri="{FF2B5EF4-FFF2-40B4-BE49-F238E27FC236}">
                  <a16:creationId xmlns:a16="http://schemas.microsoft.com/office/drawing/2014/main" id="{40C41F77-D23E-1265-2B4B-0E53E416E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3882" y="7750216"/>
              <a:ext cx="494801" cy="371594"/>
            </a:xfrm>
            <a:custGeom>
              <a:avLst/>
              <a:gdLst>
                <a:gd name="T0" fmla="*/ 35 w 42"/>
                <a:gd name="T1" fmla="*/ 20 h 30"/>
                <a:gd name="T2" fmla="*/ 41 w 42"/>
                <a:gd name="T3" fmla="*/ 17 h 30"/>
                <a:gd name="T4" fmla="*/ 38 w 42"/>
                <a:gd name="T5" fmla="*/ 13 h 30"/>
                <a:gd name="T6" fmla="*/ 33 w 42"/>
                <a:gd name="T7" fmla="*/ 10 h 30"/>
                <a:gd name="T8" fmla="*/ 32 w 42"/>
                <a:gd name="T9" fmla="*/ 7 h 30"/>
                <a:gd name="T10" fmla="*/ 30 w 42"/>
                <a:gd name="T11" fmla="*/ 1 h 30"/>
                <a:gd name="T12" fmla="*/ 26 w 42"/>
                <a:gd name="T13" fmla="*/ 0 h 30"/>
                <a:gd name="T14" fmla="*/ 22 w 42"/>
                <a:gd name="T15" fmla="*/ 2 h 30"/>
                <a:gd name="T16" fmla="*/ 19 w 42"/>
                <a:gd name="T17" fmla="*/ 4 h 30"/>
                <a:gd name="T18" fmla="*/ 17 w 42"/>
                <a:gd name="T19" fmla="*/ 5 h 30"/>
                <a:gd name="T20" fmla="*/ 11 w 42"/>
                <a:gd name="T21" fmla="*/ 10 h 30"/>
                <a:gd name="T22" fmla="*/ 9 w 42"/>
                <a:gd name="T23" fmla="*/ 10 h 30"/>
                <a:gd name="T24" fmla="*/ 7 w 42"/>
                <a:gd name="T25" fmla="*/ 14 h 30"/>
                <a:gd name="T26" fmla="*/ 5 w 42"/>
                <a:gd name="T27" fmla="*/ 16 h 30"/>
                <a:gd name="T28" fmla="*/ 2 w 42"/>
                <a:gd name="T29" fmla="*/ 18 h 30"/>
                <a:gd name="T30" fmla="*/ 1 w 42"/>
                <a:gd name="T31" fmla="*/ 24 h 30"/>
                <a:gd name="T32" fmla="*/ 8 w 42"/>
                <a:gd name="T33" fmla="*/ 28 h 30"/>
                <a:gd name="T34" fmla="*/ 16 w 42"/>
                <a:gd name="T35" fmla="*/ 30 h 30"/>
                <a:gd name="T36" fmla="*/ 15 w 42"/>
                <a:gd name="T37" fmla="*/ 22 h 30"/>
                <a:gd name="T38" fmla="*/ 26 w 42"/>
                <a:gd name="T39" fmla="*/ 22 h 30"/>
                <a:gd name="T40" fmla="*/ 35 w 42"/>
                <a:gd name="T41" fmla="*/ 20 h 30"/>
                <a:gd name="T42" fmla="*/ 35 w 42"/>
                <a:gd name="T43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2" h="30">
                  <a:moveTo>
                    <a:pt x="35" y="20"/>
                  </a:moveTo>
                  <a:cubicBezTo>
                    <a:pt x="37" y="17"/>
                    <a:pt x="40" y="20"/>
                    <a:pt x="41" y="17"/>
                  </a:cubicBezTo>
                  <a:cubicBezTo>
                    <a:pt x="42" y="16"/>
                    <a:pt x="39" y="13"/>
                    <a:pt x="38" y="13"/>
                  </a:cubicBezTo>
                  <a:cubicBezTo>
                    <a:pt x="37" y="15"/>
                    <a:pt x="34" y="11"/>
                    <a:pt x="33" y="10"/>
                  </a:cubicBezTo>
                  <a:cubicBezTo>
                    <a:pt x="33" y="9"/>
                    <a:pt x="33" y="8"/>
                    <a:pt x="32" y="7"/>
                  </a:cubicBezTo>
                  <a:cubicBezTo>
                    <a:pt x="30" y="5"/>
                    <a:pt x="30" y="4"/>
                    <a:pt x="30" y="1"/>
                  </a:cubicBezTo>
                  <a:cubicBezTo>
                    <a:pt x="29" y="1"/>
                    <a:pt x="27" y="0"/>
                    <a:pt x="26" y="0"/>
                  </a:cubicBezTo>
                  <a:cubicBezTo>
                    <a:pt x="24" y="1"/>
                    <a:pt x="23" y="2"/>
                    <a:pt x="22" y="2"/>
                  </a:cubicBezTo>
                  <a:cubicBezTo>
                    <a:pt x="21" y="3"/>
                    <a:pt x="20" y="4"/>
                    <a:pt x="19" y="4"/>
                  </a:cubicBezTo>
                  <a:cubicBezTo>
                    <a:pt x="18" y="6"/>
                    <a:pt x="18" y="4"/>
                    <a:pt x="17" y="5"/>
                  </a:cubicBezTo>
                  <a:cubicBezTo>
                    <a:pt x="15" y="6"/>
                    <a:pt x="13" y="11"/>
                    <a:pt x="11" y="10"/>
                  </a:cubicBezTo>
                  <a:cubicBezTo>
                    <a:pt x="10" y="10"/>
                    <a:pt x="9" y="8"/>
                    <a:pt x="9" y="10"/>
                  </a:cubicBezTo>
                  <a:cubicBezTo>
                    <a:pt x="8" y="11"/>
                    <a:pt x="8" y="13"/>
                    <a:pt x="7" y="14"/>
                  </a:cubicBezTo>
                  <a:cubicBezTo>
                    <a:pt x="7" y="15"/>
                    <a:pt x="7" y="16"/>
                    <a:pt x="5" y="16"/>
                  </a:cubicBezTo>
                  <a:cubicBezTo>
                    <a:pt x="5" y="16"/>
                    <a:pt x="1" y="17"/>
                    <a:pt x="2" y="18"/>
                  </a:cubicBezTo>
                  <a:cubicBezTo>
                    <a:pt x="5" y="20"/>
                    <a:pt x="0" y="23"/>
                    <a:pt x="1" y="24"/>
                  </a:cubicBezTo>
                  <a:cubicBezTo>
                    <a:pt x="3" y="25"/>
                    <a:pt x="5" y="30"/>
                    <a:pt x="8" y="28"/>
                  </a:cubicBezTo>
                  <a:cubicBezTo>
                    <a:pt x="11" y="26"/>
                    <a:pt x="13" y="27"/>
                    <a:pt x="16" y="30"/>
                  </a:cubicBezTo>
                  <a:cubicBezTo>
                    <a:pt x="15" y="27"/>
                    <a:pt x="15" y="24"/>
                    <a:pt x="15" y="22"/>
                  </a:cubicBezTo>
                  <a:cubicBezTo>
                    <a:pt x="19" y="22"/>
                    <a:pt x="22" y="22"/>
                    <a:pt x="26" y="22"/>
                  </a:cubicBezTo>
                  <a:cubicBezTo>
                    <a:pt x="29" y="22"/>
                    <a:pt x="34" y="23"/>
                    <a:pt x="35" y="20"/>
                  </a:cubicBezTo>
                  <a:cubicBezTo>
                    <a:pt x="36" y="18"/>
                    <a:pt x="35" y="20"/>
                    <a:pt x="35" y="2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1" name="Freeform 759">
              <a:extLst>
                <a:ext uri="{FF2B5EF4-FFF2-40B4-BE49-F238E27FC236}">
                  <a16:creationId xmlns:a16="http://schemas.microsoft.com/office/drawing/2014/main" id="{F4EF8DC5-5819-0402-75B4-C725052E4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5079" y="8024690"/>
              <a:ext cx="115719" cy="295587"/>
            </a:xfrm>
            <a:custGeom>
              <a:avLst/>
              <a:gdLst>
                <a:gd name="T0" fmla="*/ 9 w 10"/>
                <a:gd name="T1" fmla="*/ 10 h 24"/>
                <a:gd name="T2" fmla="*/ 8 w 10"/>
                <a:gd name="T3" fmla="*/ 6 h 24"/>
                <a:gd name="T4" fmla="*/ 5 w 10"/>
                <a:gd name="T5" fmla="*/ 0 h 24"/>
                <a:gd name="T6" fmla="*/ 2 w 10"/>
                <a:gd name="T7" fmla="*/ 0 h 24"/>
                <a:gd name="T8" fmla="*/ 2 w 10"/>
                <a:gd name="T9" fmla="*/ 3 h 24"/>
                <a:gd name="T10" fmla="*/ 2 w 10"/>
                <a:gd name="T11" fmla="*/ 9 h 24"/>
                <a:gd name="T12" fmla="*/ 4 w 10"/>
                <a:gd name="T13" fmla="*/ 15 h 24"/>
                <a:gd name="T14" fmla="*/ 4 w 10"/>
                <a:gd name="T15" fmla="*/ 21 h 24"/>
                <a:gd name="T16" fmla="*/ 6 w 10"/>
                <a:gd name="T17" fmla="*/ 23 h 24"/>
                <a:gd name="T18" fmla="*/ 9 w 10"/>
                <a:gd name="T19" fmla="*/ 23 h 24"/>
                <a:gd name="T20" fmla="*/ 9 w 10"/>
                <a:gd name="T21" fmla="*/ 10 h 24"/>
                <a:gd name="T22" fmla="*/ 9 w 10"/>
                <a:gd name="T2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24">
                  <a:moveTo>
                    <a:pt x="9" y="10"/>
                  </a:moveTo>
                  <a:cubicBezTo>
                    <a:pt x="9" y="9"/>
                    <a:pt x="9" y="7"/>
                    <a:pt x="8" y="6"/>
                  </a:cubicBezTo>
                  <a:cubicBezTo>
                    <a:pt x="7" y="5"/>
                    <a:pt x="4" y="1"/>
                    <a:pt x="5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0" y="0"/>
                    <a:pt x="2" y="2"/>
                    <a:pt x="2" y="3"/>
                  </a:cubicBezTo>
                  <a:cubicBezTo>
                    <a:pt x="3" y="5"/>
                    <a:pt x="2" y="7"/>
                    <a:pt x="2" y="9"/>
                  </a:cubicBezTo>
                  <a:cubicBezTo>
                    <a:pt x="1" y="12"/>
                    <a:pt x="3" y="12"/>
                    <a:pt x="4" y="15"/>
                  </a:cubicBezTo>
                  <a:cubicBezTo>
                    <a:pt x="4" y="17"/>
                    <a:pt x="3" y="19"/>
                    <a:pt x="4" y="21"/>
                  </a:cubicBezTo>
                  <a:cubicBezTo>
                    <a:pt x="4" y="22"/>
                    <a:pt x="5" y="23"/>
                    <a:pt x="6" y="23"/>
                  </a:cubicBezTo>
                  <a:cubicBezTo>
                    <a:pt x="7" y="24"/>
                    <a:pt x="10" y="24"/>
                    <a:pt x="9" y="23"/>
                  </a:cubicBezTo>
                  <a:cubicBezTo>
                    <a:pt x="9" y="19"/>
                    <a:pt x="9" y="15"/>
                    <a:pt x="9" y="10"/>
                  </a:cubicBezTo>
                  <a:cubicBezTo>
                    <a:pt x="9" y="7"/>
                    <a:pt x="9" y="13"/>
                    <a:pt x="9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2" name="Freeform 760">
              <a:extLst>
                <a:ext uri="{FF2B5EF4-FFF2-40B4-BE49-F238E27FC236}">
                  <a16:creationId xmlns:a16="http://schemas.microsoft.com/office/drawing/2014/main" id="{A5FB13AA-AFBA-0C58-6137-57BDBA62B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2295" y="8037360"/>
              <a:ext cx="371100" cy="384263"/>
            </a:xfrm>
            <a:custGeom>
              <a:avLst/>
              <a:gdLst>
                <a:gd name="T0" fmla="*/ 26 w 32"/>
                <a:gd name="T1" fmla="*/ 4 h 31"/>
                <a:gd name="T2" fmla="*/ 21 w 32"/>
                <a:gd name="T3" fmla="*/ 5 h 31"/>
                <a:gd name="T4" fmla="*/ 15 w 32"/>
                <a:gd name="T5" fmla="*/ 1 h 31"/>
                <a:gd name="T6" fmla="*/ 13 w 32"/>
                <a:gd name="T7" fmla="*/ 1 h 31"/>
                <a:gd name="T8" fmla="*/ 10 w 32"/>
                <a:gd name="T9" fmla="*/ 2 h 31"/>
                <a:gd name="T10" fmla="*/ 6 w 32"/>
                <a:gd name="T11" fmla="*/ 2 h 31"/>
                <a:gd name="T12" fmla="*/ 4 w 32"/>
                <a:gd name="T13" fmla="*/ 3 h 31"/>
                <a:gd name="T14" fmla="*/ 3 w 32"/>
                <a:gd name="T15" fmla="*/ 6 h 31"/>
                <a:gd name="T16" fmla="*/ 5 w 32"/>
                <a:gd name="T17" fmla="*/ 7 h 31"/>
                <a:gd name="T18" fmla="*/ 3 w 32"/>
                <a:gd name="T19" fmla="*/ 9 h 31"/>
                <a:gd name="T20" fmla="*/ 5 w 32"/>
                <a:gd name="T21" fmla="*/ 12 h 31"/>
                <a:gd name="T22" fmla="*/ 3 w 32"/>
                <a:gd name="T23" fmla="*/ 13 h 31"/>
                <a:gd name="T24" fmla="*/ 2 w 32"/>
                <a:gd name="T25" fmla="*/ 16 h 31"/>
                <a:gd name="T26" fmla="*/ 2 w 32"/>
                <a:gd name="T27" fmla="*/ 19 h 31"/>
                <a:gd name="T28" fmla="*/ 3 w 32"/>
                <a:gd name="T29" fmla="*/ 23 h 31"/>
                <a:gd name="T30" fmla="*/ 7 w 32"/>
                <a:gd name="T31" fmla="*/ 26 h 31"/>
                <a:gd name="T32" fmla="*/ 7 w 32"/>
                <a:gd name="T33" fmla="*/ 31 h 31"/>
                <a:gd name="T34" fmla="*/ 19 w 32"/>
                <a:gd name="T35" fmla="*/ 28 h 31"/>
                <a:gd name="T36" fmla="*/ 26 w 32"/>
                <a:gd name="T37" fmla="*/ 28 h 31"/>
                <a:gd name="T38" fmla="*/ 30 w 32"/>
                <a:gd name="T39" fmla="*/ 26 h 31"/>
                <a:gd name="T40" fmla="*/ 28 w 32"/>
                <a:gd name="T41" fmla="*/ 21 h 31"/>
                <a:gd name="T42" fmla="*/ 30 w 32"/>
                <a:gd name="T43" fmla="*/ 15 h 31"/>
                <a:gd name="T44" fmla="*/ 26 w 32"/>
                <a:gd name="T4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31">
                  <a:moveTo>
                    <a:pt x="26" y="4"/>
                  </a:moveTo>
                  <a:cubicBezTo>
                    <a:pt x="24" y="4"/>
                    <a:pt x="23" y="6"/>
                    <a:pt x="21" y="5"/>
                  </a:cubicBezTo>
                  <a:cubicBezTo>
                    <a:pt x="19" y="5"/>
                    <a:pt x="17" y="0"/>
                    <a:pt x="15" y="1"/>
                  </a:cubicBezTo>
                  <a:cubicBezTo>
                    <a:pt x="14" y="2"/>
                    <a:pt x="13" y="2"/>
                    <a:pt x="13" y="1"/>
                  </a:cubicBezTo>
                  <a:cubicBezTo>
                    <a:pt x="12" y="0"/>
                    <a:pt x="11" y="2"/>
                    <a:pt x="10" y="2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5" y="1"/>
                    <a:pt x="5" y="3"/>
                    <a:pt x="4" y="3"/>
                  </a:cubicBezTo>
                  <a:cubicBezTo>
                    <a:pt x="3" y="3"/>
                    <a:pt x="2" y="5"/>
                    <a:pt x="3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8"/>
                    <a:pt x="3" y="9"/>
                    <a:pt x="3" y="9"/>
                  </a:cubicBezTo>
                  <a:cubicBezTo>
                    <a:pt x="3" y="10"/>
                    <a:pt x="5" y="11"/>
                    <a:pt x="5" y="12"/>
                  </a:cubicBezTo>
                  <a:cubicBezTo>
                    <a:pt x="5" y="12"/>
                    <a:pt x="3" y="11"/>
                    <a:pt x="3" y="13"/>
                  </a:cubicBezTo>
                  <a:cubicBezTo>
                    <a:pt x="3" y="14"/>
                    <a:pt x="4" y="16"/>
                    <a:pt x="2" y="16"/>
                  </a:cubicBezTo>
                  <a:cubicBezTo>
                    <a:pt x="3" y="17"/>
                    <a:pt x="3" y="18"/>
                    <a:pt x="2" y="19"/>
                  </a:cubicBezTo>
                  <a:cubicBezTo>
                    <a:pt x="2" y="21"/>
                    <a:pt x="0" y="21"/>
                    <a:pt x="3" y="23"/>
                  </a:cubicBezTo>
                  <a:cubicBezTo>
                    <a:pt x="4" y="23"/>
                    <a:pt x="6" y="24"/>
                    <a:pt x="7" y="26"/>
                  </a:cubicBezTo>
                  <a:cubicBezTo>
                    <a:pt x="8" y="27"/>
                    <a:pt x="7" y="29"/>
                    <a:pt x="7" y="31"/>
                  </a:cubicBezTo>
                  <a:cubicBezTo>
                    <a:pt x="11" y="30"/>
                    <a:pt x="14" y="28"/>
                    <a:pt x="19" y="28"/>
                  </a:cubicBezTo>
                  <a:cubicBezTo>
                    <a:pt x="21" y="27"/>
                    <a:pt x="24" y="28"/>
                    <a:pt x="26" y="28"/>
                  </a:cubicBezTo>
                  <a:cubicBezTo>
                    <a:pt x="28" y="28"/>
                    <a:pt x="31" y="29"/>
                    <a:pt x="30" y="26"/>
                  </a:cubicBezTo>
                  <a:cubicBezTo>
                    <a:pt x="30" y="24"/>
                    <a:pt x="29" y="23"/>
                    <a:pt x="28" y="21"/>
                  </a:cubicBezTo>
                  <a:cubicBezTo>
                    <a:pt x="28" y="19"/>
                    <a:pt x="29" y="17"/>
                    <a:pt x="30" y="15"/>
                  </a:cubicBezTo>
                  <a:cubicBezTo>
                    <a:pt x="31" y="11"/>
                    <a:pt x="32" y="4"/>
                    <a:pt x="26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3" name="Freeform 761">
              <a:extLst>
                <a:ext uri="{FF2B5EF4-FFF2-40B4-BE49-F238E27FC236}">
                  <a16:creationId xmlns:a16="http://schemas.microsoft.com/office/drawing/2014/main" id="{FE464033-C2CC-6B57-9FA0-B6892CBEA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7533" y="8024690"/>
              <a:ext cx="267356" cy="371594"/>
            </a:xfrm>
            <a:custGeom>
              <a:avLst/>
              <a:gdLst>
                <a:gd name="T0" fmla="*/ 19 w 23"/>
                <a:gd name="T1" fmla="*/ 13 h 30"/>
                <a:gd name="T2" fmla="*/ 18 w 23"/>
                <a:gd name="T3" fmla="*/ 6 h 30"/>
                <a:gd name="T4" fmla="*/ 17 w 23"/>
                <a:gd name="T5" fmla="*/ 0 h 30"/>
                <a:gd name="T6" fmla="*/ 3 w 23"/>
                <a:gd name="T7" fmla="*/ 0 h 30"/>
                <a:gd name="T8" fmla="*/ 4 w 23"/>
                <a:gd name="T9" fmla="*/ 11 h 30"/>
                <a:gd name="T10" fmla="*/ 1 w 23"/>
                <a:gd name="T11" fmla="*/ 22 h 30"/>
                <a:gd name="T12" fmla="*/ 3 w 23"/>
                <a:gd name="T13" fmla="*/ 30 h 30"/>
                <a:gd name="T14" fmla="*/ 10 w 23"/>
                <a:gd name="T15" fmla="*/ 29 h 30"/>
                <a:gd name="T16" fmla="*/ 23 w 23"/>
                <a:gd name="T17" fmla="*/ 24 h 30"/>
                <a:gd name="T18" fmla="*/ 20 w 23"/>
                <a:gd name="T19" fmla="*/ 19 h 30"/>
                <a:gd name="T20" fmla="*/ 19 w 23"/>
                <a:gd name="T21" fmla="*/ 13 h 30"/>
                <a:gd name="T22" fmla="*/ 19 w 23"/>
                <a:gd name="T2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30">
                  <a:moveTo>
                    <a:pt x="19" y="13"/>
                  </a:moveTo>
                  <a:cubicBezTo>
                    <a:pt x="17" y="11"/>
                    <a:pt x="18" y="8"/>
                    <a:pt x="18" y="6"/>
                  </a:cubicBezTo>
                  <a:cubicBezTo>
                    <a:pt x="19" y="4"/>
                    <a:pt x="16" y="2"/>
                    <a:pt x="17" y="0"/>
                  </a:cubicBezTo>
                  <a:cubicBezTo>
                    <a:pt x="12" y="0"/>
                    <a:pt x="8" y="0"/>
                    <a:pt x="3" y="0"/>
                  </a:cubicBezTo>
                  <a:cubicBezTo>
                    <a:pt x="3" y="3"/>
                    <a:pt x="4" y="7"/>
                    <a:pt x="4" y="11"/>
                  </a:cubicBezTo>
                  <a:cubicBezTo>
                    <a:pt x="4" y="15"/>
                    <a:pt x="0" y="18"/>
                    <a:pt x="1" y="22"/>
                  </a:cubicBezTo>
                  <a:cubicBezTo>
                    <a:pt x="2" y="25"/>
                    <a:pt x="4" y="26"/>
                    <a:pt x="3" y="30"/>
                  </a:cubicBezTo>
                  <a:cubicBezTo>
                    <a:pt x="6" y="30"/>
                    <a:pt x="7" y="30"/>
                    <a:pt x="10" y="29"/>
                  </a:cubicBezTo>
                  <a:cubicBezTo>
                    <a:pt x="15" y="28"/>
                    <a:pt x="19" y="26"/>
                    <a:pt x="23" y="24"/>
                  </a:cubicBezTo>
                  <a:cubicBezTo>
                    <a:pt x="21" y="23"/>
                    <a:pt x="20" y="21"/>
                    <a:pt x="20" y="19"/>
                  </a:cubicBezTo>
                  <a:cubicBezTo>
                    <a:pt x="20" y="17"/>
                    <a:pt x="20" y="15"/>
                    <a:pt x="19" y="13"/>
                  </a:cubicBezTo>
                  <a:cubicBezTo>
                    <a:pt x="17" y="11"/>
                    <a:pt x="20" y="15"/>
                    <a:pt x="19" y="1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4" name="Freeform 762">
              <a:extLst>
                <a:ext uri="{FF2B5EF4-FFF2-40B4-BE49-F238E27FC236}">
                  <a16:creationId xmlns:a16="http://schemas.microsoft.com/office/drawing/2014/main" id="{283A34C5-CFCE-0029-FED4-E9214D379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955" y="8062693"/>
              <a:ext cx="175574" cy="223801"/>
            </a:xfrm>
            <a:custGeom>
              <a:avLst/>
              <a:gdLst>
                <a:gd name="T0" fmla="*/ 12 w 15"/>
                <a:gd name="T1" fmla="*/ 14 h 18"/>
                <a:gd name="T2" fmla="*/ 14 w 15"/>
                <a:gd name="T3" fmla="*/ 6 h 18"/>
                <a:gd name="T4" fmla="*/ 5 w 15"/>
                <a:gd name="T5" fmla="*/ 3 h 18"/>
                <a:gd name="T6" fmla="*/ 1 w 15"/>
                <a:gd name="T7" fmla="*/ 8 h 18"/>
                <a:gd name="T8" fmla="*/ 4 w 15"/>
                <a:gd name="T9" fmla="*/ 12 h 18"/>
                <a:gd name="T10" fmla="*/ 7 w 15"/>
                <a:gd name="T11" fmla="*/ 16 h 18"/>
                <a:gd name="T12" fmla="*/ 10 w 15"/>
                <a:gd name="T13" fmla="*/ 16 h 18"/>
                <a:gd name="T14" fmla="*/ 12 w 15"/>
                <a:gd name="T15" fmla="*/ 14 h 18"/>
                <a:gd name="T16" fmla="*/ 12 w 15"/>
                <a:gd name="T17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8">
                  <a:moveTo>
                    <a:pt x="12" y="14"/>
                  </a:moveTo>
                  <a:cubicBezTo>
                    <a:pt x="15" y="13"/>
                    <a:pt x="15" y="8"/>
                    <a:pt x="14" y="6"/>
                  </a:cubicBezTo>
                  <a:cubicBezTo>
                    <a:pt x="12" y="2"/>
                    <a:pt x="8" y="0"/>
                    <a:pt x="5" y="3"/>
                  </a:cubicBezTo>
                  <a:cubicBezTo>
                    <a:pt x="3" y="4"/>
                    <a:pt x="0" y="6"/>
                    <a:pt x="1" y="8"/>
                  </a:cubicBezTo>
                  <a:cubicBezTo>
                    <a:pt x="2" y="10"/>
                    <a:pt x="2" y="11"/>
                    <a:pt x="4" y="12"/>
                  </a:cubicBezTo>
                  <a:cubicBezTo>
                    <a:pt x="5" y="14"/>
                    <a:pt x="5" y="15"/>
                    <a:pt x="7" y="16"/>
                  </a:cubicBezTo>
                  <a:cubicBezTo>
                    <a:pt x="8" y="17"/>
                    <a:pt x="9" y="18"/>
                    <a:pt x="10" y="16"/>
                  </a:cubicBezTo>
                  <a:cubicBezTo>
                    <a:pt x="10" y="15"/>
                    <a:pt x="11" y="15"/>
                    <a:pt x="12" y="14"/>
                  </a:cubicBezTo>
                  <a:cubicBezTo>
                    <a:pt x="14" y="13"/>
                    <a:pt x="11" y="15"/>
                    <a:pt x="12" y="1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5" name="Freeform 763">
              <a:extLst>
                <a:ext uri="{FF2B5EF4-FFF2-40B4-BE49-F238E27FC236}">
                  <a16:creationId xmlns:a16="http://schemas.microsoft.com/office/drawing/2014/main" id="{0AD67E00-F395-A665-7E56-AE6D97FFD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702" y="8159815"/>
              <a:ext cx="259371" cy="261807"/>
            </a:xfrm>
            <a:custGeom>
              <a:avLst/>
              <a:gdLst>
                <a:gd name="T0" fmla="*/ 21 w 22"/>
                <a:gd name="T1" fmla="*/ 17 h 21"/>
                <a:gd name="T2" fmla="*/ 19 w 22"/>
                <a:gd name="T3" fmla="*/ 13 h 21"/>
                <a:gd name="T4" fmla="*/ 16 w 22"/>
                <a:gd name="T5" fmla="*/ 11 h 21"/>
                <a:gd name="T6" fmla="*/ 16 w 22"/>
                <a:gd name="T7" fmla="*/ 6 h 21"/>
                <a:gd name="T8" fmla="*/ 13 w 22"/>
                <a:gd name="T9" fmla="*/ 8 h 21"/>
                <a:gd name="T10" fmla="*/ 9 w 22"/>
                <a:gd name="T11" fmla="*/ 1 h 21"/>
                <a:gd name="T12" fmla="*/ 5 w 22"/>
                <a:gd name="T13" fmla="*/ 4 h 21"/>
                <a:gd name="T14" fmla="*/ 0 w 22"/>
                <a:gd name="T15" fmla="*/ 9 h 21"/>
                <a:gd name="T16" fmla="*/ 12 w 22"/>
                <a:gd name="T17" fmla="*/ 18 h 21"/>
                <a:gd name="T18" fmla="*/ 19 w 22"/>
                <a:gd name="T19" fmla="*/ 21 h 21"/>
                <a:gd name="T20" fmla="*/ 21 w 22"/>
                <a:gd name="T21" fmla="*/ 17 h 21"/>
                <a:gd name="T22" fmla="*/ 21 w 22"/>
                <a:gd name="T2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" h="21">
                  <a:moveTo>
                    <a:pt x="21" y="17"/>
                  </a:moveTo>
                  <a:cubicBezTo>
                    <a:pt x="22" y="15"/>
                    <a:pt x="20" y="14"/>
                    <a:pt x="19" y="13"/>
                  </a:cubicBezTo>
                  <a:cubicBezTo>
                    <a:pt x="18" y="13"/>
                    <a:pt x="14" y="12"/>
                    <a:pt x="16" y="11"/>
                  </a:cubicBezTo>
                  <a:cubicBezTo>
                    <a:pt x="17" y="10"/>
                    <a:pt x="17" y="7"/>
                    <a:pt x="16" y="6"/>
                  </a:cubicBezTo>
                  <a:cubicBezTo>
                    <a:pt x="15" y="4"/>
                    <a:pt x="14" y="8"/>
                    <a:pt x="13" y="8"/>
                  </a:cubicBezTo>
                  <a:cubicBezTo>
                    <a:pt x="10" y="8"/>
                    <a:pt x="11" y="0"/>
                    <a:pt x="9" y="1"/>
                  </a:cubicBezTo>
                  <a:cubicBezTo>
                    <a:pt x="8" y="2"/>
                    <a:pt x="6" y="3"/>
                    <a:pt x="5" y="4"/>
                  </a:cubicBezTo>
                  <a:cubicBezTo>
                    <a:pt x="4" y="6"/>
                    <a:pt x="2" y="7"/>
                    <a:pt x="0" y="9"/>
                  </a:cubicBezTo>
                  <a:cubicBezTo>
                    <a:pt x="5" y="12"/>
                    <a:pt x="8" y="15"/>
                    <a:pt x="12" y="18"/>
                  </a:cubicBezTo>
                  <a:cubicBezTo>
                    <a:pt x="14" y="20"/>
                    <a:pt x="16" y="21"/>
                    <a:pt x="19" y="21"/>
                  </a:cubicBezTo>
                  <a:cubicBezTo>
                    <a:pt x="22" y="21"/>
                    <a:pt x="20" y="19"/>
                    <a:pt x="21" y="17"/>
                  </a:cubicBezTo>
                  <a:cubicBezTo>
                    <a:pt x="22" y="15"/>
                    <a:pt x="21" y="19"/>
                    <a:pt x="21" y="1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6" name="Freeform 764">
              <a:extLst>
                <a:ext uri="{FF2B5EF4-FFF2-40B4-BE49-F238E27FC236}">
                  <a16:creationId xmlns:a16="http://schemas.microsoft.com/office/drawing/2014/main" id="{67C91090-BAA7-A2EF-A434-221CC607C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1145" y="7910681"/>
              <a:ext cx="407015" cy="363149"/>
            </a:xfrm>
            <a:custGeom>
              <a:avLst/>
              <a:gdLst>
                <a:gd name="T0" fmla="*/ 10 w 35"/>
                <a:gd name="T1" fmla="*/ 16 h 29"/>
                <a:gd name="T2" fmla="*/ 20 w 35"/>
                <a:gd name="T3" fmla="*/ 17 h 29"/>
                <a:gd name="T4" fmla="*/ 21 w 35"/>
                <a:gd name="T5" fmla="*/ 23 h 29"/>
                <a:gd name="T6" fmla="*/ 25 w 35"/>
                <a:gd name="T7" fmla="*/ 21 h 29"/>
                <a:gd name="T8" fmla="*/ 29 w 35"/>
                <a:gd name="T9" fmla="*/ 27 h 29"/>
                <a:gd name="T10" fmla="*/ 31 w 35"/>
                <a:gd name="T11" fmla="*/ 26 h 29"/>
                <a:gd name="T12" fmla="*/ 33 w 35"/>
                <a:gd name="T13" fmla="*/ 25 h 29"/>
                <a:gd name="T14" fmla="*/ 33 w 35"/>
                <a:gd name="T15" fmla="*/ 23 h 29"/>
                <a:gd name="T16" fmla="*/ 35 w 35"/>
                <a:gd name="T17" fmla="*/ 22 h 29"/>
                <a:gd name="T18" fmla="*/ 34 w 35"/>
                <a:gd name="T19" fmla="*/ 19 h 29"/>
                <a:gd name="T20" fmla="*/ 33 w 35"/>
                <a:gd name="T21" fmla="*/ 16 h 29"/>
                <a:gd name="T22" fmla="*/ 33 w 35"/>
                <a:gd name="T23" fmla="*/ 12 h 29"/>
                <a:gd name="T24" fmla="*/ 32 w 35"/>
                <a:gd name="T25" fmla="*/ 8 h 29"/>
                <a:gd name="T26" fmla="*/ 26 w 35"/>
                <a:gd name="T27" fmla="*/ 2 h 29"/>
                <a:gd name="T28" fmla="*/ 24 w 35"/>
                <a:gd name="T29" fmla="*/ 3 h 29"/>
                <a:gd name="T30" fmla="*/ 22 w 35"/>
                <a:gd name="T31" fmla="*/ 3 h 29"/>
                <a:gd name="T32" fmla="*/ 19 w 35"/>
                <a:gd name="T33" fmla="*/ 3 h 29"/>
                <a:gd name="T34" fmla="*/ 18 w 35"/>
                <a:gd name="T35" fmla="*/ 3 h 29"/>
                <a:gd name="T36" fmla="*/ 15 w 35"/>
                <a:gd name="T37" fmla="*/ 2 h 29"/>
                <a:gd name="T38" fmla="*/ 10 w 35"/>
                <a:gd name="T39" fmla="*/ 1 h 29"/>
                <a:gd name="T40" fmla="*/ 5 w 35"/>
                <a:gd name="T41" fmla="*/ 1 h 29"/>
                <a:gd name="T42" fmla="*/ 5 w 35"/>
                <a:gd name="T43" fmla="*/ 4 h 29"/>
                <a:gd name="T44" fmla="*/ 3 w 35"/>
                <a:gd name="T45" fmla="*/ 6 h 29"/>
                <a:gd name="T46" fmla="*/ 0 w 35"/>
                <a:gd name="T47" fmla="*/ 8 h 29"/>
                <a:gd name="T48" fmla="*/ 3 w 35"/>
                <a:gd name="T49" fmla="*/ 13 h 29"/>
                <a:gd name="T50" fmla="*/ 8 w 35"/>
                <a:gd name="T51" fmla="*/ 19 h 29"/>
                <a:gd name="T52" fmla="*/ 10 w 35"/>
                <a:gd name="T53" fmla="*/ 16 h 29"/>
                <a:gd name="T54" fmla="*/ 10 w 35"/>
                <a:gd name="T55" fmla="*/ 1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5" h="29">
                  <a:moveTo>
                    <a:pt x="10" y="16"/>
                  </a:moveTo>
                  <a:cubicBezTo>
                    <a:pt x="14" y="14"/>
                    <a:pt x="18" y="12"/>
                    <a:pt x="20" y="17"/>
                  </a:cubicBezTo>
                  <a:cubicBezTo>
                    <a:pt x="22" y="19"/>
                    <a:pt x="21" y="20"/>
                    <a:pt x="21" y="23"/>
                  </a:cubicBezTo>
                  <a:cubicBezTo>
                    <a:pt x="22" y="24"/>
                    <a:pt x="24" y="21"/>
                    <a:pt x="25" y="21"/>
                  </a:cubicBezTo>
                  <a:cubicBezTo>
                    <a:pt x="27" y="20"/>
                    <a:pt x="27" y="29"/>
                    <a:pt x="29" y="27"/>
                  </a:cubicBezTo>
                  <a:cubicBezTo>
                    <a:pt x="30" y="27"/>
                    <a:pt x="30" y="26"/>
                    <a:pt x="31" y="26"/>
                  </a:cubicBezTo>
                  <a:cubicBezTo>
                    <a:pt x="31" y="25"/>
                    <a:pt x="33" y="26"/>
                    <a:pt x="33" y="25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1"/>
                    <a:pt x="35" y="22"/>
                    <a:pt x="35" y="22"/>
                  </a:cubicBezTo>
                  <a:cubicBezTo>
                    <a:pt x="35" y="21"/>
                    <a:pt x="32" y="20"/>
                    <a:pt x="34" y="19"/>
                  </a:cubicBezTo>
                  <a:cubicBezTo>
                    <a:pt x="35" y="18"/>
                    <a:pt x="35" y="17"/>
                    <a:pt x="33" y="16"/>
                  </a:cubicBezTo>
                  <a:cubicBezTo>
                    <a:pt x="32" y="15"/>
                    <a:pt x="34" y="13"/>
                    <a:pt x="33" y="12"/>
                  </a:cubicBezTo>
                  <a:cubicBezTo>
                    <a:pt x="32" y="11"/>
                    <a:pt x="33" y="10"/>
                    <a:pt x="32" y="8"/>
                  </a:cubicBezTo>
                  <a:cubicBezTo>
                    <a:pt x="31" y="7"/>
                    <a:pt x="29" y="0"/>
                    <a:pt x="26" y="2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3" y="3"/>
                    <a:pt x="23" y="3"/>
                    <a:pt x="22" y="3"/>
                  </a:cubicBezTo>
                  <a:cubicBezTo>
                    <a:pt x="21" y="4"/>
                    <a:pt x="20" y="3"/>
                    <a:pt x="19" y="3"/>
                  </a:cubicBezTo>
                  <a:cubicBezTo>
                    <a:pt x="18" y="3"/>
                    <a:pt x="18" y="4"/>
                    <a:pt x="18" y="3"/>
                  </a:cubicBezTo>
                  <a:cubicBezTo>
                    <a:pt x="16" y="2"/>
                    <a:pt x="17" y="2"/>
                    <a:pt x="15" y="2"/>
                  </a:cubicBezTo>
                  <a:cubicBezTo>
                    <a:pt x="12" y="3"/>
                    <a:pt x="12" y="1"/>
                    <a:pt x="10" y="1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5" y="2"/>
                    <a:pt x="3" y="3"/>
                    <a:pt x="5" y="4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6"/>
                    <a:pt x="0" y="8"/>
                  </a:cubicBezTo>
                  <a:cubicBezTo>
                    <a:pt x="1" y="10"/>
                    <a:pt x="2" y="11"/>
                    <a:pt x="3" y="13"/>
                  </a:cubicBezTo>
                  <a:cubicBezTo>
                    <a:pt x="5" y="15"/>
                    <a:pt x="6" y="16"/>
                    <a:pt x="8" y="19"/>
                  </a:cubicBezTo>
                  <a:cubicBezTo>
                    <a:pt x="9" y="18"/>
                    <a:pt x="9" y="17"/>
                    <a:pt x="10" y="16"/>
                  </a:cubicBezTo>
                  <a:cubicBezTo>
                    <a:pt x="11" y="16"/>
                    <a:pt x="10" y="17"/>
                    <a:pt x="10" y="1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7" name="Freeform 765">
              <a:extLst>
                <a:ext uri="{FF2B5EF4-FFF2-40B4-BE49-F238E27FC236}">
                  <a16:creationId xmlns:a16="http://schemas.microsoft.com/office/drawing/2014/main" id="{0266FBD7-AB01-ED02-1358-4508F843D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3409" y="7923351"/>
              <a:ext cx="187546" cy="88675"/>
            </a:xfrm>
            <a:custGeom>
              <a:avLst/>
              <a:gdLst>
                <a:gd name="T0" fmla="*/ 10 w 16"/>
                <a:gd name="T1" fmla="*/ 5 h 7"/>
                <a:gd name="T2" fmla="*/ 14 w 16"/>
                <a:gd name="T3" fmla="*/ 3 h 7"/>
                <a:gd name="T4" fmla="*/ 14 w 16"/>
                <a:gd name="T5" fmla="*/ 0 h 7"/>
                <a:gd name="T6" fmla="*/ 7 w 16"/>
                <a:gd name="T7" fmla="*/ 0 h 7"/>
                <a:gd name="T8" fmla="*/ 4 w 16"/>
                <a:gd name="T9" fmla="*/ 0 h 7"/>
                <a:gd name="T10" fmla="*/ 0 w 16"/>
                <a:gd name="T11" fmla="*/ 1 h 7"/>
                <a:gd name="T12" fmla="*/ 3 w 16"/>
                <a:gd name="T13" fmla="*/ 3 h 7"/>
                <a:gd name="T14" fmla="*/ 7 w 16"/>
                <a:gd name="T15" fmla="*/ 3 h 7"/>
                <a:gd name="T16" fmla="*/ 9 w 16"/>
                <a:gd name="T17" fmla="*/ 7 h 7"/>
                <a:gd name="T18" fmla="*/ 10 w 16"/>
                <a:gd name="T1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7">
                  <a:moveTo>
                    <a:pt x="10" y="5"/>
                  </a:moveTo>
                  <a:cubicBezTo>
                    <a:pt x="11" y="5"/>
                    <a:pt x="16" y="5"/>
                    <a:pt x="14" y="3"/>
                  </a:cubicBezTo>
                  <a:cubicBezTo>
                    <a:pt x="12" y="2"/>
                    <a:pt x="14" y="1"/>
                    <a:pt x="14" y="0"/>
                  </a:cubicBezTo>
                  <a:cubicBezTo>
                    <a:pt x="12" y="0"/>
                    <a:pt x="9" y="0"/>
                    <a:pt x="7" y="0"/>
                  </a:cubicBezTo>
                  <a:cubicBezTo>
                    <a:pt x="5" y="0"/>
                    <a:pt x="5" y="1"/>
                    <a:pt x="4" y="0"/>
                  </a:cubicBezTo>
                  <a:cubicBezTo>
                    <a:pt x="2" y="0"/>
                    <a:pt x="2" y="0"/>
                    <a:pt x="0" y="1"/>
                  </a:cubicBezTo>
                  <a:cubicBezTo>
                    <a:pt x="1" y="2"/>
                    <a:pt x="1" y="3"/>
                    <a:pt x="3" y="3"/>
                  </a:cubicBezTo>
                  <a:cubicBezTo>
                    <a:pt x="4" y="3"/>
                    <a:pt x="7" y="3"/>
                    <a:pt x="7" y="3"/>
                  </a:cubicBezTo>
                  <a:cubicBezTo>
                    <a:pt x="5" y="5"/>
                    <a:pt x="7" y="6"/>
                    <a:pt x="9" y="7"/>
                  </a:cubicBezTo>
                  <a:cubicBezTo>
                    <a:pt x="9" y="7"/>
                    <a:pt x="9" y="5"/>
                    <a:pt x="10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8" name="Freeform 766">
              <a:extLst>
                <a:ext uri="{FF2B5EF4-FFF2-40B4-BE49-F238E27FC236}">
                  <a16:creationId xmlns:a16="http://schemas.microsoft.com/office/drawing/2014/main" id="{19087430-7DC7-EAE4-1576-C04A838D4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1436" y="7838895"/>
              <a:ext cx="175574" cy="50672"/>
            </a:xfrm>
            <a:custGeom>
              <a:avLst/>
              <a:gdLst>
                <a:gd name="T0" fmla="*/ 4 w 15"/>
                <a:gd name="T1" fmla="*/ 4 h 4"/>
                <a:gd name="T2" fmla="*/ 9 w 15"/>
                <a:gd name="T3" fmla="*/ 3 h 4"/>
                <a:gd name="T4" fmla="*/ 15 w 15"/>
                <a:gd name="T5" fmla="*/ 2 h 4"/>
                <a:gd name="T6" fmla="*/ 8 w 15"/>
                <a:gd name="T7" fmla="*/ 1 h 4"/>
                <a:gd name="T8" fmla="*/ 0 w 15"/>
                <a:gd name="T9" fmla="*/ 4 h 4"/>
                <a:gd name="T10" fmla="*/ 4 w 15"/>
                <a:gd name="T11" fmla="*/ 4 h 4"/>
                <a:gd name="T12" fmla="*/ 4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4" y="4"/>
                  </a:moveTo>
                  <a:cubicBezTo>
                    <a:pt x="6" y="3"/>
                    <a:pt x="7" y="2"/>
                    <a:pt x="9" y="3"/>
                  </a:cubicBezTo>
                  <a:cubicBezTo>
                    <a:pt x="10" y="3"/>
                    <a:pt x="14" y="4"/>
                    <a:pt x="15" y="2"/>
                  </a:cubicBezTo>
                  <a:cubicBezTo>
                    <a:pt x="15" y="3"/>
                    <a:pt x="9" y="0"/>
                    <a:pt x="8" y="1"/>
                  </a:cubicBezTo>
                  <a:cubicBezTo>
                    <a:pt x="5" y="2"/>
                    <a:pt x="1" y="0"/>
                    <a:pt x="0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5" y="4"/>
                    <a:pt x="4" y="4"/>
                    <a:pt x="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79" name="Freeform 767">
              <a:extLst>
                <a:ext uri="{FF2B5EF4-FFF2-40B4-BE49-F238E27FC236}">
                  <a16:creationId xmlns:a16="http://schemas.microsoft.com/office/drawing/2014/main" id="{CB6C0062-FA11-5DFD-4C7D-69F832C3B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7494" y="6969033"/>
              <a:ext cx="702297" cy="844525"/>
            </a:xfrm>
            <a:custGeom>
              <a:avLst/>
              <a:gdLst>
                <a:gd name="T0" fmla="*/ 5 w 60"/>
                <a:gd name="T1" fmla="*/ 57 h 68"/>
                <a:gd name="T2" fmla="*/ 15 w 60"/>
                <a:gd name="T3" fmla="*/ 57 h 68"/>
                <a:gd name="T4" fmla="*/ 18 w 60"/>
                <a:gd name="T5" fmla="*/ 59 h 68"/>
                <a:gd name="T6" fmla="*/ 21 w 60"/>
                <a:gd name="T7" fmla="*/ 63 h 68"/>
                <a:gd name="T8" fmla="*/ 27 w 60"/>
                <a:gd name="T9" fmla="*/ 64 h 68"/>
                <a:gd name="T10" fmla="*/ 32 w 60"/>
                <a:gd name="T11" fmla="*/ 64 h 68"/>
                <a:gd name="T12" fmla="*/ 35 w 60"/>
                <a:gd name="T13" fmla="*/ 62 h 68"/>
                <a:gd name="T14" fmla="*/ 39 w 60"/>
                <a:gd name="T15" fmla="*/ 62 h 68"/>
                <a:gd name="T16" fmla="*/ 44 w 60"/>
                <a:gd name="T17" fmla="*/ 61 h 68"/>
                <a:gd name="T18" fmla="*/ 53 w 60"/>
                <a:gd name="T19" fmla="*/ 61 h 68"/>
                <a:gd name="T20" fmla="*/ 58 w 60"/>
                <a:gd name="T21" fmla="*/ 61 h 68"/>
                <a:gd name="T22" fmla="*/ 58 w 60"/>
                <a:gd name="T23" fmla="*/ 54 h 68"/>
                <a:gd name="T24" fmla="*/ 56 w 60"/>
                <a:gd name="T25" fmla="*/ 38 h 68"/>
                <a:gd name="T26" fmla="*/ 52 w 60"/>
                <a:gd name="T27" fmla="*/ 12 h 68"/>
                <a:gd name="T28" fmla="*/ 60 w 60"/>
                <a:gd name="T29" fmla="*/ 12 h 68"/>
                <a:gd name="T30" fmla="*/ 43 w 60"/>
                <a:gd name="T31" fmla="*/ 0 h 68"/>
                <a:gd name="T32" fmla="*/ 42 w 60"/>
                <a:gd name="T33" fmla="*/ 7 h 68"/>
                <a:gd name="T34" fmla="*/ 37 w 60"/>
                <a:gd name="T35" fmla="*/ 7 h 68"/>
                <a:gd name="T36" fmla="*/ 29 w 60"/>
                <a:gd name="T37" fmla="*/ 7 h 68"/>
                <a:gd name="T38" fmla="*/ 26 w 60"/>
                <a:gd name="T39" fmla="*/ 7 h 68"/>
                <a:gd name="T40" fmla="*/ 26 w 60"/>
                <a:gd name="T41" fmla="*/ 12 h 68"/>
                <a:gd name="T42" fmla="*/ 26 w 60"/>
                <a:gd name="T43" fmla="*/ 19 h 68"/>
                <a:gd name="T44" fmla="*/ 20 w 60"/>
                <a:gd name="T45" fmla="*/ 25 h 68"/>
                <a:gd name="T46" fmla="*/ 20 w 60"/>
                <a:gd name="T47" fmla="*/ 32 h 68"/>
                <a:gd name="T48" fmla="*/ 16 w 60"/>
                <a:gd name="T49" fmla="*/ 32 h 68"/>
                <a:gd name="T50" fmla="*/ 3 w 60"/>
                <a:gd name="T51" fmla="*/ 32 h 68"/>
                <a:gd name="T52" fmla="*/ 1 w 60"/>
                <a:gd name="T53" fmla="*/ 33 h 68"/>
                <a:gd name="T54" fmla="*/ 4 w 60"/>
                <a:gd name="T55" fmla="*/ 36 h 68"/>
                <a:gd name="T56" fmla="*/ 3 w 60"/>
                <a:gd name="T57" fmla="*/ 41 h 68"/>
                <a:gd name="T58" fmla="*/ 6 w 60"/>
                <a:gd name="T59" fmla="*/ 48 h 68"/>
                <a:gd name="T60" fmla="*/ 3 w 60"/>
                <a:gd name="T61" fmla="*/ 58 h 68"/>
                <a:gd name="T62" fmla="*/ 5 w 60"/>
                <a:gd name="T63" fmla="*/ 5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68">
                  <a:moveTo>
                    <a:pt x="5" y="57"/>
                  </a:moveTo>
                  <a:cubicBezTo>
                    <a:pt x="7" y="57"/>
                    <a:pt x="13" y="55"/>
                    <a:pt x="15" y="57"/>
                  </a:cubicBezTo>
                  <a:cubicBezTo>
                    <a:pt x="16" y="58"/>
                    <a:pt x="17" y="58"/>
                    <a:pt x="18" y="59"/>
                  </a:cubicBezTo>
                  <a:cubicBezTo>
                    <a:pt x="19" y="61"/>
                    <a:pt x="20" y="62"/>
                    <a:pt x="21" y="63"/>
                  </a:cubicBezTo>
                  <a:cubicBezTo>
                    <a:pt x="22" y="64"/>
                    <a:pt x="26" y="68"/>
                    <a:pt x="27" y="64"/>
                  </a:cubicBezTo>
                  <a:cubicBezTo>
                    <a:pt x="28" y="58"/>
                    <a:pt x="30" y="65"/>
                    <a:pt x="32" y="64"/>
                  </a:cubicBezTo>
                  <a:cubicBezTo>
                    <a:pt x="33" y="62"/>
                    <a:pt x="33" y="62"/>
                    <a:pt x="35" y="62"/>
                  </a:cubicBezTo>
                  <a:cubicBezTo>
                    <a:pt x="37" y="62"/>
                    <a:pt x="38" y="62"/>
                    <a:pt x="39" y="62"/>
                  </a:cubicBezTo>
                  <a:cubicBezTo>
                    <a:pt x="41" y="61"/>
                    <a:pt x="43" y="61"/>
                    <a:pt x="44" y="61"/>
                  </a:cubicBezTo>
                  <a:cubicBezTo>
                    <a:pt x="47" y="61"/>
                    <a:pt x="50" y="61"/>
                    <a:pt x="53" y="61"/>
                  </a:cubicBezTo>
                  <a:cubicBezTo>
                    <a:pt x="54" y="61"/>
                    <a:pt x="57" y="62"/>
                    <a:pt x="58" y="61"/>
                  </a:cubicBezTo>
                  <a:cubicBezTo>
                    <a:pt x="59" y="61"/>
                    <a:pt x="58" y="55"/>
                    <a:pt x="58" y="54"/>
                  </a:cubicBezTo>
                  <a:cubicBezTo>
                    <a:pt x="57" y="48"/>
                    <a:pt x="56" y="43"/>
                    <a:pt x="56" y="38"/>
                  </a:cubicBezTo>
                  <a:cubicBezTo>
                    <a:pt x="55" y="29"/>
                    <a:pt x="53" y="21"/>
                    <a:pt x="52" y="12"/>
                  </a:cubicBezTo>
                  <a:cubicBezTo>
                    <a:pt x="55" y="12"/>
                    <a:pt x="58" y="12"/>
                    <a:pt x="60" y="12"/>
                  </a:cubicBezTo>
                  <a:cubicBezTo>
                    <a:pt x="54" y="8"/>
                    <a:pt x="48" y="4"/>
                    <a:pt x="43" y="0"/>
                  </a:cubicBezTo>
                  <a:cubicBezTo>
                    <a:pt x="43" y="1"/>
                    <a:pt x="43" y="7"/>
                    <a:pt x="42" y="7"/>
                  </a:cubicBezTo>
                  <a:cubicBezTo>
                    <a:pt x="41" y="7"/>
                    <a:pt x="39" y="7"/>
                    <a:pt x="37" y="7"/>
                  </a:cubicBezTo>
                  <a:cubicBezTo>
                    <a:pt x="35" y="7"/>
                    <a:pt x="32" y="7"/>
                    <a:pt x="29" y="7"/>
                  </a:cubicBezTo>
                  <a:cubicBezTo>
                    <a:pt x="29" y="7"/>
                    <a:pt x="26" y="7"/>
                    <a:pt x="26" y="7"/>
                  </a:cubicBezTo>
                  <a:cubicBezTo>
                    <a:pt x="25" y="8"/>
                    <a:pt x="26" y="11"/>
                    <a:pt x="26" y="12"/>
                  </a:cubicBezTo>
                  <a:cubicBezTo>
                    <a:pt x="26" y="14"/>
                    <a:pt x="26" y="17"/>
                    <a:pt x="26" y="19"/>
                  </a:cubicBezTo>
                  <a:cubicBezTo>
                    <a:pt x="26" y="22"/>
                    <a:pt x="20" y="21"/>
                    <a:pt x="20" y="25"/>
                  </a:cubicBezTo>
                  <a:cubicBezTo>
                    <a:pt x="20" y="26"/>
                    <a:pt x="21" y="31"/>
                    <a:pt x="20" y="32"/>
                  </a:cubicBezTo>
                  <a:cubicBezTo>
                    <a:pt x="20" y="32"/>
                    <a:pt x="17" y="32"/>
                    <a:pt x="16" y="32"/>
                  </a:cubicBezTo>
                  <a:cubicBezTo>
                    <a:pt x="12" y="32"/>
                    <a:pt x="7" y="32"/>
                    <a:pt x="3" y="32"/>
                  </a:cubicBezTo>
                  <a:cubicBezTo>
                    <a:pt x="2" y="32"/>
                    <a:pt x="0" y="31"/>
                    <a:pt x="1" y="33"/>
                  </a:cubicBezTo>
                  <a:cubicBezTo>
                    <a:pt x="2" y="34"/>
                    <a:pt x="3" y="35"/>
                    <a:pt x="4" y="36"/>
                  </a:cubicBezTo>
                  <a:cubicBezTo>
                    <a:pt x="5" y="38"/>
                    <a:pt x="4" y="40"/>
                    <a:pt x="3" y="41"/>
                  </a:cubicBezTo>
                  <a:cubicBezTo>
                    <a:pt x="3" y="44"/>
                    <a:pt x="6" y="45"/>
                    <a:pt x="6" y="48"/>
                  </a:cubicBezTo>
                  <a:cubicBezTo>
                    <a:pt x="7" y="51"/>
                    <a:pt x="4" y="55"/>
                    <a:pt x="3" y="58"/>
                  </a:cubicBezTo>
                  <a:cubicBezTo>
                    <a:pt x="4" y="58"/>
                    <a:pt x="4" y="57"/>
                    <a:pt x="5" y="5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0" name="Freeform 768">
              <a:extLst>
                <a:ext uri="{FF2B5EF4-FFF2-40B4-BE49-F238E27FC236}">
                  <a16:creationId xmlns:a16="http://schemas.microsoft.com/office/drawing/2014/main" id="{7C72BFE8-9FD3-9BEB-5B72-F6B5701FD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7494" y="7665766"/>
              <a:ext cx="339177" cy="282922"/>
            </a:xfrm>
            <a:custGeom>
              <a:avLst/>
              <a:gdLst>
                <a:gd name="T0" fmla="*/ 8 w 29"/>
                <a:gd name="T1" fmla="*/ 22 h 23"/>
                <a:gd name="T2" fmla="*/ 10 w 29"/>
                <a:gd name="T3" fmla="*/ 21 h 23"/>
                <a:gd name="T4" fmla="*/ 15 w 29"/>
                <a:gd name="T5" fmla="*/ 21 h 23"/>
                <a:gd name="T6" fmla="*/ 23 w 29"/>
                <a:gd name="T7" fmla="*/ 21 h 23"/>
                <a:gd name="T8" fmla="*/ 27 w 29"/>
                <a:gd name="T9" fmla="*/ 22 h 23"/>
                <a:gd name="T10" fmla="*/ 29 w 29"/>
                <a:gd name="T11" fmla="*/ 19 h 23"/>
                <a:gd name="T12" fmla="*/ 25 w 29"/>
                <a:gd name="T13" fmla="*/ 14 h 23"/>
                <a:gd name="T14" fmla="*/ 25 w 29"/>
                <a:gd name="T15" fmla="*/ 10 h 23"/>
                <a:gd name="T16" fmla="*/ 19 w 29"/>
                <a:gd name="T17" fmla="*/ 4 h 23"/>
                <a:gd name="T18" fmla="*/ 9 w 29"/>
                <a:gd name="T19" fmla="*/ 1 h 23"/>
                <a:gd name="T20" fmla="*/ 5 w 29"/>
                <a:gd name="T21" fmla="*/ 1 h 23"/>
                <a:gd name="T22" fmla="*/ 2 w 29"/>
                <a:gd name="T23" fmla="*/ 6 h 23"/>
                <a:gd name="T24" fmla="*/ 1 w 29"/>
                <a:gd name="T25" fmla="*/ 10 h 23"/>
                <a:gd name="T26" fmla="*/ 2 w 29"/>
                <a:gd name="T27" fmla="*/ 12 h 23"/>
                <a:gd name="T28" fmla="*/ 2 w 29"/>
                <a:gd name="T29" fmla="*/ 14 h 23"/>
                <a:gd name="T30" fmla="*/ 4 w 29"/>
                <a:gd name="T31" fmla="*/ 15 h 23"/>
                <a:gd name="T32" fmla="*/ 9 w 29"/>
                <a:gd name="T33" fmla="*/ 15 h 23"/>
                <a:gd name="T34" fmla="*/ 10 w 29"/>
                <a:gd name="T35" fmla="*/ 14 h 23"/>
                <a:gd name="T36" fmla="*/ 17 w 29"/>
                <a:gd name="T37" fmla="*/ 16 h 23"/>
                <a:gd name="T38" fmla="*/ 11 w 29"/>
                <a:gd name="T39" fmla="*/ 17 h 23"/>
                <a:gd name="T40" fmla="*/ 6 w 29"/>
                <a:gd name="T41" fmla="*/ 18 h 23"/>
                <a:gd name="T42" fmla="*/ 3 w 29"/>
                <a:gd name="T43" fmla="*/ 21 h 23"/>
                <a:gd name="T44" fmla="*/ 5 w 29"/>
                <a:gd name="T45" fmla="*/ 21 h 23"/>
                <a:gd name="T46" fmla="*/ 8 w 29"/>
                <a:gd name="T4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" h="23">
                  <a:moveTo>
                    <a:pt x="8" y="22"/>
                  </a:moveTo>
                  <a:cubicBezTo>
                    <a:pt x="9" y="22"/>
                    <a:pt x="9" y="21"/>
                    <a:pt x="10" y="21"/>
                  </a:cubicBezTo>
                  <a:cubicBezTo>
                    <a:pt x="12" y="21"/>
                    <a:pt x="13" y="21"/>
                    <a:pt x="15" y="21"/>
                  </a:cubicBezTo>
                  <a:cubicBezTo>
                    <a:pt x="17" y="21"/>
                    <a:pt x="20" y="20"/>
                    <a:pt x="23" y="21"/>
                  </a:cubicBezTo>
                  <a:cubicBezTo>
                    <a:pt x="24" y="22"/>
                    <a:pt x="25" y="23"/>
                    <a:pt x="27" y="22"/>
                  </a:cubicBezTo>
                  <a:cubicBezTo>
                    <a:pt x="29" y="22"/>
                    <a:pt x="29" y="21"/>
                    <a:pt x="29" y="19"/>
                  </a:cubicBezTo>
                  <a:cubicBezTo>
                    <a:pt x="29" y="17"/>
                    <a:pt x="25" y="16"/>
                    <a:pt x="25" y="14"/>
                  </a:cubicBezTo>
                  <a:cubicBezTo>
                    <a:pt x="25" y="14"/>
                    <a:pt x="25" y="10"/>
                    <a:pt x="25" y="10"/>
                  </a:cubicBezTo>
                  <a:cubicBezTo>
                    <a:pt x="24" y="10"/>
                    <a:pt x="20" y="5"/>
                    <a:pt x="19" y="4"/>
                  </a:cubicBezTo>
                  <a:cubicBezTo>
                    <a:pt x="16" y="1"/>
                    <a:pt x="13" y="0"/>
                    <a:pt x="9" y="1"/>
                  </a:cubicBezTo>
                  <a:cubicBezTo>
                    <a:pt x="8" y="1"/>
                    <a:pt x="5" y="0"/>
                    <a:pt x="5" y="1"/>
                  </a:cubicBezTo>
                  <a:cubicBezTo>
                    <a:pt x="4" y="2"/>
                    <a:pt x="2" y="4"/>
                    <a:pt x="2" y="6"/>
                  </a:cubicBezTo>
                  <a:cubicBezTo>
                    <a:pt x="3" y="8"/>
                    <a:pt x="3" y="9"/>
                    <a:pt x="1" y="10"/>
                  </a:cubicBezTo>
                  <a:cubicBezTo>
                    <a:pt x="0" y="10"/>
                    <a:pt x="3" y="12"/>
                    <a:pt x="2" y="12"/>
                  </a:cubicBezTo>
                  <a:cubicBezTo>
                    <a:pt x="4" y="13"/>
                    <a:pt x="2" y="13"/>
                    <a:pt x="2" y="14"/>
                  </a:cubicBezTo>
                  <a:cubicBezTo>
                    <a:pt x="2" y="14"/>
                    <a:pt x="3" y="15"/>
                    <a:pt x="4" y="15"/>
                  </a:cubicBezTo>
                  <a:cubicBezTo>
                    <a:pt x="4" y="16"/>
                    <a:pt x="8" y="15"/>
                    <a:pt x="9" y="15"/>
                  </a:cubicBezTo>
                  <a:cubicBezTo>
                    <a:pt x="10" y="15"/>
                    <a:pt x="10" y="14"/>
                    <a:pt x="10" y="14"/>
                  </a:cubicBezTo>
                  <a:cubicBezTo>
                    <a:pt x="11" y="14"/>
                    <a:pt x="17" y="17"/>
                    <a:pt x="17" y="16"/>
                  </a:cubicBezTo>
                  <a:cubicBezTo>
                    <a:pt x="16" y="18"/>
                    <a:pt x="12" y="17"/>
                    <a:pt x="11" y="17"/>
                  </a:cubicBezTo>
                  <a:cubicBezTo>
                    <a:pt x="9" y="16"/>
                    <a:pt x="8" y="18"/>
                    <a:pt x="6" y="18"/>
                  </a:cubicBezTo>
                  <a:cubicBezTo>
                    <a:pt x="3" y="18"/>
                    <a:pt x="1" y="18"/>
                    <a:pt x="3" y="21"/>
                  </a:cubicBezTo>
                  <a:cubicBezTo>
                    <a:pt x="3" y="22"/>
                    <a:pt x="4" y="21"/>
                    <a:pt x="5" y="21"/>
                  </a:cubicBezTo>
                  <a:cubicBezTo>
                    <a:pt x="6" y="21"/>
                    <a:pt x="7" y="22"/>
                    <a:pt x="8" y="2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1" name="Freeform 769">
              <a:extLst>
                <a:ext uri="{FF2B5EF4-FFF2-40B4-BE49-F238E27FC236}">
                  <a16:creationId xmlns:a16="http://schemas.microsoft.com/office/drawing/2014/main" id="{82B91B6C-2CC7-B27E-5948-875043E9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780" y="7108378"/>
              <a:ext cx="981619" cy="966988"/>
            </a:xfrm>
            <a:custGeom>
              <a:avLst/>
              <a:gdLst>
                <a:gd name="T0" fmla="*/ 27 w 84"/>
                <a:gd name="T1" fmla="*/ 1 h 78"/>
                <a:gd name="T2" fmla="*/ 33 w 84"/>
                <a:gd name="T3" fmla="*/ 45 h 78"/>
                <a:gd name="T4" fmla="*/ 32 w 84"/>
                <a:gd name="T5" fmla="*/ 50 h 78"/>
                <a:gd name="T6" fmla="*/ 19 w 84"/>
                <a:gd name="T7" fmla="*/ 50 h 78"/>
                <a:gd name="T8" fmla="*/ 15 w 84"/>
                <a:gd name="T9" fmla="*/ 50 h 78"/>
                <a:gd name="T10" fmla="*/ 12 w 84"/>
                <a:gd name="T11" fmla="*/ 51 h 78"/>
                <a:gd name="T12" fmla="*/ 8 w 84"/>
                <a:gd name="T13" fmla="*/ 51 h 78"/>
                <a:gd name="T14" fmla="*/ 6 w 84"/>
                <a:gd name="T15" fmla="*/ 52 h 78"/>
                <a:gd name="T16" fmla="*/ 3 w 84"/>
                <a:gd name="T17" fmla="*/ 50 h 78"/>
                <a:gd name="T18" fmla="*/ 0 w 84"/>
                <a:gd name="T19" fmla="*/ 55 h 78"/>
                <a:gd name="T20" fmla="*/ 0 w 84"/>
                <a:gd name="T21" fmla="*/ 59 h 78"/>
                <a:gd name="T22" fmla="*/ 3 w 84"/>
                <a:gd name="T23" fmla="*/ 63 h 78"/>
                <a:gd name="T24" fmla="*/ 4 w 84"/>
                <a:gd name="T25" fmla="*/ 67 h 78"/>
                <a:gd name="T26" fmla="*/ 7 w 84"/>
                <a:gd name="T27" fmla="*/ 68 h 78"/>
                <a:gd name="T28" fmla="*/ 11 w 84"/>
                <a:gd name="T29" fmla="*/ 68 h 78"/>
                <a:gd name="T30" fmla="*/ 15 w 84"/>
                <a:gd name="T31" fmla="*/ 66 h 78"/>
                <a:gd name="T32" fmla="*/ 20 w 84"/>
                <a:gd name="T33" fmla="*/ 75 h 78"/>
                <a:gd name="T34" fmla="*/ 20 w 84"/>
                <a:gd name="T35" fmla="*/ 77 h 78"/>
                <a:gd name="T36" fmla="*/ 23 w 84"/>
                <a:gd name="T37" fmla="*/ 77 h 78"/>
                <a:gd name="T38" fmla="*/ 27 w 84"/>
                <a:gd name="T39" fmla="*/ 77 h 78"/>
                <a:gd name="T40" fmla="*/ 30 w 84"/>
                <a:gd name="T41" fmla="*/ 77 h 78"/>
                <a:gd name="T42" fmla="*/ 35 w 84"/>
                <a:gd name="T43" fmla="*/ 71 h 78"/>
                <a:gd name="T44" fmla="*/ 35 w 84"/>
                <a:gd name="T45" fmla="*/ 69 h 78"/>
                <a:gd name="T46" fmla="*/ 39 w 84"/>
                <a:gd name="T47" fmla="*/ 67 h 78"/>
                <a:gd name="T48" fmla="*/ 40 w 84"/>
                <a:gd name="T49" fmla="*/ 63 h 78"/>
                <a:gd name="T50" fmla="*/ 42 w 84"/>
                <a:gd name="T51" fmla="*/ 62 h 78"/>
                <a:gd name="T52" fmla="*/ 49 w 84"/>
                <a:gd name="T53" fmla="*/ 57 h 78"/>
                <a:gd name="T54" fmla="*/ 51 w 84"/>
                <a:gd name="T55" fmla="*/ 57 h 78"/>
                <a:gd name="T56" fmla="*/ 52 w 84"/>
                <a:gd name="T57" fmla="*/ 56 h 78"/>
                <a:gd name="T58" fmla="*/ 55 w 84"/>
                <a:gd name="T59" fmla="*/ 54 h 78"/>
                <a:gd name="T60" fmla="*/ 65 w 84"/>
                <a:gd name="T61" fmla="*/ 53 h 78"/>
                <a:gd name="T62" fmla="*/ 70 w 84"/>
                <a:gd name="T63" fmla="*/ 52 h 78"/>
                <a:gd name="T64" fmla="*/ 78 w 84"/>
                <a:gd name="T65" fmla="*/ 51 h 78"/>
                <a:gd name="T66" fmla="*/ 82 w 84"/>
                <a:gd name="T67" fmla="*/ 31 h 78"/>
                <a:gd name="T68" fmla="*/ 77 w 84"/>
                <a:gd name="T69" fmla="*/ 32 h 78"/>
                <a:gd name="T70" fmla="*/ 77 w 84"/>
                <a:gd name="T71" fmla="*/ 28 h 78"/>
                <a:gd name="T72" fmla="*/ 70 w 84"/>
                <a:gd name="T73" fmla="*/ 26 h 78"/>
                <a:gd name="T74" fmla="*/ 66 w 84"/>
                <a:gd name="T75" fmla="*/ 22 h 78"/>
                <a:gd name="T76" fmla="*/ 63 w 84"/>
                <a:gd name="T77" fmla="*/ 20 h 78"/>
                <a:gd name="T78" fmla="*/ 56 w 84"/>
                <a:gd name="T79" fmla="*/ 14 h 78"/>
                <a:gd name="T80" fmla="*/ 39 w 84"/>
                <a:gd name="T81" fmla="*/ 3 h 78"/>
                <a:gd name="T82" fmla="*/ 35 w 84"/>
                <a:gd name="T83" fmla="*/ 1 h 78"/>
                <a:gd name="T84" fmla="*/ 27 w 84"/>
                <a:gd name="T85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78">
                  <a:moveTo>
                    <a:pt x="27" y="1"/>
                  </a:moveTo>
                  <a:cubicBezTo>
                    <a:pt x="29" y="16"/>
                    <a:pt x="31" y="31"/>
                    <a:pt x="33" y="45"/>
                  </a:cubicBezTo>
                  <a:cubicBezTo>
                    <a:pt x="33" y="47"/>
                    <a:pt x="35" y="50"/>
                    <a:pt x="32" y="50"/>
                  </a:cubicBezTo>
                  <a:cubicBezTo>
                    <a:pt x="28" y="50"/>
                    <a:pt x="23" y="50"/>
                    <a:pt x="19" y="50"/>
                  </a:cubicBezTo>
                  <a:cubicBezTo>
                    <a:pt x="17" y="50"/>
                    <a:pt x="16" y="50"/>
                    <a:pt x="15" y="50"/>
                  </a:cubicBezTo>
                  <a:cubicBezTo>
                    <a:pt x="14" y="50"/>
                    <a:pt x="13" y="51"/>
                    <a:pt x="12" y="51"/>
                  </a:cubicBezTo>
                  <a:cubicBezTo>
                    <a:pt x="11" y="52"/>
                    <a:pt x="10" y="51"/>
                    <a:pt x="8" y="51"/>
                  </a:cubicBezTo>
                  <a:cubicBezTo>
                    <a:pt x="7" y="51"/>
                    <a:pt x="7" y="53"/>
                    <a:pt x="6" y="52"/>
                  </a:cubicBezTo>
                  <a:cubicBezTo>
                    <a:pt x="5" y="52"/>
                    <a:pt x="4" y="50"/>
                    <a:pt x="3" y="50"/>
                  </a:cubicBezTo>
                  <a:cubicBezTo>
                    <a:pt x="2" y="50"/>
                    <a:pt x="2" y="56"/>
                    <a:pt x="0" y="55"/>
                  </a:cubicBezTo>
                  <a:cubicBezTo>
                    <a:pt x="0" y="56"/>
                    <a:pt x="0" y="58"/>
                    <a:pt x="0" y="59"/>
                  </a:cubicBezTo>
                  <a:cubicBezTo>
                    <a:pt x="0" y="61"/>
                    <a:pt x="2" y="61"/>
                    <a:pt x="3" y="63"/>
                  </a:cubicBezTo>
                  <a:cubicBezTo>
                    <a:pt x="4" y="64"/>
                    <a:pt x="3" y="66"/>
                    <a:pt x="4" y="67"/>
                  </a:cubicBezTo>
                  <a:cubicBezTo>
                    <a:pt x="5" y="69"/>
                    <a:pt x="6" y="67"/>
                    <a:pt x="7" y="68"/>
                  </a:cubicBezTo>
                  <a:cubicBezTo>
                    <a:pt x="7" y="69"/>
                    <a:pt x="10" y="68"/>
                    <a:pt x="11" y="68"/>
                  </a:cubicBezTo>
                  <a:cubicBezTo>
                    <a:pt x="12" y="68"/>
                    <a:pt x="14" y="66"/>
                    <a:pt x="15" y="66"/>
                  </a:cubicBezTo>
                  <a:cubicBezTo>
                    <a:pt x="17" y="68"/>
                    <a:pt x="18" y="73"/>
                    <a:pt x="20" y="75"/>
                  </a:cubicBezTo>
                  <a:cubicBezTo>
                    <a:pt x="20" y="75"/>
                    <a:pt x="19" y="77"/>
                    <a:pt x="20" y="77"/>
                  </a:cubicBezTo>
                  <a:cubicBezTo>
                    <a:pt x="21" y="78"/>
                    <a:pt x="22" y="76"/>
                    <a:pt x="23" y="77"/>
                  </a:cubicBezTo>
                  <a:cubicBezTo>
                    <a:pt x="24" y="78"/>
                    <a:pt x="26" y="78"/>
                    <a:pt x="27" y="77"/>
                  </a:cubicBezTo>
                  <a:cubicBezTo>
                    <a:pt x="29" y="75"/>
                    <a:pt x="29" y="77"/>
                    <a:pt x="30" y="77"/>
                  </a:cubicBezTo>
                  <a:cubicBezTo>
                    <a:pt x="33" y="77"/>
                    <a:pt x="35" y="73"/>
                    <a:pt x="35" y="71"/>
                  </a:cubicBezTo>
                  <a:cubicBezTo>
                    <a:pt x="35" y="70"/>
                    <a:pt x="33" y="70"/>
                    <a:pt x="35" y="69"/>
                  </a:cubicBezTo>
                  <a:cubicBezTo>
                    <a:pt x="36" y="68"/>
                    <a:pt x="38" y="69"/>
                    <a:pt x="39" y="67"/>
                  </a:cubicBezTo>
                  <a:cubicBezTo>
                    <a:pt x="39" y="66"/>
                    <a:pt x="40" y="64"/>
                    <a:pt x="40" y="63"/>
                  </a:cubicBezTo>
                  <a:cubicBezTo>
                    <a:pt x="41" y="61"/>
                    <a:pt x="41" y="60"/>
                    <a:pt x="42" y="62"/>
                  </a:cubicBezTo>
                  <a:cubicBezTo>
                    <a:pt x="45" y="64"/>
                    <a:pt x="47" y="56"/>
                    <a:pt x="49" y="57"/>
                  </a:cubicBezTo>
                  <a:cubicBezTo>
                    <a:pt x="50" y="57"/>
                    <a:pt x="50" y="57"/>
                    <a:pt x="51" y="57"/>
                  </a:cubicBezTo>
                  <a:cubicBezTo>
                    <a:pt x="51" y="57"/>
                    <a:pt x="52" y="56"/>
                    <a:pt x="52" y="56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8" y="51"/>
                    <a:pt x="61" y="54"/>
                    <a:pt x="65" y="53"/>
                  </a:cubicBezTo>
                  <a:cubicBezTo>
                    <a:pt x="67" y="53"/>
                    <a:pt x="68" y="52"/>
                    <a:pt x="70" y="52"/>
                  </a:cubicBezTo>
                  <a:cubicBezTo>
                    <a:pt x="73" y="52"/>
                    <a:pt x="76" y="52"/>
                    <a:pt x="78" y="51"/>
                  </a:cubicBezTo>
                  <a:cubicBezTo>
                    <a:pt x="84" y="49"/>
                    <a:pt x="82" y="36"/>
                    <a:pt x="82" y="31"/>
                  </a:cubicBezTo>
                  <a:cubicBezTo>
                    <a:pt x="81" y="32"/>
                    <a:pt x="78" y="34"/>
                    <a:pt x="77" y="32"/>
                  </a:cubicBezTo>
                  <a:cubicBezTo>
                    <a:pt x="76" y="31"/>
                    <a:pt x="78" y="29"/>
                    <a:pt x="77" y="28"/>
                  </a:cubicBezTo>
                  <a:cubicBezTo>
                    <a:pt x="76" y="26"/>
                    <a:pt x="72" y="27"/>
                    <a:pt x="70" y="26"/>
                  </a:cubicBezTo>
                  <a:cubicBezTo>
                    <a:pt x="68" y="26"/>
                    <a:pt x="67" y="23"/>
                    <a:pt x="66" y="22"/>
                  </a:cubicBezTo>
                  <a:cubicBezTo>
                    <a:pt x="66" y="21"/>
                    <a:pt x="65" y="20"/>
                    <a:pt x="63" y="20"/>
                  </a:cubicBezTo>
                  <a:cubicBezTo>
                    <a:pt x="61" y="18"/>
                    <a:pt x="58" y="16"/>
                    <a:pt x="56" y="14"/>
                  </a:cubicBezTo>
                  <a:cubicBezTo>
                    <a:pt x="50" y="11"/>
                    <a:pt x="44" y="7"/>
                    <a:pt x="39" y="3"/>
                  </a:cubicBezTo>
                  <a:cubicBezTo>
                    <a:pt x="38" y="3"/>
                    <a:pt x="36" y="1"/>
                    <a:pt x="35" y="1"/>
                  </a:cubicBezTo>
                  <a:cubicBezTo>
                    <a:pt x="33" y="0"/>
                    <a:pt x="30" y="1"/>
                    <a:pt x="27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2" name="Freeform 770">
              <a:extLst>
                <a:ext uri="{FF2B5EF4-FFF2-40B4-BE49-F238E27FC236}">
                  <a16:creationId xmlns:a16="http://schemas.microsoft.com/office/drawing/2014/main" id="{A9D7AB77-35FB-A408-3DC1-325F1B20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5684" y="6660776"/>
              <a:ext cx="646432" cy="667178"/>
            </a:xfrm>
            <a:custGeom>
              <a:avLst/>
              <a:gdLst>
                <a:gd name="T0" fmla="*/ 45 w 55"/>
                <a:gd name="T1" fmla="*/ 54 h 54"/>
                <a:gd name="T2" fmla="*/ 48 w 55"/>
                <a:gd name="T3" fmla="*/ 51 h 54"/>
                <a:gd name="T4" fmla="*/ 51 w 55"/>
                <a:gd name="T5" fmla="*/ 48 h 54"/>
                <a:gd name="T6" fmla="*/ 54 w 55"/>
                <a:gd name="T7" fmla="*/ 44 h 54"/>
                <a:gd name="T8" fmla="*/ 55 w 55"/>
                <a:gd name="T9" fmla="*/ 42 h 54"/>
                <a:gd name="T10" fmla="*/ 50 w 55"/>
                <a:gd name="T11" fmla="*/ 36 h 54"/>
                <a:gd name="T12" fmla="*/ 45 w 55"/>
                <a:gd name="T13" fmla="*/ 25 h 54"/>
                <a:gd name="T14" fmla="*/ 40 w 55"/>
                <a:gd name="T15" fmla="*/ 16 h 54"/>
                <a:gd name="T16" fmla="*/ 38 w 55"/>
                <a:gd name="T17" fmla="*/ 8 h 54"/>
                <a:gd name="T18" fmla="*/ 47 w 55"/>
                <a:gd name="T19" fmla="*/ 22 h 54"/>
                <a:gd name="T20" fmla="*/ 49 w 55"/>
                <a:gd name="T21" fmla="*/ 19 h 54"/>
                <a:gd name="T22" fmla="*/ 48 w 55"/>
                <a:gd name="T23" fmla="*/ 14 h 54"/>
                <a:gd name="T24" fmla="*/ 47 w 55"/>
                <a:gd name="T25" fmla="*/ 2 h 54"/>
                <a:gd name="T26" fmla="*/ 38 w 55"/>
                <a:gd name="T27" fmla="*/ 2 h 54"/>
                <a:gd name="T28" fmla="*/ 25 w 55"/>
                <a:gd name="T29" fmla="*/ 3 h 54"/>
                <a:gd name="T30" fmla="*/ 16 w 55"/>
                <a:gd name="T31" fmla="*/ 3 h 54"/>
                <a:gd name="T32" fmla="*/ 4 w 55"/>
                <a:gd name="T33" fmla="*/ 1 h 54"/>
                <a:gd name="T34" fmla="*/ 3 w 55"/>
                <a:gd name="T35" fmla="*/ 0 h 54"/>
                <a:gd name="T36" fmla="*/ 1 w 55"/>
                <a:gd name="T37" fmla="*/ 3 h 54"/>
                <a:gd name="T38" fmla="*/ 2 w 55"/>
                <a:gd name="T39" fmla="*/ 7 h 54"/>
                <a:gd name="T40" fmla="*/ 1 w 55"/>
                <a:gd name="T41" fmla="*/ 11 h 54"/>
                <a:gd name="T42" fmla="*/ 2 w 55"/>
                <a:gd name="T43" fmla="*/ 13 h 54"/>
                <a:gd name="T44" fmla="*/ 2 w 55"/>
                <a:gd name="T45" fmla="*/ 25 h 54"/>
                <a:gd name="T46" fmla="*/ 2 w 55"/>
                <a:gd name="T47" fmla="*/ 52 h 54"/>
                <a:gd name="T48" fmla="*/ 34 w 55"/>
                <a:gd name="T49" fmla="*/ 52 h 54"/>
                <a:gd name="T50" fmla="*/ 40 w 55"/>
                <a:gd name="T51" fmla="*/ 52 h 54"/>
                <a:gd name="T52" fmla="*/ 45 w 55"/>
                <a:gd name="T5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4">
                  <a:moveTo>
                    <a:pt x="45" y="54"/>
                  </a:moveTo>
                  <a:cubicBezTo>
                    <a:pt x="46" y="54"/>
                    <a:pt x="46" y="51"/>
                    <a:pt x="48" y="51"/>
                  </a:cubicBezTo>
                  <a:cubicBezTo>
                    <a:pt x="51" y="51"/>
                    <a:pt x="49" y="49"/>
                    <a:pt x="51" y="48"/>
                  </a:cubicBezTo>
                  <a:cubicBezTo>
                    <a:pt x="54" y="47"/>
                    <a:pt x="54" y="47"/>
                    <a:pt x="54" y="44"/>
                  </a:cubicBezTo>
                  <a:cubicBezTo>
                    <a:pt x="53" y="42"/>
                    <a:pt x="53" y="42"/>
                    <a:pt x="55" y="42"/>
                  </a:cubicBezTo>
                  <a:cubicBezTo>
                    <a:pt x="54" y="42"/>
                    <a:pt x="51" y="37"/>
                    <a:pt x="50" y="36"/>
                  </a:cubicBezTo>
                  <a:cubicBezTo>
                    <a:pt x="49" y="32"/>
                    <a:pt x="47" y="28"/>
                    <a:pt x="45" y="25"/>
                  </a:cubicBezTo>
                  <a:cubicBezTo>
                    <a:pt x="43" y="22"/>
                    <a:pt x="42" y="18"/>
                    <a:pt x="40" y="16"/>
                  </a:cubicBezTo>
                  <a:cubicBezTo>
                    <a:pt x="39" y="15"/>
                    <a:pt x="37" y="9"/>
                    <a:pt x="38" y="8"/>
                  </a:cubicBezTo>
                  <a:cubicBezTo>
                    <a:pt x="38" y="8"/>
                    <a:pt x="46" y="22"/>
                    <a:pt x="47" y="22"/>
                  </a:cubicBezTo>
                  <a:cubicBezTo>
                    <a:pt x="48" y="22"/>
                    <a:pt x="49" y="19"/>
                    <a:pt x="49" y="19"/>
                  </a:cubicBezTo>
                  <a:cubicBezTo>
                    <a:pt x="49" y="17"/>
                    <a:pt x="49" y="15"/>
                    <a:pt x="48" y="14"/>
                  </a:cubicBezTo>
                  <a:cubicBezTo>
                    <a:pt x="48" y="10"/>
                    <a:pt x="47" y="6"/>
                    <a:pt x="47" y="2"/>
                  </a:cubicBezTo>
                  <a:cubicBezTo>
                    <a:pt x="45" y="4"/>
                    <a:pt x="40" y="4"/>
                    <a:pt x="38" y="2"/>
                  </a:cubicBezTo>
                  <a:cubicBezTo>
                    <a:pt x="34" y="0"/>
                    <a:pt x="29" y="1"/>
                    <a:pt x="25" y="3"/>
                  </a:cubicBezTo>
                  <a:cubicBezTo>
                    <a:pt x="22" y="5"/>
                    <a:pt x="19" y="4"/>
                    <a:pt x="16" y="3"/>
                  </a:cubicBezTo>
                  <a:cubicBezTo>
                    <a:pt x="12" y="2"/>
                    <a:pt x="8" y="2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ubicBezTo>
                    <a:pt x="2" y="1"/>
                    <a:pt x="2" y="2"/>
                    <a:pt x="1" y="3"/>
                  </a:cubicBezTo>
                  <a:cubicBezTo>
                    <a:pt x="0" y="4"/>
                    <a:pt x="3" y="5"/>
                    <a:pt x="2" y="7"/>
                  </a:cubicBezTo>
                  <a:cubicBezTo>
                    <a:pt x="1" y="8"/>
                    <a:pt x="1" y="9"/>
                    <a:pt x="1" y="11"/>
                  </a:cubicBezTo>
                  <a:cubicBezTo>
                    <a:pt x="2" y="11"/>
                    <a:pt x="2" y="12"/>
                    <a:pt x="2" y="13"/>
                  </a:cubicBezTo>
                  <a:cubicBezTo>
                    <a:pt x="2" y="17"/>
                    <a:pt x="2" y="21"/>
                    <a:pt x="2" y="25"/>
                  </a:cubicBezTo>
                  <a:cubicBezTo>
                    <a:pt x="2" y="28"/>
                    <a:pt x="2" y="52"/>
                    <a:pt x="2" y="52"/>
                  </a:cubicBezTo>
                  <a:cubicBezTo>
                    <a:pt x="13" y="52"/>
                    <a:pt x="23" y="52"/>
                    <a:pt x="34" y="52"/>
                  </a:cubicBezTo>
                  <a:cubicBezTo>
                    <a:pt x="36" y="52"/>
                    <a:pt x="38" y="52"/>
                    <a:pt x="40" y="52"/>
                  </a:cubicBezTo>
                  <a:cubicBezTo>
                    <a:pt x="42" y="52"/>
                    <a:pt x="43" y="54"/>
                    <a:pt x="45" y="5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3" name="Freeform 771">
              <a:extLst>
                <a:ext uri="{FF2B5EF4-FFF2-40B4-BE49-F238E27FC236}">
                  <a16:creationId xmlns:a16="http://schemas.microsoft.com/office/drawing/2014/main" id="{2D97C56D-100C-73FA-70DE-3825779CD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002" y="6276519"/>
              <a:ext cx="235434" cy="481382"/>
            </a:xfrm>
            <a:custGeom>
              <a:avLst/>
              <a:gdLst>
                <a:gd name="T0" fmla="*/ 14 w 20"/>
                <a:gd name="T1" fmla="*/ 34 h 39"/>
                <a:gd name="T2" fmla="*/ 17 w 20"/>
                <a:gd name="T3" fmla="*/ 30 h 39"/>
                <a:gd name="T4" fmla="*/ 20 w 20"/>
                <a:gd name="T5" fmla="*/ 27 h 39"/>
                <a:gd name="T6" fmla="*/ 20 w 20"/>
                <a:gd name="T7" fmla="*/ 24 h 39"/>
                <a:gd name="T8" fmla="*/ 19 w 20"/>
                <a:gd name="T9" fmla="*/ 23 h 39"/>
                <a:gd name="T10" fmla="*/ 17 w 20"/>
                <a:gd name="T11" fmla="*/ 20 h 39"/>
                <a:gd name="T12" fmla="*/ 14 w 20"/>
                <a:gd name="T13" fmla="*/ 20 h 39"/>
                <a:gd name="T14" fmla="*/ 16 w 20"/>
                <a:gd name="T15" fmla="*/ 16 h 39"/>
                <a:gd name="T16" fmla="*/ 17 w 20"/>
                <a:gd name="T17" fmla="*/ 10 h 39"/>
                <a:gd name="T18" fmla="*/ 15 w 20"/>
                <a:gd name="T19" fmla="*/ 6 h 39"/>
                <a:gd name="T20" fmla="*/ 18 w 20"/>
                <a:gd name="T21" fmla="*/ 4 h 39"/>
                <a:gd name="T22" fmla="*/ 18 w 20"/>
                <a:gd name="T23" fmla="*/ 1 h 39"/>
                <a:gd name="T24" fmla="*/ 15 w 20"/>
                <a:gd name="T25" fmla="*/ 3 h 39"/>
                <a:gd name="T26" fmla="*/ 14 w 20"/>
                <a:gd name="T27" fmla="*/ 2 h 39"/>
                <a:gd name="T28" fmla="*/ 11 w 20"/>
                <a:gd name="T29" fmla="*/ 0 h 39"/>
                <a:gd name="T30" fmla="*/ 5 w 20"/>
                <a:gd name="T31" fmla="*/ 4 h 39"/>
                <a:gd name="T32" fmla="*/ 2 w 20"/>
                <a:gd name="T33" fmla="*/ 17 h 39"/>
                <a:gd name="T34" fmla="*/ 1 w 20"/>
                <a:gd name="T35" fmla="*/ 21 h 39"/>
                <a:gd name="T36" fmla="*/ 4 w 20"/>
                <a:gd name="T37" fmla="*/ 26 h 39"/>
                <a:gd name="T38" fmla="*/ 8 w 20"/>
                <a:gd name="T39" fmla="*/ 30 h 39"/>
                <a:gd name="T40" fmla="*/ 10 w 20"/>
                <a:gd name="T41" fmla="*/ 39 h 39"/>
                <a:gd name="T42" fmla="*/ 14 w 20"/>
                <a:gd name="T43" fmla="*/ 34 h 39"/>
                <a:gd name="T44" fmla="*/ 14 w 20"/>
                <a:gd name="T45" fmla="*/ 3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39">
                  <a:moveTo>
                    <a:pt x="14" y="34"/>
                  </a:moveTo>
                  <a:cubicBezTo>
                    <a:pt x="12" y="32"/>
                    <a:pt x="16" y="30"/>
                    <a:pt x="17" y="30"/>
                  </a:cubicBezTo>
                  <a:cubicBezTo>
                    <a:pt x="19" y="29"/>
                    <a:pt x="20" y="28"/>
                    <a:pt x="20" y="27"/>
                  </a:cubicBezTo>
                  <a:cubicBezTo>
                    <a:pt x="20" y="26"/>
                    <a:pt x="20" y="25"/>
                    <a:pt x="20" y="24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2"/>
                    <a:pt x="18" y="21"/>
                    <a:pt x="17" y="20"/>
                  </a:cubicBezTo>
                  <a:cubicBezTo>
                    <a:pt x="16" y="20"/>
                    <a:pt x="15" y="21"/>
                    <a:pt x="14" y="20"/>
                  </a:cubicBezTo>
                  <a:cubicBezTo>
                    <a:pt x="11" y="18"/>
                    <a:pt x="14" y="17"/>
                    <a:pt x="16" y="16"/>
                  </a:cubicBezTo>
                  <a:cubicBezTo>
                    <a:pt x="18" y="15"/>
                    <a:pt x="19" y="12"/>
                    <a:pt x="17" y="10"/>
                  </a:cubicBezTo>
                  <a:cubicBezTo>
                    <a:pt x="17" y="9"/>
                    <a:pt x="14" y="7"/>
                    <a:pt x="15" y="6"/>
                  </a:cubicBezTo>
                  <a:cubicBezTo>
                    <a:pt x="16" y="5"/>
                    <a:pt x="17" y="5"/>
                    <a:pt x="18" y="4"/>
                  </a:cubicBezTo>
                  <a:cubicBezTo>
                    <a:pt x="18" y="4"/>
                    <a:pt x="18" y="1"/>
                    <a:pt x="18" y="1"/>
                  </a:cubicBezTo>
                  <a:cubicBezTo>
                    <a:pt x="17" y="1"/>
                    <a:pt x="16" y="4"/>
                    <a:pt x="15" y="3"/>
                  </a:cubicBezTo>
                  <a:cubicBezTo>
                    <a:pt x="15" y="3"/>
                    <a:pt x="14" y="2"/>
                    <a:pt x="14" y="2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9" y="1"/>
                    <a:pt x="6" y="2"/>
                    <a:pt x="5" y="4"/>
                  </a:cubicBezTo>
                  <a:cubicBezTo>
                    <a:pt x="3" y="8"/>
                    <a:pt x="5" y="14"/>
                    <a:pt x="2" y="17"/>
                  </a:cubicBezTo>
                  <a:cubicBezTo>
                    <a:pt x="0" y="19"/>
                    <a:pt x="0" y="19"/>
                    <a:pt x="1" y="21"/>
                  </a:cubicBezTo>
                  <a:cubicBezTo>
                    <a:pt x="1" y="23"/>
                    <a:pt x="4" y="24"/>
                    <a:pt x="4" y="26"/>
                  </a:cubicBezTo>
                  <a:cubicBezTo>
                    <a:pt x="5" y="28"/>
                    <a:pt x="8" y="29"/>
                    <a:pt x="8" y="30"/>
                  </a:cubicBezTo>
                  <a:cubicBezTo>
                    <a:pt x="9" y="33"/>
                    <a:pt x="10" y="37"/>
                    <a:pt x="10" y="39"/>
                  </a:cubicBezTo>
                  <a:cubicBezTo>
                    <a:pt x="12" y="39"/>
                    <a:pt x="16" y="37"/>
                    <a:pt x="14" y="34"/>
                  </a:cubicBezTo>
                  <a:cubicBezTo>
                    <a:pt x="13" y="33"/>
                    <a:pt x="15" y="35"/>
                    <a:pt x="14" y="3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4" name="Freeform 772">
              <a:extLst>
                <a:ext uri="{FF2B5EF4-FFF2-40B4-BE49-F238E27FC236}">
                  <a16:creationId xmlns:a16="http://schemas.microsoft.com/office/drawing/2014/main" id="{F1AAD928-4CCD-B742-39A8-38EC60D45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1755" y="6559434"/>
              <a:ext cx="889846" cy="907871"/>
            </a:xfrm>
            <a:custGeom>
              <a:avLst/>
              <a:gdLst>
                <a:gd name="T0" fmla="*/ 21 w 76"/>
                <a:gd name="T1" fmla="*/ 55 h 73"/>
                <a:gd name="T2" fmla="*/ 25 w 76"/>
                <a:gd name="T3" fmla="*/ 57 h 73"/>
                <a:gd name="T4" fmla="*/ 28 w 76"/>
                <a:gd name="T5" fmla="*/ 55 h 73"/>
                <a:gd name="T6" fmla="*/ 33 w 76"/>
                <a:gd name="T7" fmla="*/ 53 h 73"/>
                <a:gd name="T8" fmla="*/ 44 w 76"/>
                <a:gd name="T9" fmla="*/ 59 h 73"/>
                <a:gd name="T10" fmla="*/ 70 w 76"/>
                <a:gd name="T11" fmla="*/ 73 h 73"/>
                <a:gd name="T12" fmla="*/ 71 w 76"/>
                <a:gd name="T13" fmla="*/ 71 h 73"/>
                <a:gd name="T14" fmla="*/ 75 w 76"/>
                <a:gd name="T15" fmla="*/ 71 h 73"/>
                <a:gd name="T16" fmla="*/ 75 w 76"/>
                <a:gd name="T17" fmla="*/ 66 h 73"/>
                <a:gd name="T18" fmla="*/ 75 w 76"/>
                <a:gd name="T19" fmla="*/ 44 h 73"/>
                <a:gd name="T20" fmla="*/ 75 w 76"/>
                <a:gd name="T21" fmla="*/ 24 h 73"/>
                <a:gd name="T22" fmla="*/ 75 w 76"/>
                <a:gd name="T23" fmla="*/ 20 h 73"/>
                <a:gd name="T24" fmla="*/ 74 w 76"/>
                <a:gd name="T25" fmla="*/ 17 h 73"/>
                <a:gd name="T26" fmla="*/ 76 w 76"/>
                <a:gd name="T27" fmla="*/ 14 h 73"/>
                <a:gd name="T28" fmla="*/ 74 w 76"/>
                <a:gd name="T29" fmla="*/ 11 h 73"/>
                <a:gd name="T30" fmla="*/ 76 w 76"/>
                <a:gd name="T31" fmla="*/ 8 h 73"/>
                <a:gd name="T32" fmla="*/ 67 w 76"/>
                <a:gd name="T33" fmla="*/ 5 h 73"/>
                <a:gd name="T34" fmla="*/ 61 w 76"/>
                <a:gd name="T35" fmla="*/ 2 h 73"/>
                <a:gd name="T36" fmla="*/ 51 w 76"/>
                <a:gd name="T37" fmla="*/ 6 h 73"/>
                <a:gd name="T38" fmla="*/ 51 w 76"/>
                <a:gd name="T39" fmla="*/ 9 h 73"/>
                <a:gd name="T40" fmla="*/ 50 w 76"/>
                <a:gd name="T41" fmla="*/ 14 h 73"/>
                <a:gd name="T42" fmla="*/ 41 w 76"/>
                <a:gd name="T43" fmla="*/ 13 h 73"/>
                <a:gd name="T44" fmla="*/ 36 w 76"/>
                <a:gd name="T45" fmla="*/ 12 h 73"/>
                <a:gd name="T46" fmla="*/ 31 w 76"/>
                <a:gd name="T47" fmla="*/ 10 h 73"/>
                <a:gd name="T48" fmla="*/ 29 w 76"/>
                <a:gd name="T49" fmla="*/ 6 h 73"/>
                <a:gd name="T50" fmla="*/ 23 w 76"/>
                <a:gd name="T51" fmla="*/ 3 h 73"/>
                <a:gd name="T52" fmla="*/ 17 w 76"/>
                <a:gd name="T53" fmla="*/ 2 h 73"/>
                <a:gd name="T54" fmla="*/ 11 w 76"/>
                <a:gd name="T55" fmla="*/ 0 h 73"/>
                <a:gd name="T56" fmla="*/ 11 w 76"/>
                <a:gd name="T57" fmla="*/ 4 h 73"/>
                <a:gd name="T58" fmla="*/ 9 w 76"/>
                <a:gd name="T59" fmla="*/ 6 h 73"/>
                <a:gd name="T60" fmla="*/ 5 w 76"/>
                <a:gd name="T61" fmla="*/ 8 h 73"/>
                <a:gd name="T62" fmla="*/ 5 w 76"/>
                <a:gd name="T63" fmla="*/ 14 h 73"/>
                <a:gd name="T64" fmla="*/ 1 w 76"/>
                <a:gd name="T65" fmla="*/ 17 h 73"/>
                <a:gd name="T66" fmla="*/ 3 w 76"/>
                <a:gd name="T67" fmla="*/ 21 h 73"/>
                <a:gd name="T68" fmla="*/ 3 w 76"/>
                <a:gd name="T69" fmla="*/ 26 h 73"/>
                <a:gd name="T70" fmla="*/ 3 w 76"/>
                <a:gd name="T71" fmla="*/ 31 h 73"/>
                <a:gd name="T72" fmla="*/ 3 w 76"/>
                <a:gd name="T73" fmla="*/ 34 h 73"/>
                <a:gd name="T74" fmla="*/ 3 w 76"/>
                <a:gd name="T75" fmla="*/ 37 h 73"/>
                <a:gd name="T76" fmla="*/ 1 w 76"/>
                <a:gd name="T77" fmla="*/ 40 h 73"/>
                <a:gd name="T78" fmla="*/ 4 w 76"/>
                <a:gd name="T79" fmla="*/ 46 h 73"/>
                <a:gd name="T80" fmla="*/ 7 w 76"/>
                <a:gd name="T81" fmla="*/ 48 h 73"/>
                <a:gd name="T82" fmla="*/ 11 w 76"/>
                <a:gd name="T83" fmla="*/ 49 h 73"/>
                <a:gd name="T84" fmla="*/ 14 w 76"/>
                <a:gd name="T85" fmla="*/ 53 h 73"/>
                <a:gd name="T86" fmla="*/ 21 w 76"/>
                <a:gd name="T87" fmla="*/ 55 h 73"/>
                <a:gd name="T88" fmla="*/ 21 w 76"/>
                <a:gd name="T89" fmla="*/ 5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73">
                  <a:moveTo>
                    <a:pt x="21" y="55"/>
                  </a:moveTo>
                  <a:cubicBezTo>
                    <a:pt x="21" y="56"/>
                    <a:pt x="24" y="58"/>
                    <a:pt x="25" y="57"/>
                  </a:cubicBezTo>
                  <a:cubicBezTo>
                    <a:pt x="26" y="56"/>
                    <a:pt x="27" y="56"/>
                    <a:pt x="28" y="55"/>
                  </a:cubicBezTo>
                  <a:cubicBezTo>
                    <a:pt x="29" y="55"/>
                    <a:pt x="32" y="53"/>
                    <a:pt x="33" y="53"/>
                  </a:cubicBezTo>
                  <a:cubicBezTo>
                    <a:pt x="37" y="55"/>
                    <a:pt x="40" y="57"/>
                    <a:pt x="44" y="59"/>
                  </a:cubicBezTo>
                  <a:cubicBezTo>
                    <a:pt x="53" y="64"/>
                    <a:pt x="61" y="69"/>
                    <a:pt x="70" y="73"/>
                  </a:cubicBezTo>
                  <a:cubicBezTo>
                    <a:pt x="70" y="71"/>
                    <a:pt x="69" y="71"/>
                    <a:pt x="71" y="71"/>
                  </a:cubicBezTo>
                  <a:cubicBezTo>
                    <a:pt x="71" y="71"/>
                    <a:pt x="75" y="71"/>
                    <a:pt x="75" y="71"/>
                  </a:cubicBezTo>
                  <a:cubicBezTo>
                    <a:pt x="75" y="69"/>
                    <a:pt x="75" y="68"/>
                    <a:pt x="75" y="66"/>
                  </a:cubicBezTo>
                  <a:cubicBezTo>
                    <a:pt x="75" y="59"/>
                    <a:pt x="75" y="52"/>
                    <a:pt x="75" y="44"/>
                  </a:cubicBezTo>
                  <a:cubicBezTo>
                    <a:pt x="75" y="37"/>
                    <a:pt x="75" y="30"/>
                    <a:pt x="75" y="24"/>
                  </a:cubicBezTo>
                  <a:cubicBezTo>
                    <a:pt x="75" y="22"/>
                    <a:pt x="75" y="21"/>
                    <a:pt x="75" y="20"/>
                  </a:cubicBezTo>
                  <a:cubicBezTo>
                    <a:pt x="74" y="19"/>
                    <a:pt x="74" y="18"/>
                    <a:pt x="74" y="17"/>
                  </a:cubicBezTo>
                  <a:cubicBezTo>
                    <a:pt x="74" y="16"/>
                    <a:pt x="76" y="15"/>
                    <a:pt x="76" y="14"/>
                  </a:cubicBezTo>
                  <a:cubicBezTo>
                    <a:pt x="76" y="13"/>
                    <a:pt x="74" y="12"/>
                    <a:pt x="74" y="11"/>
                  </a:cubicBezTo>
                  <a:cubicBezTo>
                    <a:pt x="74" y="10"/>
                    <a:pt x="75" y="9"/>
                    <a:pt x="76" y="8"/>
                  </a:cubicBezTo>
                  <a:cubicBezTo>
                    <a:pt x="73" y="6"/>
                    <a:pt x="70" y="7"/>
                    <a:pt x="67" y="5"/>
                  </a:cubicBezTo>
                  <a:cubicBezTo>
                    <a:pt x="65" y="4"/>
                    <a:pt x="64" y="2"/>
                    <a:pt x="61" y="2"/>
                  </a:cubicBezTo>
                  <a:cubicBezTo>
                    <a:pt x="57" y="2"/>
                    <a:pt x="53" y="3"/>
                    <a:pt x="51" y="6"/>
                  </a:cubicBezTo>
                  <a:cubicBezTo>
                    <a:pt x="50" y="7"/>
                    <a:pt x="50" y="8"/>
                    <a:pt x="51" y="9"/>
                  </a:cubicBezTo>
                  <a:cubicBezTo>
                    <a:pt x="52" y="11"/>
                    <a:pt x="51" y="12"/>
                    <a:pt x="50" y="14"/>
                  </a:cubicBezTo>
                  <a:cubicBezTo>
                    <a:pt x="48" y="17"/>
                    <a:pt x="44" y="15"/>
                    <a:pt x="41" y="13"/>
                  </a:cubicBezTo>
                  <a:cubicBezTo>
                    <a:pt x="39" y="13"/>
                    <a:pt x="38" y="12"/>
                    <a:pt x="36" y="12"/>
                  </a:cubicBezTo>
                  <a:cubicBezTo>
                    <a:pt x="34" y="11"/>
                    <a:pt x="32" y="12"/>
                    <a:pt x="31" y="10"/>
                  </a:cubicBezTo>
                  <a:cubicBezTo>
                    <a:pt x="30" y="9"/>
                    <a:pt x="30" y="7"/>
                    <a:pt x="29" y="6"/>
                  </a:cubicBezTo>
                  <a:cubicBezTo>
                    <a:pt x="28" y="4"/>
                    <a:pt x="25" y="4"/>
                    <a:pt x="23" y="3"/>
                  </a:cubicBezTo>
                  <a:cubicBezTo>
                    <a:pt x="21" y="2"/>
                    <a:pt x="19" y="2"/>
                    <a:pt x="17" y="2"/>
                  </a:cubicBezTo>
                  <a:cubicBezTo>
                    <a:pt x="15" y="2"/>
                    <a:pt x="14" y="1"/>
                    <a:pt x="11" y="0"/>
                  </a:cubicBezTo>
                  <a:cubicBezTo>
                    <a:pt x="11" y="1"/>
                    <a:pt x="11" y="2"/>
                    <a:pt x="11" y="4"/>
                  </a:cubicBezTo>
                  <a:cubicBezTo>
                    <a:pt x="11" y="5"/>
                    <a:pt x="11" y="4"/>
                    <a:pt x="9" y="6"/>
                  </a:cubicBezTo>
                  <a:cubicBezTo>
                    <a:pt x="8" y="7"/>
                    <a:pt x="7" y="7"/>
                    <a:pt x="5" y="8"/>
                  </a:cubicBezTo>
                  <a:cubicBezTo>
                    <a:pt x="3" y="10"/>
                    <a:pt x="6" y="12"/>
                    <a:pt x="5" y="14"/>
                  </a:cubicBezTo>
                  <a:cubicBezTo>
                    <a:pt x="4" y="16"/>
                    <a:pt x="1" y="16"/>
                    <a:pt x="1" y="17"/>
                  </a:cubicBezTo>
                  <a:cubicBezTo>
                    <a:pt x="1" y="19"/>
                    <a:pt x="2" y="20"/>
                    <a:pt x="3" y="21"/>
                  </a:cubicBezTo>
                  <a:cubicBezTo>
                    <a:pt x="3" y="23"/>
                    <a:pt x="3" y="25"/>
                    <a:pt x="3" y="26"/>
                  </a:cubicBezTo>
                  <a:cubicBezTo>
                    <a:pt x="3" y="28"/>
                    <a:pt x="4" y="29"/>
                    <a:pt x="3" y="31"/>
                  </a:cubicBezTo>
                  <a:cubicBezTo>
                    <a:pt x="3" y="32"/>
                    <a:pt x="3" y="33"/>
                    <a:pt x="3" y="34"/>
                  </a:cubicBezTo>
                  <a:cubicBezTo>
                    <a:pt x="3" y="35"/>
                    <a:pt x="4" y="36"/>
                    <a:pt x="3" y="37"/>
                  </a:cubicBezTo>
                  <a:cubicBezTo>
                    <a:pt x="3" y="38"/>
                    <a:pt x="0" y="38"/>
                    <a:pt x="1" y="40"/>
                  </a:cubicBezTo>
                  <a:cubicBezTo>
                    <a:pt x="3" y="42"/>
                    <a:pt x="4" y="43"/>
                    <a:pt x="4" y="46"/>
                  </a:cubicBezTo>
                  <a:cubicBezTo>
                    <a:pt x="4" y="48"/>
                    <a:pt x="6" y="47"/>
                    <a:pt x="7" y="48"/>
                  </a:cubicBezTo>
                  <a:cubicBezTo>
                    <a:pt x="9" y="48"/>
                    <a:pt x="10" y="48"/>
                    <a:pt x="11" y="49"/>
                  </a:cubicBezTo>
                  <a:cubicBezTo>
                    <a:pt x="12" y="50"/>
                    <a:pt x="13" y="52"/>
                    <a:pt x="14" y="53"/>
                  </a:cubicBezTo>
                  <a:cubicBezTo>
                    <a:pt x="16" y="54"/>
                    <a:pt x="19" y="53"/>
                    <a:pt x="21" y="55"/>
                  </a:cubicBezTo>
                  <a:cubicBezTo>
                    <a:pt x="22" y="56"/>
                    <a:pt x="20" y="54"/>
                    <a:pt x="21" y="5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5" name="Freeform 773">
              <a:extLst>
                <a:ext uri="{FF2B5EF4-FFF2-40B4-BE49-F238E27FC236}">
                  <a16:creationId xmlns:a16="http://schemas.microsoft.com/office/drawing/2014/main" id="{302FFFB2-9955-14B2-CFC8-0F823D9E2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9467" y="6943698"/>
              <a:ext cx="490812" cy="422266"/>
            </a:xfrm>
            <a:custGeom>
              <a:avLst/>
              <a:gdLst>
                <a:gd name="T0" fmla="*/ 19 w 42"/>
                <a:gd name="T1" fmla="*/ 34 h 34"/>
                <a:gd name="T2" fmla="*/ 20 w 42"/>
                <a:gd name="T3" fmla="*/ 25 h 34"/>
                <a:gd name="T4" fmla="*/ 24 w 42"/>
                <a:gd name="T5" fmla="*/ 22 h 34"/>
                <a:gd name="T6" fmla="*/ 25 w 42"/>
                <a:gd name="T7" fmla="*/ 20 h 34"/>
                <a:gd name="T8" fmla="*/ 25 w 42"/>
                <a:gd name="T9" fmla="*/ 9 h 34"/>
                <a:gd name="T10" fmla="*/ 32 w 42"/>
                <a:gd name="T11" fmla="*/ 9 h 34"/>
                <a:gd name="T12" fmla="*/ 41 w 42"/>
                <a:gd name="T13" fmla="*/ 9 h 34"/>
                <a:gd name="T14" fmla="*/ 42 w 42"/>
                <a:gd name="T15" fmla="*/ 2 h 34"/>
                <a:gd name="T16" fmla="*/ 40 w 42"/>
                <a:gd name="T17" fmla="*/ 0 h 34"/>
                <a:gd name="T18" fmla="*/ 20 w 42"/>
                <a:gd name="T19" fmla="*/ 0 h 34"/>
                <a:gd name="T20" fmla="*/ 15 w 42"/>
                <a:gd name="T21" fmla="*/ 6 h 34"/>
                <a:gd name="T22" fmla="*/ 10 w 42"/>
                <a:gd name="T23" fmla="*/ 17 h 34"/>
                <a:gd name="T24" fmla="*/ 8 w 42"/>
                <a:gd name="T25" fmla="*/ 18 h 34"/>
                <a:gd name="T26" fmla="*/ 4 w 42"/>
                <a:gd name="T27" fmla="*/ 25 h 34"/>
                <a:gd name="T28" fmla="*/ 0 w 42"/>
                <a:gd name="T29" fmla="*/ 34 h 34"/>
                <a:gd name="T30" fmla="*/ 19 w 42"/>
                <a:gd name="T3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34">
                  <a:moveTo>
                    <a:pt x="19" y="34"/>
                  </a:moveTo>
                  <a:cubicBezTo>
                    <a:pt x="19" y="31"/>
                    <a:pt x="18" y="26"/>
                    <a:pt x="20" y="25"/>
                  </a:cubicBezTo>
                  <a:cubicBezTo>
                    <a:pt x="21" y="24"/>
                    <a:pt x="23" y="23"/>
                    <a:pt x="24" y="22"/>
                  </a:cubicBezTo>
                  <a:cubicBezTo>
                    <a:pt x="25" y="22"/>
                    <a:pt x="25" y="20"/>
                    <a:pt x="25" y="20"/>
                  </a:cubicBezTo>
                  <a:cubicBezTo>
                    <a:pt x="25" y="16"/>
                    <a:pt x="25" y="13"/>
                    <a:pt x="25" y="9"/>
                  </a:cubicBezTo>
                  <a:cubicBezTo>
                    <a:pt x="25" y="9"/>
                    <a:pt x="31" y="9"/>
                    <a:pt x="32" y="9"/>
                  </a:cubicBezTo>
                  <a:cubicBezTo>
                    <a:pt x="35" y="9"/>
                    <a:pt x="38" y="9"/>
                    <a:pt x="41" y="9"/>
                  </a:cubicBezTo>
                  <a:cubicBezTo>
                    <a:pt x="42" y="9"/>
                    <a:pt x="42" y="3"/>
                    <a:pt x="42" y="2"/>
                  </a:cubicBezTo>
                  <a:cubicBezTo>
                    <a:pt x="42" y="0"/>
                    <a:pt x="42" y="0"/>
                    <a:pt x="40" y="0"/>
                  </a:cubicBezTo>
                  <a:cubicBezTo>
                    <a:pt x="33" y="0"/>
                    <a:pt x="27" y="0"/>
                    <a:pt x="20" y="0"/>
                  </a:cubicBezTo>
                  <a:cubicBezTo>
                    <a:pt x="18" y="2"/>
                    <a:pt x="17" y="4"/>
                    <a:pt x="15" y="6"/>
                  </a:cubicBezTo>
                  <a:cubicBezTo>
                    <a:pt x="11" y="9"/>
                    <a:pt x="11" y="12"/>
                    <a:pt x="10" y="17"/>
                  </a:cubicBezTo>
                  <a:cubicBezTo>
                    <a:pt x="10" y="17"/>
                    <a:pt x="9" y="18"/>
                    <a:pt x="8" y="18"/>
                  </a:cubicBezTo>
                  <a:cubicBezTo>
                    <a:pt x="6" y="20"/>
                    <a:pt x="5" y="22"/>
                    <a:pt x="4" y="25"/>
                  </a:cubicBezTo>
                  <a:cubicBezTo>
                    <a:pt x="2" y="28"/>
                    <a:pt x="0" y="30"/>
                    <a:pt x="0" y="34"/>
                  </a:cubicBezTo>
                  <a:cubicBezTo>
                    <a:pt x="6" y="34"/>
                    <a:pt x="13" y="34"/>
                    <a:pt x="19" y="3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6" name="Freeform 774">
              <a:extLst>
                <a:ext uri="{FF2B5EF4-FFF2-40B4-BE49-F238E27FC236}">
                  <a16:creationId xmlns:a16="http://schemas.microsoft.com/office/drawing/2014/main" id="{C0BA8603-E338-E1C0-5A5A-C27B11AC7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4894" y="6348302"/>
              <a:ext cx="702297" cy="595394"/>
            </a:xfrm>
            <a:custGeom>
              <a:avLst/>
              <a:gdLst>
                <a:gd name="T0" fmla="*/ 22 w 60"/>
                <a:gd name="T1" fmla="*/ 48 h 48"/>
                <a:gd name="T2" fmla="*/ 23 w 60"/>
                <a:gd name="T3" fmla="*/ 41 h 48"/>
                <a:gd name="T4" fmla="*/ 29 w 60"/>
                <a:gd name="T5" fmla="*/ 37 h 48"/>
                <a:gd name="T6" fmla="*/ 33 w 60"/>
                <a:gd name="T7" fmla="*/ 37 h 48"/>
                <a:gd name="T8" fmla="*/ 38 w 60"/>
                <a:gd name="T9" fmla="*/ 35 h 48"/>
                <a:gd name="T10" fmla="*/ 40 w 60"/>
                <a:gd name="T11" fmla="*/ 32 h 48"/>
                <a:gd name="T12" fmla="*/ 45 w 60"/>
                <a:gd name="T13" fmla="*/ 31 h 48"/>
                <a:gd name="T14" fmla="*/ 46 w 60"/>
                <a:gd name="T15" fmla="*/ 28 h 48"/>
                <a:gd name="T16" fmla="*/ 50 w 60"/>
                <a:gd name="T17" fmla="*/ 25 h 48"/>
                <a:gd name="T18" fmla="*/ 53 w 60"/>
                <a:gd name="T19" fmla="*/ 23 h 48"/>
                <a:gd name="T20" fmla="*/ 58 w 60"/>
                <a:gd name="T21" fmla="*/ 24 h 48"/>
                <a:gd name="T22" fmla="*/ 56 w 60"/>
                <a:gd name="T23" fmla="*/ 16 h 48"/>
                <a:gd name="T24" fmla="*/ 56 w 60"/>
                <a:gd name="T25" fmla="*/ 10 h 48"/>
                <a:gd name="T26" fmla="*/ 55 w 60"/>
                <a:gd name="T27" fmla="*/ 7 h 48"/>
                <a:gd name="T28" fmla="*/ 51 w 60"/>
                <a:gd name="T29" fmla="*/ 6 h 48"/>
                <a:gd name="T30" fmla="*/ 47 w 60"/>
                <a:gd name="T31" fmla="*/ 6 h 48"/>
                <a:gd name="T32" fmla="*/ 42 w 60"/>
                <a:gd name="T33" fmla="*/ 6 h 48"/>
                <a:gd name="T34" fmla="*/ 35 w 60"/>
                <a:gd name="T35" fmla="*/ 4 h 48"/>
                <a:gd name="T36" fmla="*/ 30 w 60"/>
                <a:gd name="T37" fmla="*/ 13 h 48"/>
                <a:gd name="T38" fmla="*/ 20 w 60"/>
                <a:gd name="T39" fmla="*/ 19 h 48"/>
                <a:gd name="T40" fmla="*/ 16 w 60"/>
                <a:gd name="T41" fmla="*/ 27 h 48"/>
                <a:gd name="T42" fmla="*/ 16 w 60"/>
                <a:gd name="T43" fmla="*/ 35 h 48"/>
                <a:gd name="T44" fmla="*/ 14 w 60"/>
                <a:gd name="T45" fmla="*/ 39 h 48"/>
                <a:gd name="T46" fmla="*/ 9 w 60"/>
                <a:gd name="T47" fmla="*/ 42 h 48"/>
                <a:gd name="T48" fmla="*/ 5 w 60"/>
                <a:gd name="T49" fmla="*/ 45 h 48"/>
                <a:gd name="T50" fmla="*/ 0 w 60"/>
                <a:gd name="T51" fmla="*/ 48 h 48"/>
                <a:gd name="T52" fmla="*/ 22 w 60"/>
                <a:gd name="T5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48">
                  <a:moveTo>
                    <a:pt x="22" y="48"/>
                  </a:moveTo>
                  <a:cubicBezTo>
                    <a:pt x="22" y="45"/>
                    <a:pt x="21" y="43"/>
                    <a:pt x="23" y="41"/>
                  </a:cubicBezTo>
                  <a:cubicBezTo>
                    <a:pt x="25" y="40"/>
                    <a:pt x="28" y="39"/>
                    <a:pt x="29" y="37"/>
                  </a:cubicBezTo>
                  <a:cubicBezTo>
                    <a:pt x="30" y="37"/>
                    <a:pt x="32" y="37"/>
                    <a:pt x="33" y="37"/>
                  </a:cubicBezTo>
                  <a:cubicBezTo>
                    <a:pt x="34" y="36"/>
                    <a:pt x="36" y="36"/>
                    <a:pt x="38" y="35"/>
                  </a:cubicBezTo>
                  <a:cubicBezTo>
                    <a:pt x="39" y="34"/>
                    <a:pt x="39" y="33"/>
                    <a:pt x="40" y="32"/>
                  </a:cubicBezTo>
                  <a:cubicBezTo>
                    <a:pt x="41" y="31"/>
                    <a:pt x="44" y="32"/>
                    <a:pt x="45" y="31"/>
                  </a:cubicBezTo>
                  <a:cubicBezTo>
                    <a:pt x="46" y="30"/>
                    <a:pt x="46" y="29"/>
                    <a:pt x="46" y="28"/>
                  </a:cubicBezTo>
                  <a:cubicBezTo>
                    <a:pt x="46" y="26"/>
                    <a:pt x="49" y="26"/>
                    <a:pt x="50" y="25"/>
                  </a:cubicBezTo>
                  <a:cubicBezTo>
                    <a:pt x="51" y="24"/>
                    <a:pt x="51" y="23"/>
                    <a:pt x="53" y="23"/>
                  </a:cubicBezTo>
                  <a:cubicBezTo>
                    <a:pt x="54" y="23"/>
                    <a:pt x="57" y="24"/>
                    <a:pt x="58" y="24"/>
                  </a:cubicBezTo>
                  <a:cubicBezTo>
                    <a:pt x="60" y="23"/>
                    <a:pt x="56" y="17"/>
                    <a:pt x="56" y="16"/>
                  </a:cubicBezTo>
                  <a:cubicBezTo>
                    <a:pt x="56" y="14"/>
                    <a:pt x="56" y="12"/>
                    <a:pt x="56" y="10"/>
                  </a:cubicBezTo>
                  <a:cubicBezTo>
                    <a:pt x="55" y="9"/>
                    <a:pt x="55" y="8"/>
                    <a:pt x="55" y="7"/>
                  </a:cubicBezTo>
                  <a:cubicBezTo>
                    <a:pt x="53" y="7"/>
                    <a:pt x="52" y="6"/>
                    <a:pt x="51" y="6"/>
                  </a:cubicBezTo>
                  <a:cubicBezTo>
                    <a:pt x="50" y="5"/>
                    <a:pt x="48" y="6"/>
                    <a:pt x="47" y="6"/>
                  </a:cubicBezTo>
                  <a:cubicBezTo>
                    <a:pt x="46" y="5"/>
                    <a:pt x="44" y="6"/>
                    <a:pt x="42" y="6"/>
                  </a:cubicBezTo>
                  <a:cubicBezTo>
                    <a:pt x="40" y="6"/>
                    <a:pt x="36" y="0"/>
                    <a:pt x="35" y="4"/>
                  </a:cubicBezTo>
                  <a:cubicBezTo>
                    <a:pt x="34" y="7"/>
                    <a:pt x="33" y="10"/>
                    <a:pt x="30" y="13"/>
                  </a:cubicBezTo>
                  <a:cubicBezTo>
                    <a:pt x="27" y="16"/>
                    <a:pt x="23" y="16"/>
                    <a:pt x="20" y="19"/>
                  </a:cubicBezTo>
                  <a:cubicBezTo>
                    <a:pt x="18" y="21"/>
                    <a:pt x="17" y="24"/>
                    <a:pt x="16" y="27"/>
                  </a:cubicBezTo>
                  <a:cubicBezTo>
                    <a:pt x="16" y="29"/>
                    <a:pt x="17" y="32"/>
                    <a:pt x="16" y="35"/>
                  </a:cubicBezTo>
                  <a:cubicBezTo>
                    <a:pt x="15" y="36"/>
                    <a:pt x="14" y="38"/>
                    <a:pt x="14" y="39"/>
                  </a:cubicBezTo>
                  <a:cubicBezTo>
                    <a:pt x="13" y="41"/>
                    <a:pt x="11" y="41"/>
                    <a:pt x="9" y="42"/>
                  </a:cubicBezTo>
                  <a:cubicBezTo>
                    <a:pt x="8" y="43"/>
                    <a:pt x="7" y="44"/>
                    <a:pt x="5" y="45"/>
                  </a:cubicBezTo>
                  <a:cubicBezTo>
                    <a:pt x="4" y="46"/>
                    <a:pt x="2" y="46"/>
                    <a:pt x="0" y="48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7" name="Freeform 775">
              <a:extLst>
                <a:ext uri="{FF2B5EF4-FFF2-40B4-BE49-F238E27FC236}">
                  <a16:creationId xmlns:a16="http://schemas.microsoft.com/office/drawing/2014/main" id="{C808E472-E99A-F074-29DE-3491B7DD9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2298" y="6289186"/>
              <a:ext cx="1213060" cy="1224566"/>
            </a:xfrm>
            <a:custGeom>
              <a:avLst/>
              <a:gdLst>
                <a:gd name="T0" fmla="*/ 35 w 104"/>
                <a:gd name="T1" fmla="*/ 22 h 99"/>
                <a:gd name="T2" fmla="*/ 36 w 104"/>
                <a:gd name="T3" fmla="*/ 29 h 99"/>
                <a:gd name="T4" fmla="*/ 31 w 104"/>
                <a:gd name="T5" fmla="*/ 28 h 99"/>
                <a:gd name="T6" fmla="*/ 29 w 104"/>
                <a:gd name="T7" fmla="*/ 30 h 99"/>
                <a:gd name="T8" fmla="*/ 26 w 104"/>
                <a:gd name="T9" fmla="*/ 31 h 99"/>
                <a:gd name="T10" fmla="*/ 24 w 104"/>
                <a:gd name="T11" fmla="*/ 35 h 99"/>
                <a:gd name="T12" fmla="*/ 20 w 104"/>
                <a:gd name="T13" fmla="*/ 37 h 99"/>
                <a:gd name="T14" fmla="*/ 17 w 104"/>
                <a:gd name="T15" fmla="*/ 40 h 99"/>
                <a:gd name="T16" fmla="*/ 11 w 104"/>
                <a:gd name="T17" fmla="*/ 42 h 99"/>
                <a:gd name="T18" fmla="*/ 8 w 104"/>
                <a:gd name="T19" fmla="*/ 43 h 99"/>
                <a:gd name="T20" fmla="*/ 4 w 104"/>
                <a:gd name="T21" fmla="*/ 45 h 99"/>
                <a:gd name="T22" fmla="*/ 1 w 104"/>
                <a:gd name="T23" fmla="*/ 52 h 99"/>
                <a:gd name="T24" fmla="*/ 2 w 104"/>
                <a:gd name="T25" fmla="*/ 56 h 99"/>
                <a:gd name="T26" fmla="*/ 6 w 104"/>
                <a:gd name="T27" fmla="*/ 59 h 99"/>
                <a:gd name="T28" fmla="*/ 37 w 104"/>
                <a:gd name="T29" fmla="*/ 79 h 99"/>
                <a:gd name="T30" fmla="*/ 48 w 104"/>
                <a:gd name="T31" fmla="*/ 86 h 99"/>
                <a:gd name="T32" fmla="*/ 49 w 104"/>
                <a:gd name="T33" fmla="*/ 87 h 99"/>
                <a:gd name="T34" fmla="*/ 58 w 104"/>
                <a:gd name="T35" fmla="*/ 93 h 99"/>
                <a:gd name="T36" fmla="*/ 61 w 104"/>
                <a:gd name="T37" fmla="*/ 99 h 99"/>
                <a:gd name="T38" fmla="*/ 67 w 104"/>
                <a:gd name="T39" fmla="*/ 97 h 99"/>
                <a:gd name="T40" fmla="*/ 72 w 104"/>
                <a:gd name="T41" fmla="*/ 96 h 99"/>
                <a:gd name="T42" fmla="*/ 85 w 104"/>
                <a:gd name="T43" fmla="*/ 87 h 99"/>
                <a:gd name="T44" fmla="*/ 100 w 104"/>
                <a:gd name="T45" fmla="*/ 77 h 99"/>
                <a:gd name="T46" fmla="*/ 104 w 104"/>
                <a:gd name="T47" fmla="*/ 75 h 99"/>
                <a:gd name="T48" fmla="*/ 97 w 104"/>
                <a:gd name="T49" fmla="*/ 69 h 99"/>
                <a:gd name="T50" fmla="*/ 94 w 104"/>
                <a:gd name="T51" fmla="*/ 69 h 99"/>
                <a:gd name="T52" fmla="*/ 92 w 104"/>
                <a:gd name="T53" fmla="*/ 63 h 99"/>
                <a:gd name="T54" fmla="*/ 92 w 104"/>
                <a:gd name="T55" fmla="*/ 60 h 99"/>
                <a:gd name="T56" fmla="*/ 93 w 104"/>
                <a:gd name="T57" fmla="*/ 55 h 99"/>
                <a:gd name="T58" fmla="*/ 93 w 104"/>
                <a:gd name="T59" fmla="*/ 50 h 99"/>
                <a:gd name="T60" fmla="*/ 93 w 104"/>
                <a:gd name="T61" fmla="*/ 46 h 99"/>
                <a:gd name="T62" fmla="*/ 92 w 104"/>
                <a:gd name="T63" fmla="*/ 42 h 99"/>
                <a:gd name="T64" fmla="*/ 91 w 104"/>
                <a:gd name="T65" fmla="*/ 37 h 99"/>
                <a:gd name="T66" fmla="*/ 87 w 104"/>
                <a:gd name="T67" fmla="*/ 27 h 99"/>
                <a:gd name="T68" fmla="*/ 82 w 104"/>
                <a:gd name="T69" fmla="*/ 20 h 99"/>
                <a:gd name="T70" fmla="*/ 85 w 104"/>
                <a:gd name="T71" fmla="*/ 13 h 99"/>
                <a:gd name="T72" fmla="*/ 86 w 104"/>
                <a:gd name="T73" fmla="*/ 2 h 99"/>
                <a:gd name="T74" fmla="*/ 84 w 104"/>
                <a:gd name="T75" fmla="*/ 1 h 99"/>
                <a:gd name="T76" fmla="*/ 81 w 104"/>
                <a:gd name="T77" fmla="*/ 0 h 99"/>
                <a:gd name="T78" fmla="*/ 79 w 104"/>
                <a:gd name="T79" fmla="*/ 1 h 99"/>
                <a:gd name="T80" fmla="*/ 75 w 104"/>
                <a:gd name="T81" fmla="*/ 0 h 99"/>
                <a:gd name="T82" fmla="*/ 72 w 104"/>
                <a:gd name="T83" fmla="*/ 2 h 99"/>
                <a:gd name="T84" fmla="*/ 68 w 104"/>
                <a:gd name="T85" fmla="*/ 1 h 99"/>
                <a:gd name="T86" fmla="*/ 61 w 104"/>
                <a:gd name="T87" fmla="*/ 2 h 99"/>
                <a:gd name="T88" fmla="*/ 46 w 104"/>
                <a:gd name="T89" fmla="*/ 5 h 99"/>
                <a:gd name="T90" fmla="*/ 43 w 104"/>
                <a:gd name="T91" fmla="*/ 7 h 99"/>
                <a:gd name="T92" fmla="*/ 39 w 104"/>
                <a:gd name="T93" fmla="*/ 8 h 99"/>
                <a:gd name="T94" fmla="*/ 34 w 104"/>
                <a:gd name="T95" fmla="*/ 12 h 99"/>
                <a:gd name="T96" fmla="*/ 35 w 104"/>
                <a:gd name="T97" fmla="*/ 22 h 99"/>
                <a:gd name="T98" fmla="*/ 35 w 104"/>
                <a:gd name="T99" fmla="*/ 2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4" h="99">
                  <a:moveTo>
                    <a:pt x="35" y="22"/>
                  </a:moveTo>
                  <a:cubicBezTo>
                    <a:pt x="36" y="23"/>
                    <a:pt x="40" y="29"/>
                    <a:pt x="36" y="29"/>
                  </a:cubicBezTo>
                  <a:cubicBezTo>
                    <a:pt x="35" y="28"/>
                    <a:pt x="32" y="27"/>
                    <a:pt x="31" y="28"/>
                  </a:cubicBezTo>
                  <a:cubicBezTo>
                    <a:pt x="30" y="29"/>
                    <a:pt x="30" y="29"/>
                    <a:pt x="29" y="30"/>
                  </a:cubicBezTo>
                  <a:cubicBezTo>
                    <a:pt x="28" y="31"/>
                    <a:pt x="27" y="31"/>
                    <a:pt x="26" y="31"/>
                  </a:cubicBezTo>
                  <a:cubicBezTo>
                    <a:pt x="24" y="32"/>
                    <a:pt x="25" y="34"/>
                    <a:pt x="24" y="35"/>
                  </a:cubicBezTo>
                  <a:cubicBezTo>
                    <a:pt x="24" y="37"/>
                    <a:pt x="21" y="36"/>
                    <a:pt x="20" y="37"/>
                  </a:cubicBezTo>
                  <a:cubicBezTo>
                    <a:pt x="18" y="37"/>
                    <a:pt x="18" y="39"/>
                    <a:pt x="17" y="40"/>
                  </a:cubicBezTo>
                  <a:cubicBezTo>
                    <a:pt x="15" y="42"/>
                    <a:pt x="13" y="41"/>
                    <a:pt x="11" y="42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7" y="43"/>
                    <a:pt x="5" y="44"/>
                    <a:pt x="4" y="45"/>
                  </a:cubicBezTo>
                  <a:cubicBezTo>
                    <a:pt x="0" y="47"/>
                    <a:pt x="1" y="48"/>
                    <a:pt x="1" y="52"/>
                  </a:cubicBezTo>
                  <a:cubicBezTo>
                    <a:pt x="1" y="55"/>
                    <a:pt x="0" y="55"/>
                    <a:pt x="2" y="56"/>
                  </a:cubicBezTo>
                  <a:cubicBezTo>
                    <a:pt x="3" y="57"/>
                    <a:pt x="5" y="58"/>
                    <a:pt x="6" y="59"/>
                  </a:cubicBezTo>
                  <a:cubicBezTo>
                    <a:pt x="16" y="66"/>
                    <a:pt x="26" y="72"/>
                    <a:pt x="37" y="79"/>
                  </a:cubicBezTo>
                  <a:cubicBezTo>
                    <a:pt x="40" y="81"/>
                    <a:pt x="44" y="84"/>
                    <a:pt x="48" y="86"/>
                  </a:cubicBezTo>
                  <a:cubicBezTo>
                    <a:pt x="48" y="87"/>
                    <a:pt x="49" y="87"/>
                    <a:pt x="49" y="87"/>
                  </a:cubicBezTo>
                  <a:cubicBezTo>
                    <a:pt x="52" y="92"/>
                    <a:pt x="54" y="92"/>
                    <a:pt x="58" y="93"/>
                  </a:cubicBezTo>
                  <a:cubicBezTo>
                    <a:pt x="61" y="94"/>
                    <a:pt x="58" y="98"/>
                    <a:pt x="61" y="99"/>
                  </a:cubicBezTo>
                  <a:cubicBezTo>
                    <a:pt x="62" y="99"/>
                    <a:pt x="65" y="98"/>
                    <a:pt x="67" y="97"/>
                  </a:cubicBezTo>
                  <a:cubicBezTo>
                    <a:pt x="68" y="97"/>
                    <a:pt x="71" y="97"/>
                    <a:pt x="72" y="96"/>
                  </a:cubicBezTo>
                  <a:cubicBezTo>
                    <a:pt x="76" y="93"/>
                    <a:pt x="80" y="90"/>
                    <a:pt x="85" y="87"/>
                  </a:cubicBezTo>
                  <a:cubicBezTo>
                    <a:pt x="90" y="84"/>
                    <a:pt x="95" y="80"/>
                    <a:pt x="100" y="77"/>
                  </a:cubicBezTo>
                  <a:cubicBezTo>
                    <a:pt x="101" y="77"/>
                    <a:pt x="102" y="76"/>
                    <a:pt x="104" y="75"/>
                  </a:cubicBezTo>
                  <a:cubicBezTo>
                    <a:pt x="102" y="71"/>
                    <a:pt x="101" y="70"/>
                    <a:pt x="97" y="69"/>
                  </a:cubicBezTo>
                  <a:cubicBezTo>
                    <a:pt x="96" y="69"/>
                    <a:pt x="94" y="69"/>
                    <a:pt x="94" y="69"/>
                  </a:cubicBezTo>
                  <a:cubicBezTo>
                    <a:pt x="94" y="66"/>
                    <a:pt x="94" y="65"/>
                    <a:pt x="92" y="63"/>
                  </a:cubicBezTo>
                  <a:cubicBezTo>
                    <a:pt x="91" y="61"/>
                    <a:pt x="91" y="61"/>
                    <a:pt x="92" y="60"/>
                  </a:cubicBezTo>
                  <a:cubicBezTo>
                    <a:pt x="94" y="58"/>
                    <a:pt x="93" y="57"/>
                    <a:pt x="93" y="55"/>
                  </a:cubicBezTo>
                  <a:cubicBezTo>
                    <a:pt x="93" y="53"/>
                    <a:pt x="94" y="52"/>
                    <a:pt x="93" y="50"/>
                  </a:cubicBezTo>
                  <a:cubicBezTo>
                    <a:pt x="93" y="49"/>
                    <a:pt x="93" y="48"/>
                    <a:pt x="93" y="46"/>
                  </a:cubicBezTo>
                  <a:cubicBezTo>
                    <a:pt x="93" y="45"/>
                    <a:pt x="93" y="43"/>
                    <a:pt x="92" y="42"/>
                  </a:cubicBezTo>
                  <a:cubicBezTo>
                    <a:pt x="91" y="41"/>
                    <a:pt x="91" y="39"/>
                    <a:pt x="91" y="37"/>
                  </a:cubicBezTo>
                  <a:cubicBezTo>
                    <a:pt x="91" y="34"/>
                    <a:pt x="90" y="30"/>
                    <a:pt x="87" y="27"/>
                  </a:cubicBezTo>
                  <a:cubicBezTo>
                    <a:pt x="85" y="25"/>
                    <a:pt x="83" y="23"/>
                    <a:pt x="82" y="20"/>
                  </a:cubicBezTo>
                  <a:cubicBezTo>
                    <a:pt x="80" y="16"/>
                    <a:pt x="84" y="17"/>
                    <a:pt x="85" y="13"/>
                  </a:cubicBezTo>
                  <a:cubicBezTo>
                    <a:pt x="85" y="9"/>
                    <a:pt x="85" y="6"/>
                    <a:pt x="86" y="2"/>
                  </a:cubicBezTo>
                  <a:cubicBezTo>
                    <a:pt x="85" y="2"/>
                    <a:pt x="85" y="1"/>
                    <a:pt x="84" y="1"/>
                  </a:cubicBezTo>
                  <a:cubicBezTo>
                    <a:pt x="82" y="2"/>
                    <a:pt x="82" y="0"/>
                    <a:pt x="81" y="0"/>
                  </a:cubicBezTo>
                  <a:cubicBezTo>
                    <a:pt x="80" y="0"/>
                    <a:pt x="80" y="1"/>
                    <a:pt x="79" y="1"/>
                  </a:cubicBezTo>
                  <a:cubicBezTo>
                    <a:pt x="77" y="1"/>
                    <a:pt x="77" y="0"/>
                    <a:pt x="75" y="0"/>
                  </a:cubicBezTo>
                  <a:cubicBezTo>
                    <a:pt x="74" y="1"/>
                    <a:pt x="73" y="1"/>
                    <a:pt x="72" y="2"/>
                  </a:cubicBezTo>
                  <a:cubicBezTo>
                    <a:pt x="70" y="3"/>
                    <a:pt x="70" y="2"/>
                    <a:pt x="68" y="1"/>
                  </a:cubicBezTo>
                  <a:cubicBezTo>
                    <a:pt x="66" y="1"/>
                    <a:pt x="63" y="1"/>
                    <a:pt x="61" y="2"/>
                  </a:cubicBezTo>
                  <a:cubicBezTo>
                    <a:pt x="56" y="3"/>
                    <a:pt x="51" y="3"/>
                    <a:pt x="46" y="5"/>
                  </a:cubicBezTo>
                  <a:cubicBezTo>
                    <a:pt x="45" y="6"/>
                    <a:pt x="44" y="7"/>
                    <a:pt x="43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7" y="9"/>
                    <a:pt x="37" y="12"/>
                    <a:pt x="34" y="12"/>
                  </a:cubicBezTo>
                  <a:cubicBezTo>
                    <a:pt x="35" y="15"/>
                    <a:pt x="35" y="18"/>
                    <a:pt x="35" y="22"/>
                  </a:cubicBezTo>
                  <a:cubicBezTo>
                    <a:pt x="36" y="23"/>
                    <a:pt x="35" y="20"/>
                    <a:pt x="35" y="2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8" name="Freeform 781">
              <a:extLst>
                <a:ext uri="{FF2B5EF4-FFF2-40B4-BE49-F238E27FC236}">
                  <a16:creationId xmlns:a16="http://schemas.microsoft.com/office/drawing/2014/main" id="{94032FA3-392A-53C9-1EBB-CB617D632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0139" y="1530270"/>
              <a:ext cx="107740" cy="50672"/>
            </a:xfrm>
            <a:custGeom>
              <a:avLst/>
              <a:gdLst>
                <a:gd name="T0" fmla="*/ 4 w 9"/>
                <a:gd name="T1" fmla="*/ 3 h 4"/>
                <a:gd name="T2" fmla="*/ 1 w 9"/>
                <a:gd name="T3" fmla="*/ 2 h 4"/>
                <a:gd name="T4" fmla="*/ 5 w 9"/>
                <a:gd name="T5" fmla="*/ 2 h 4"/>
                <a:gd name="T6" fmla="*/ 0 w 9"/>
                <a:gd name="T7" fmla="*/ 0 h 4"/>
                <a:gd name="T8" fmla="*/ 9 w 9"/>
                <a:gd name="T9" fmla="*/ 2 h 4"/>
                <a:gd name="T10" fmla="*/ 5 w 9"/>
                <a:gd name="T11" fmla="*/ 2 h 4"/>
                <a:gd name="T12" fmla="*/ 4 w 9"/>
                <a:gd name="T13" fmla="*/ 3 h 4"/>
                <a:gd name="T14" fmla="*/ 4 w 9"/>
                <a:gd name="T1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4">
                  <a:moveTo>
                    <a:pt x="4" y="3"/>
                  </a:moveTo>
                  <a:cubicBezTo>
                    <a:pt x="4" y="3"/>
                    <a:pt x="1" y="2"/>
                    <a:pt x="1" y="2"/>
                  </a:cubicBezTo>
                  <a:cubicBezTo>
                    <a:pt x="1" y="2"/>
                    <a:pt x="4" y="2"/>
                    <a:pt x="5" y="2"/>
                  </a:cubicBezTo>
                  <a:cubicBezTo>
                    <a:pt x="3" y="1"/>
                    <a:pt x="1" y="2"/>
                    <a:pt x="0" y="0"/>
                  </a:cubicBezTo>
                  <a:cubicBezTo>
                    <a:pt x="1" y="1"/>
                    <a:pt x="8" y="0"/>
                    <a:pt x="9" y="2"/>
                  </a:cubicBezTo>
                  <a:cubicBezTo>
                    <a:pt x="9" y="2"/>
                    <a:pt x="6" y="2"/>
                    <a:pt x="5" y="2"/>
                  </a:cubicBezTo>
                  <a:cubicBezTo>
                    <a:pt x="5" y="2"/>
                    <a:pt x="7" y="4"/>
                    <a:pt x="4" y="3"/>
                  </a:cubicBezTo>
                  <a:cubicBezTo>
                    <a:pt x="3" y="3"/>
                    <a:pt x="6" y="4"/>
                    <a:pt x="4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89" name="Freeform 405">
              <a:extLst>
                <a:ext uri="{FF2B5EF4-FFF2-40B4-BE49-F238E27FC236}">
                  <a16:creationId xmlns:a16="http://schemas.microsoft.com/office/drawing/2014/main" id="{EBDCE603-E039-D8F1-F7DB-2F6F09DC5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7864" y="3624702"/>
              <a:ext cx="630473" cy="325146"/>
            </a:xfrm>
            <a:custGeom>
              <a:avLst/>
              <a:gdLst>
                <a:gd name="T0" fmla="*/ 53 w 54"/>
                <a:gd name="T1" fmla="*/ 10 h 26"/>
                <a:gd name="T2" fmla="*/ 49 w 54"/>
                <a:gd name="T3" fmla="*/ 9 h 26"/>
                <a:gd name="T4" fmla="*/ 50 w 54"/>
                <a:gd name="T5" fmla="*/ 8 h 26"/>
                <a:gd name="T6" fmla="*/ 48 w 54"/>
                <a:gd name="T7" fmla="*/ 7 h 26"/>
                <a:gd name="T8" fmla="*/ 49 w 54"/>
                <a:gd name="T9" fmla="*/ 6 h 26"/>
                <a:gd name="T10" fmla="*/ 46 w 54"/>
                <a:gd name="T11" fmla="*/ 5 h 26"/>
                <a:gd name="T12" fmla="*/ 48 w 54"/>
                <a:gd name="T13" fmla="*/ 3 h 26"/>
                <a:gd name="T14" fmla="*/ 43 w 54"/>
                <a:gd name="T15" fmla="*/ 3 h 26"/>
                <a:gd name="T16" fmla="*/ 39 w 54"/>
                <a:gd name="T17" fmla="*/ 1 h 26"/>
                <a:gd name="T18" fmla="*/ 39 w 54"/>
                <a:gd name="T19" fmla="*/ 4 h 26"/>
                <a:gd name="T20" fmla="*/ 36 w 54"/>
                <a:gd name="T21" fmla="*/ 5 h 26"/>
                <a:gd name="T22" fmla="*/ 32 w 54"/>
                <a:gd name="T23" fmla="*/ 5 h 26"/>
                <a:gd name="T24" fmla="*/ 32 w 54"/>
                <a:gd name="T25" fmla="*/ 9 h 26"/>
                <a:gd name="T26" fmla="*/ 26 w 54"/>
                <a:gd name="T27" fmla="*/ 5 h 26"/>
                <a:gd name="T28" fmla="*/ 25 w 54"/>
                <a:gd name="T29" fmla="*/ 8 h 26"/>
                <a:gd name="T30" fmla="*/ 21 w 54"/>
                <a:gd name="T31" fmla="*/ 5 h 26"/>
                <a:gd name="T32" fmla="*/ 21 w 54"/>
                <a:gd name="T33" fmla="*/ 9 h 26"/>
                <a:gd name="T34" fmla="*/ 19 w 54"/>
                <a:gd name="T35" fmla="*/ 9 h 26"/>
                <a:gd name="T36" fmla="*/ 17 w 54"/>
                <a:gd name="T37" fmla="*/ 12 h 26"/>
                <a:gd name="T38" fmla="*/ 14 w 54"/>
                <a:gd name="T39" fmla="*/ 8 h 26"/>
                <a:gd name="T40" fmla="*/ 16 w 54"/>
                <a:gd name="T41" fmla="*/ 8 h 26"/>
                <a:gd name="T42" fmla="*/ 14 w 54"/>
                <a:gd name="T43" fmla="*/ 5 h 26"/>
                <a:gd name="T44" fmla="*/ 7 w 54"/>
                <a:gd name="T45" fmla="*/ 2 h 26"/>
                <a:gd name="T46" fmla="*/ 9 w 54"/>
                <a:gd name="T47" fmla="*/ 4 h 26"/>
                <a:gd name="T48" fmla="*/ 8 w 54"/>
                <a:gd name="T49" fmla="*/ 4 h 26"/>
                <a:gd name="T50" fmla="*/ 10 w 54"/>
                <a:gd name="T51" fmla="*/ 8 h 26"/>
                <a:gd name="T52" fmla="*/ 5 w 54"/>
                <a:gd name="T53" fmla="*/ 6 h 26"/>
                <a:gd name="T54" fmla="*/ 3 w 54"/>
                <a:gd name="T55" fmla="*/ 6 h 26"/>
                <a:gd name="T56" fmla="*/ 5 w 54"/>
                <a:gd name="T57" fmla="*/ 7 h 26"/>
                <a:gd name="T58" fmla="*/ 5 w 54"/>
                <a:gd name="T59" fmla="*/ 8 h 26"/>
                <a:gd name="T60" fmla="*/ 2 w 54"/>
                <a:gd name="T61" fmla="*/ 7 h 26"/>
                <a:gd name="T62" fmla="*/ 1 w 54"/>
                <a:gd name="T63" fmla="*/ 9 h 26"/>
                <a:gd name="T64" fmla="*/ 8 w 54"/>
                <a:gd name="T65" fmla="*/ 10 h 26"/>
                <a:gd name="T66" fmla="*/ 13 w 54"/>
                <a:gd name="T67" fmla="*/ 11 h 26"/>
                <a:gd name="T68" fmla="*/ 11 w 54"/>
                <a:gd name="T69" fmla="*/ 12 h 26"/>
                <a:gd name="T70" fmla="*/ 12 w 54"/>
                <a:gd name="T71" fmla="*/ 13 h 26"/>
                <a:gd name="T72" fmla="*/ 8 w 54"/>
                <a:gd name="T73" fmla="*/ 14 h 26"/>
                <a:gd name="T74" fmla="*/ 3 w 54"/>
                <a:gd name="T75" fmla="*/ 15 h 26"/>
                <a:gd name="T76" fmla="*/ 10 w 54"/>
                <a:gd name="T77" fmla="*/ 16 h 26"/>
                <a:gd name="T78" fmla="*/ 12 w 54"/>
                <a:gd name="T79" fmla="*/ 18 h 26"/>
                <a:gd name="T80" fmla="*/ 15 w 54"/>
                <a:gd name="T81" fmla="*/ 17 h 26"/>
                <a:gd name="T82" fmla="*/ 13 w 54"/>
                <a:gd name="T83" fmla="*/ 18 h 26"/>
                <a:gd name="T84" fmla="*/ 15 w 54"/>
                <a:gd name="T85" fmla="*/ 18 h 26"/>
                <a:gd name="T86" fmla="*/ 10 w 54"/>
                <a:gd name="T87" fmla="*/ 23 h 26"/>
                <a:gd name="T88" fmla="*/ 15 w 54"/>
                <a:gd name="T89" fmla="*/ 23 h 26"/>
                <a:gd name="T90" fmla="*/ 21 w 54"/>
                <a:gd name="T91" fmla="*/ 24 h 26"/>
                <a:gd name="T92" fmla="*/ 20 w 54"/>
                <a:gd name="T93" fmla="*/ 24 h 26"/>
                <a:gd name="T94" fmla="*/ 22 w 54"/>
                <a:gd name="T95" fmla="*/ 25 h 26"/>
                <a:gd name="T96" fmla="*/ 29 w 54"/>
                <a:gd name="T97" fmla="*/ 26 h 26"/>
                <a:gd name="T98" fmla="*/ 33 w 54"/>
                <a:gd name="T99" fmla="*/ 25 h 26"/>
                <a:gd name="T100" fmla="*/ 39 w 54"/>
                <a:gd name="T101" fmla="*/ 23 h 26"/>
                <a:gd name="T102" fmla="*/ 46 w 54"/>
                <a:gd name="T103" fmla="*/ 19 h 26"/>
                <a:gd name="T104" fmla="*/ 52 w 54"/>
                <a:gd name="T105" fmla="*/ 16 h 26"/>
                <a:gd name="T106" fmla="*/ 52 w 54"/>
                <a:gd name="T107" fmla="*/ 14 h 26"/>
                <a:gd name="T108" fmla="*/ 54 w 54"/>
                <a:gd name="T109" fmla="*/ 13 h 26"/>
                <a:gd name="T110" fmla="*/ 52 w 54"/>
                <a:gd name="T111" fmla="*/ 12 h 26"/>
                <a:gd name="T112" fmla="*/ 53 w 54"/>
                <a:gd name="T113" fmla="*/ 10 h 26"/>
                <a:gd name="T114" fmla="*/ 53 w 54"/>
                <a:gd name="T115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" h="26">
                  <a:moveTo>
                    <a:pt x="53" y="10"/>
                  </a:moveTo>
                  <a:cubicBezTo>
                    <a:pt x="53" y="10"/>
                    <a:pt x="49" y="9"/>
                    <a:pt x="49" y="9"/>
                  </a:cubicBezTo>
                  <a:cubicBezTo>
                    <a:pt x="49" y="9"/>
                    <a:pt x="50" y="8"/>
                    <a:pt x="50" y="8"/>
                  </a:cubicBezTo>
                  <a:cubicBezTo>
                    <a:pt x="49" y="8"/>
                    <a:pt x="47" y="8"/>
                    <a:pt x="48" y="7"/>
                  </a:cubicBezTo>
                  <a:cubicBezTo>
                    <a:pt x="48" y="7"/>
                    <a:pt x="49" y="6"/>
                    <a:pt x="49" y="6"/>
                  </a:cubicBezTo>
                  <a:cubicBezTo>
                    <a:pt x="48" y="5"/>
                    <a:pt x="46" y="5"/>
                    <a:pt x="46" y="5"/>
                  </a:cubicBezTo>
                  <a:cubicBezTo>
                    <a:pt x="46" y="4"/>
                    <a:pt x="48" y="3"/>
                    <a:pt x="48" y="3"/>
                  </a:cubicBezTo>
                  <a:cubicBezTo>
                    <a:pt x="48" y="3"/>
                    <a:pt x="44" y="4"/>
                    <a:pt x="43" y="3"/>
                  </a:cubicBezTo>
                  <a:cubicBezTo>
                    <a:pt x="42" y="2"/>
                    <a:pt x="41" y="1"/>
                    <a:pt x="39" y="1"/>
                  </a:cubicBezTo>
                  <a:cubicBezTo>
                    <a:pt x="38" y="1"/>
                    <a:pt x="40" y="3"/>
                    <a:pt x="39" y="4"/>
                  </a:cubicBezTo>
                  <a:cubicBezTo>
                    <a:pt x="38" y="5"/>
                    <a:pt x="37" y="4"/>
                    <a:pt x="36" y="5"/>
                  </a:cubicBezTo>
                  <a:cubicBezTo>
                    <a:pt x="35" y="6"/>
                    <a:pt x="34" y="5"/>
                    <a:pt x="32" y="5"/>
                  </a:cubicBezTo>
                  <a:cubicBezTo>
                    <a:pt x="30" y="4"/>
                    <a:pt x="33" y="8"/>
                    <a:pt x="32" y="9"/>
                  </a:cubicBezTo>
                  <a:cubicBezTo>
                    <a:pt x="32" y="9"/>
                    <a:pt x="28" y="2"/>
                    <a:pt x="26" y="5"/>
                  </a:cubicBezTo>
                  <a:cubicBezTo>
                    <a:pt x="25" y="5"/>
                    <a:pt x="26" y="7"/>
                    <a:pt x="25" y="8"/>
                  </a:cubicBezTo>
                  <a:cubicBezTo>
                    <a:pt x="25" y="9"/>
                    <a:pt x="22" y="5"/>
                    <a:pt x="21" y="5"/>
                  </a:cubicBezTo>
                  <a:cubicBezTo>
                    <a:pt x="20" y="5"/>
                    <a:pt x="23" y="9"/>
                    <a:pt x="21" y="9"/>
                  </a:cubicBezTo>
                  <a:cubicBezTo>
                    <a:pt x="20" y="9"/>
                    <a:pt x="20" y="9"/>
                    <a:pt x="19" y="9"/>
                  </a:cubicBezTo>
                  <a:cubicBezTo>
                    <a:pt x="18" y="9"/>
                    <a:pt x="17" y="11"/>
                    <a:pt x="17" y="12"/>
                  </a:cubicBezTo>
                  <a:cubicBezTo>
                    <a:pt x="17" y="11"/>
                    <a:pt x="14" y="9"/>
                    <a:pt x="14" y="8"/>
                  </a:cubicBezTo>
                  <a:cubicBezTo>
                    <a:pt x="14" y="8"/>
                    <a:pt x="16" y="8"/>
                    <a:pt x="16" y="8"/>
                  </a:cubicBezTo>
                  <a:cubicBezTo>
                    <a:pt x="16" y="7"/>
                    <a:pt x="14" y="5"/>
                    <a:pt x="14" y="5"/>
                  </a:cubicBezTo>
                  <a:cubicBezTo>
                    <a:pt x="13" y="5"/>
                    <a:pt x="8" y="0"/>
                    <a:pt x="7" y="2"/>
                  </a:cubicBezTo>
                  <a:cubicBezTo>
                    <a:pt x="7" y="3"/>
                    <a:pt x="10" y="3"/>
                    <a:pt x="9" y="4"/>
                  </a:cubicBezTo>
                  <a:cubicBezTo>
                    <a:pt x="9" y="4"/>
                    <a:pt x="9" y="4"/>
                    <a:pt x="8" y="4"/>
                  </a:cubicBezTo>
                  <a:cubicBezTo>
                    <a:pt x="10" y="3"/>
                    <a:pt x="11" y="7"/>
                    <a:pt x="10" y="8"/>
                  </a:cubicBezTo>
                  <a:cubicBezTo>
                    <a:pt x="10" y="8"/>
                    <a:pt x="2" y="1"/>
                    <a:pt x="5" y="6"/>
                  </a:cubicBezTo>
                  <a:cubicBezTo>
                    <a:pt x="5" y="6"/>
                    <a:pt x="3" y="6"/>
                    <a:pt x="3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6"/>
                    <a:pt x="5" y="8"/>
                    <a:pt x="5" y="8"/>
                  </a:cubicBezTo>
                  <a:cubicBezTo>
                    <a:pt x="5" y="8"/>
                    <a:pt x="3" y="7"/>
                    <a:pt x="2" y="7"/>
                  </a:cubicBezTo>
                  <a:cubicBezTo>
                    <a:pt x="3" y="7"/>
                    <a:pt x="0" y="10"/>
                    <a:pt x="1" y="9"/>
                  </a:cubicBezTo>
                  <a:cubicBezTo>
                    <a:pt x="0" y="11"/>
                    <a:pt x="8" y="10"/>
                    <a:pt x="8" y="10"/>
                  </a:cubicBezTo>
                  <a:cubicBezTo>
                    <a:pt x="9" y="10"/>
                    <a:pt x="13" y="11"/>
                    <a:pt x="13" y="11"/>
                  </a:cubicBezTo>
                  <a:cubicBezTo>
                    <a:pt x="12" y="11"/>
                    <a:pt x="11" y="11"/>
                    <a:pt x="11" y="12"/>
                  </a:cubicBezTo>
                  <a:cubicBezTo>
                    <a:pt x="11" y="12"/>
                    <a:pt x="12" y="13"/>
                    <a:pt x="12" y="13"/>
                  </a:cubicBezTo>
                  <a:cubicBezTo>
                    <a:pt x="11" y="14"/>
                    <a:pt x="9" y="14"/>
                    <a:pt x="8" y="14"/>
                  </a:cubicBezTo>
                  <a:cubicBezTo>
                    <a:pt x="8" y="14"/>
                    <a:pt x="2" y="15"/>
                    <a:pt x="3" y="15"/>
                  </a:cubicBezTo>
                  <a:cubicBezTo>
                    <a:pt x="5" y="16"/>
                    <a:pt x="8" y="15"/>
                    <a:pt x="10" y="16"/>
                  </a:cubicBezTo>
                  <a:cubicBezTo>
                    <a:pt x="11" y="17"/>
                    <a:pt x="11" y="18"/>
                    <a:pt x="12" y="18"/>
                  </a:cubicBezTo>
                  <a:cubicBezTo>
                    <a:pt x="12" y="18"/>
                    <a:pt x="14" y="17"/>
                    <a:pt x="15" y="17"/>
                  </a:cubicBezTo>
                  <a:cubicBezTo>
                    <a:pt x="14" y="17"/>
                    <a:pt x="13" y="18"/>
                    <a:pt x="13" y="18"/>
                  </a:cubicBezTo>
                  <a:cubicBezTo>
                    <a:pt x="13" y="19"/>
                    <a:pt x="15" y="18"/>
                    <a:pt x="15" y="18"/>
                  </a:cubicBezTo>
                  <a:cubicBezTo>
                    <a:pt x="16" y="19"/>
                    <a:pt x="8" y="23"/>
                    <a:pt x="10" y="23"/>
                  </a:cubicBezTo>
                  <a:cubicBezTo>
                    <a:pt x="12" y="24"/>
                    <a:pt x="14" y="23"/>
                    <a:pt x="15" y="23"/>
                  </a:cubicBezTo>
                  <a:cubicBezTo>
                    <a:pt x="17" y="23"/>
                    <a:pt x="19" y="23"/>
                    <a:pt x="21" y="24"/>
                  </a:cubicBezTo>
                  <a:cubicBezTo>
                    <a:pt x="20" y="23"/>
                    <a:pt x="20" y="24"/>
                    <a:pt x="20" y="24"/>
                  </a:cubicBezTo>
                  <a:cubicBezTo>
                    <a:pt x="21" y="25"/>
                    <a:pt x="22" y="25"/>
                    <a:pt x="22" y="25"/>
                  </a:cubicBezTo>
                  <a:cubicBezTo>
                    <a:pt x="24" y="26"/>
                    <a:pt x="27" y="26"/>
                    <a:pt x="29" y="26"/>
                  </a:cubicBezTo>
                  <a:cubicBezTo>
                    <a:pt x="31" y="26"/>
                    <a:pt x="31" y="25"/>
                    <a:pt x="33" y="25"/>
                  </a:cubicBezTo>
                  <a:cubicBezTo>
                    <a:pt x="35" y="24"/>
                    <a:pt x="37" y="24"/>
                    <a:pt x="39" y="23"/>
                  </a:cubicBezTo>
                  <a:cubicBezTo>
                    <a:pt x="42" y="21"/>
                    <a:pt x="43" y="20"/>
                    <a:pt x="46" y="19"/>
                  </a:cubicBezTo>
                  <a:cubicBezTo>
                    <a:pt x="48" y="19"/>
                    <a:pt x="49" y="16"/>
                    <a:pt x="52" y="16"/>
                  </a:cubicBezTo>
                  <a:cubicBezTo>
                    <a:pt x="52" y="15"/>
                    <a:pt x="53" y="15"/>
                    <a:pt x="52" y="14"/>
                  </a:cubicBezTo>
                  <a:cubicBezTo>
                    <a:pt x="51" y="13"/>
                    <a:pt x="53" y="13"/>
                    <a:pt x="54" y="13"/>
                  </a:cubicBezTo>
                  <a:cubicBezTo>
                    <a:pt x="54" y="13"/>
                    <a:pt x="52" y="12"/>
                    <a:pt x="52" y="12"/>
                  </a:cubicBezTo>
                  <a:cubicBezTo>
                    <a:pt x="52" y="11"/>
                    <a:pt x="54" y="10"/>
                    <a:pt x="53" y="10"/>
                  </a:cubicBezTo>
                  <a:cubicBezTo>
                    <a:pt x="51" y="9"/>
                    <a:pt x="54" y="10"/>
                    <a:pt x="53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0" name="Freeform 512">
              <a:extLst>
                <a:ext uri="{FF2B5EF4-FFF2-40B4-BE49-F238E27FC236}">
                  <a16:creationId xmlns:a16="http://schemas.microsoft.com/office/drawing/2014/main" id="{9D1A26E2-E71B-3827-A58E-78E2EBB7A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8865" y="12120656"/>
              <a:ext cx="139661" cy="76005"/>
            </a:xfrm>
            <a:custGeom>
              <a:avLst/>
              <a:gdLst>
                <a:gd name="T0" fmla="*/ 10 w 12"/>
                <a:gd name="T1" fmla="*/ 3 h 6"/>
                <a:gd name="T2" fmla="*/ 8 w 12"/>
                <a:gd name="T3" fmla="*/ 2 h 6"/>
                <a:gd name="T4" fmla="*/ 5 w 12"/>
                <a:gd name="T5" fmla="*/ 2 h 6"/>
                <a:gd name="T6" fmla="*/ 3 w 12"/>
                <a:gd name="T7" fmla="*/ 1 h 6"/>
                <a:gd name="T8" fmla="*/ 0 w 12"/>
                <a:gd name="T9" fmla="*/ 3 h 6"/>
                <a:gd name="T10" fmla="*/ 2 w 12"/>
                <a:gd name="T11" fmla="*/ 5 h 6"/>
                <a:gd name="T12" fmla="*/ 6 w 12"/>
                <a:gd name="T13" fmla="*/ 5 h 6"/>
                <a:gd name="T14" fmla="*/ 11 w 12"/>
                <a:gd name="T15" fmla="*/ 3 h 6"/>
                <a:gd name="T16" fmla="*/ 10 w 12"/>
                <a:gd name="T17" fmla="*/ 3 h 6"/>
                <a:gd name="T18" fmla="*/ 10 w 12"/>
                <a:gd name="T1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6">
                  <a:moveTo>
                    <a:pt x="10" y="3"/>
                  </a:moveTo>
                  <a:cubicBezTo>
                    <a:pt x="9" y="3"/>
                    <a:pt x="9" y="2"/>
                    <a:pt x="8" y="2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3" y="1"/>
                    <a:pt x="0" y="3"/>
                    <a:pt x="0" y="3"/>
                  </a:cubicBezTo>
                  <a:cubicBezTo>
                    <a:pt x="0" y="3"/>
                    <a:pt x="2" y="5"/>
                    <a:pt x="2" y="5"/>
                  </a:cubicBezTo>
                  <a:cubicBezTo>
                    <a:pt x="3" y="6"/>
                    <a:pt x="5" y="5"/>
                    <a:pt x="6" y="5"/>
                  </a:cubicBezTo>
                  <a:cubicBezTo>
                    <a:pt x="7" y="5"/>
                    <a:pt x="11" y="4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12" y="2"/>
                    <a:pt x="10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1" name="Freeform 513">
              <a:extLst>
                <a:ext uri="{FF2B5EF4-FFF2-40B4-BE49-F238E27FC236}">
                  <a16:creationId xmlns:a16="http://schemas.microsoft.com/office/drawing/2014/main" id="{C87D729D-90EE-360B-76C8-0061B784B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6893" y="12196661"/>
              <a:ext cx="103749" cy="76005"/>
            </a:xfrm>
            <a:custGeom>
              <a:avLst/>
              <a:gdLst>
                <a:gd name="T0" fmla="*/ 7 w 9"/>
                <a:gd name="T1" fmla="*/ 3 h 6"/>
                <a:gd name="T2" fmla="*/ 0 w 9"/>
                <a:gd name="T3" fmla="*/ 1 h 6"/>
                <a:gd name="T4" fmla="*/ 2 w 9"/>
                <a:gd name="T5" fmla="*/ 2 h 6"/>
                <a:gd name="T6" fmla="*/ 1 w 9"/>
                <a:gd name="T7" fmla="*/ 5 h 6"/>
                <a:gd name="T8" fmla="*/ 3 w 9"/>
                <a:gd name="T9" fmla="*/ 5 h 6"/>
                <a:gd name="T10" fmla="*/ 4 w 9"/>
                <a:gd name="T11" fmla="*/ 5 h 6"/>
                <a:gd name="T12" fmla="*/ 7 w 9"/>
                <a:gd name="T13" fmla="*/ 3 h 6"/>
                <a:gd name="T14" fmla="*/ 7 w 9"/>
                <a:gd name="T15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6">
                  <a:moveTo>
                    <a:pt x="7" y="3"/>
                  </a:moveTo>
                  <a:cubicBezTo>
                    <a:pt x="7" y="2"/>
                    <a:pt x="0" y="0"/>
                    <a:pt x="0" y="1"/>
                  </a:cubicBezTo>
                  <a:cubicBezTo>
                    <a:pt x="0" y="1"/>
                    <a:pt x="2" y="2"/>
                    <a:pt x="2" y="2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1" y="6"/>
                    <a:pt x="3" y="5"/>
                    <a:pt x="3" y="5"/>
                  </a:cubicBezTo>
                  <a:cubicBezTo>
                    <a:pt x="4" y="4"/>
                    <a:pt x="3" y="5"/>
                    <a:pt x="4" y="5"/>
                  </a:cubicBezTo>
                  <a:cubicBezTo>
                    <a:pt x="5" y="6"/>
                    <a:pt x="9" y="4"/>
                    <a:pt x="7" y="3"/>
                  </a:cubicBezTo>
                  <a:cubicBezTo>
                    <a:pt x="6" y="2"/>
                    <a:pt x="8" y="3"/>
                    <a:pt x="7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2" name="Freeform 514">
              <a:extLst>
                <a:ext uri="{FF2B5EF4-FFF2-40B4-BE49-F238E27FC236}">
                  <a16:creationId xmlns:a16="http://schemas.microsoft.com/office/drawing/2014/main" id="{66CD772A-2A51-01E5-9889-389BC374F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4926" y="12099543"/>
              <a:ext cx="91777" cy="59117"/>
            </a:xfrm>
            <a:custGeom>
              <a:avLst/>
              <a:gdLst>
                <a:gd name="T0" fmla="*/ 6 w 8"/>
                <a:gd name="T1" fmla="*/ 0 h 5"/>
                <a:gd name="T2" fmla="*/ 3 w 8"/>
                <a:gd name="T3" fmla="*/ 1 h 5"/>
                <a:gd name="T4" fmla="*/ 0 w 8"/>
                <a:gd name="T5" fmla="*/ 1 h 5"/>
                <a:gd name="T6" fmla="*/ 0 w 8"/>
                <a:gd name="T7" fmla="*/ 3 h 5"/>
                <a:gd name="T8" fmla="*/ 5 w 8"/>
                <a:gd name="T9" fmla="*/ 2 h 5"/>
                <a:gd name="T10" fmla="*/ 6 w 8"/>
                <a:gd name="T11" fmla="*/ 0 h 5"/>
                <a:gd name="T12" fmla="*/ 6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cubicBezTo>
                    <a:pt x="5" y="0"/>
                    <a:pt x="4" y="1"/>
                    <a:pt x="3" y="1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1" y="0"/>
                    <a:pt x="0" y="4"/>
                    <a:pt x="0" y="3"/>
                  </a:cubicBezTo>
                  <a:cubicBezTo>
                    <a:pt x="1" y="5"/>
                    <a:pt x="4" y="3"/>
                    <a:pt x="5" y="2"/>
                  </a:cubicBezTo>
                  <a:cubicBezTo>
                    <a:pt x="6" y="2"/>
                    <a:pt x="8" y="0"/>
                    <a:pt x="6" y="0"/>
                  </a:cubicBezTo>
                  <a:cubicBezTo>
                    <a:pt x="5" y="0"/>
                    <a:pt x="8" y="0"/>
                    <a:pt x="6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3" name="Freeform 515">
              <a:extLst>
                <a:ext uri="{FF2B5EF4-FFF2-40B4-BE49-F238E27FC236}">
                  <a16:creationId xmlns:a16="http://schemas.microsoft.com/office/drawing/2014/main" id="{AE86E12D-5A21-845B-AD8D-7A6F6F4EA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7042" y="12145992"/>
              <a:ext cx="95766" cy="63342"/>
            </a:xfrm>
            <a:custGeom>
              <a:avLst/>
              <a:gdLst>
                <a:gd name="T0" fmla="*/ 7 w 8"/>
                <a:gd name="T1" fmla="*/ 4 h 5"/>
                <a:gd name="T2" fmla="*/ 1 w 8"/>
                <a:gd name="T3" fmla="*/ 1 h 5"/>
                <a:gd name="T4" fmla="*/ 7 w 8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7" y="4"/>
                  </a:moveTo>
                  <a:cubicBezTo>
                    <a:pt x="6" y="3"/>
                    <a:pt x="0" y="0"/>
                    <a:pt x="1" y="1"/>
                  </a:cubicBezTo>
                  <a:cubicBezTo>
                    <a:pt x="2" y="2"/>
                    <a:pt x="8" y="5"/>
                    <a:pt x="7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4" name="Freeform 516">
              <a:extLst>
                <a:ext uri="{FF2B5EF4-FFF2-40B4-BE49-F238E27FC236}">
                  <a16:creationId xmlns:a16="http://schemas.microsoft.com/office/drawing/2014/main" id="{EE44FA57-3488-ADE0-A09F-C4EDC9442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099" y="12061536"/>
              <a:ext cx="35912" cy="38003"/>
            </a:xfrm>
            <a:custGeom>
              <a:avLst/>
              <a:gdLst>
                <a:gd name="T0" fmla="*/ 2 w 3"/>
                <a:gd name="T1" fmla="*/ 2 h 3"/>
                <a:gd name="T2" fmla="*/ 0 w 3"/>
                <a:gd name="T3" fmla="*/ 1 h 3"/>
                <a:gd name="T4" fmla="*/ 2 w 3"/>
                <a:gd name="T5" fmla="*/ 2 h 3"/>
                <a:gd name="T6" fmla="*/ 2 w 3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3"/>
                    <a:pt x="1" y="2"/>
                    <a:pt x="0" y="1"/>
                  </a:cubicBezTo>
                  <a:cubicBezTo>
                    <a:pt x="0" y="0"/>
                    <a:pt x="3" y="0"/>
                    <a:pt x="2" y="2"/>
                  </a:cubicBezTo>
                  <a:cubicBezTo>
                    <a:pt x="2" y="3"/>
                    <a:pt x="2" y="1"/>
                    <a:pt x="2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5" name="Freeform 517">
              <a:extLst>
                <a:ext uri="{FF2B5EF4-FFF2-40B4-BE49-F238E27FC236}">
                  <a16:creationId xmlns:a16="http://schemas.microsoft.com/office/drawing/2014/main" id="{EC589763-646C-9A8A-47CF-5FB22E14C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099" y="11960194"/>
              <a:ext cx="83797" cy="88675"/>
            </a:xfrm>
            <a:custGeom>
              <a:avLst/>
              <a:gdLst>
                <a:gd name="T0" fmla="*/ 5 w 7"/>
                <a:gd name="T1" fmla="*/ 2 h 7"/>
                <a:gd name="T2" fmla="*/ 4 w 7"/>
                <a:gd name="T3" fmla="*/ 0 h 7"/>
                <a:gd name="T4" fmla="*/ 2 w 7"/>
                <a:gd name="T5" fmla="*/ 1 h 7"/>
                <a:gd name="T6" fmla="*/ 0 w 7"/>
                <a:gd name="T7" fmla="*/ 1 h 7"/>
                <a:gd name="T8" fmla="*/ 2 w 7"/>
                <a:gd name="T9" fmla="*/ 4 h 7"/>
                <a:gd name="T10" fmla="*/ 0 w 7"/>
                <a:gd name="T11" fmla="*/ 6 h 7"/>
                <a:gd name="T12" fmla="*/ 3 w 7"/>
                <a:gd name="T13" fmla="*/ 5 h 7"/>
                <a:gd name="T14" fmla="*/ 4 w 7"/>
                <a:gd name="T15" fmla="*/ 2 h 7"/>
                <a:gd name="T16" fmla="*/ 4 w 7"/>
                <a:gd name="T17" fmla="*/ 4 h 7"/>
                <a:gd name="T18" fmla="*/ 6 w 7"/>
                <a:gd name="T19" fmla="*/ 2 h 7"/>
                <a:gd name="T20" fmla="*/ 5 w 7"/>
                <a:gd name="T21" fmla="*/ 2 h 7"/>
                <a:gd name="T22" fmla="*/ 5 w 7"/>
                <a:gd name="T2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5" y="2"/>
                  </a:move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0"/>
                    <a:pt x="2" y="1"/>
                  </a:cubicBezTo>
                  <a:cubicBezTo>
                    <a:pt x="4" y="3"/>
                    <a:pt x="1" y="2"/>
                    <a:pt x="0" y="1"/>
                  </a:cubicBezTo>
                  <a:cubicBezTo>
                    <a:pt x="1" y="3"/>
                    <a:pt x="2" y="3"/>
                    <a:pt x="2" y="4"/>
                  </a:cubicBezTo>
                  <a:cubicBezTo>
                    <a:pt x="3" y="6"/>
                    <a:pt x="1" y="5"/>
                    <a:pt x="0" y="6"/>
                  </a:cubicBezTo>
                  <a:cubicBezTo>
                    <a:pt x="0" y="7"/>
                    <a:pt x="4" y="6"/>
                    <a:pt x="3" y="5"/>
                  </a:cubicBezTo>
                  <a:cubicBezTo>
                    <a:pt x="3" y="5"/>
                    <a:pt x="4" y="3"/>
                    <a:pt x="4" y="2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4" y="3"/>
                    <a:pt x="6" y="2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1"/>
                    <a:pt x="7" y="2"/>
                    <a:pt x="5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6" name="Freeform 518">
              <a:extLst>
                <a:ext uri="{FF2B5EF4-FFF2-40B4-BE49-F238E27FC236}">
                  <a16:creationId xmlns:a16="http://schemas.microsoft.com/office/drawing/2014/main" id="{E8885587-161A-A722-A4C5-65219098D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127" y="11799735"/>
              <a:ext cx="59854" cy="135123"/>
            </a:xfrm>
            <a:custGeom>
              <a:avLst/>
              <a:gdLst>
                <a:gd name="T0" fmla="*/ 5 w 5"/>
                <a:gd name="T1" fmla="*/ 7 h 11"/>
                <a:gd name="T2" fmla="*/ 2 w 5"/>
                <a:gd name="T3" fmla="*/ 2 h 11"/>
                <a:gd name="T4" fmla="*/ 1 w 5"/>
                <a:gd name="T5" fmla="*/ 6 h 11"/>
                <a:gd name="T6" fmla="*/ 0 w 5"/>
                <a:gd name="T7" fmla="*/ 9 h 11"/>
                <a:gd name="T8" fmla="*/ 2 w 5"/>
                <a:gd name="T9" fmla="*/ 7 h 11"/>
                <a:gd name="T10" fmla="*/ 5 w 5"/>
                <a:gd name="T11" fmla="*/ 7 h 11"/>
                <a:gd name="T12" fmla="*/ 5 w 5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1">
                  <a:moveTo>
                    <a:pt x="5" y="7"/>
                  </a:moveTo>
                  <a:cubicBezTo>
                    <a:pt x="5" y="6"/>
                    <a:pt x="4" y="0"/>
                    <a:pt x="2" y="2"/>
                  </a:cubicBezTo>
                  <a:cubicBezTo>
                    <a:pt x="2" y="3"/>
                    <a:pt x="3" y="6"/>
                    <a:pt x="1" y="6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1" y="9"/>
                    <a:pt x="2" y="7"/>
                    <a:pt x="2" y="7"/>
                  </a:cubicBezTo>
                  <a:cubicBezTo>
                    <a:pt x="1" y="7"/>
                    <a:pt x="5" y="11"/>
                    <a:pt x="5" y="7"/>
                  </a:cubicBezTo>
                  <a:cubicBezTo>
                    <a:pt x="5" y="6"/>
                    <a:pt x="5" y="8"/>
                    <a:pt x="5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7" name="Freeform 519">
              <a:extLst>
                <a:ext uri="{FF2B5EF4-FFF2-40B4-BE49-F238E27FC236}">
                  <a16:creationId xmlns:a16="http://schemas.microsoft.com/office/drawing/2014/main" id="{CDD9DD04-272C-F7CF-BFAE-C92789869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157" y="11909522"/>
              <a:ext cx="35912" cy="76005"/>
            </a:xfrm>
            <a:custGeom>
              <a:avLst/>
              <a:gdLst>
                <a:gd name="T0" fmla="*/ 3 w 3"/>
                <a:gd name="T1" fmla="*/ 2 h 6"/>
                <a:gd name="T2" fmla="*/ 1 w 3"/>
                <a:gd name="T3" fmla="*/ 6 h 6"/>
                <a:gd name="T4" fmla="*/ 3 w 3"/>
                <a:gd name="T5" fmla="*/ 2 h 6"/>
                <a:gd name="T6" fmla="*/ 3 w 3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3" y="2"/>
                  </a:moveTo>
                  <a:cubicBezTo>
                    <a:pt x="2" y="0"/>
                    <a:pt x="0" y="5"/>
                    <a:pt x="1" y="6"/>
                  </a:cubicBezTo>
                  <a:cubicBezTo>
                    <a:pt x="0" y="5"/>
                    <a:pt x="3" y="3"/>
                    <a:pt x="3" y="2"/>
                  </a:cubicBezTo>
                  <a:cubicBezTo>
                    <a:pt x="2" y="1"/>
                    <a:pt x="3" y="2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8" name="Freeform 520">
              <a:extLst>
                <a:ext uri="{FF2B5EF4-FFF2-40B4-BE49-F238E27FC236}">
                  <a16:creationId xmlns:a16="http://schemas.microsoft.com/office/drawing/2014/main" id="{E271C8FC-1A18-BE48-64AA-B86506A56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157" y="11749062"/>
              <a:ext cx="59854" cy="88675"/>
            </a:xfrm>
            <a:custGeom>
              <a:avLst/>
              <a:gdLst>
                <a:gd name="T0" fmla="*/ 4 w 5"/>
                <a:gd name="T1" fmla="*/ 2 h 7"/>
                <a:gd name="T2" fmla="*/ 3 w 5"/>
                <a:gd name="T3" fmla="*/ 0 h 7"/>
                <a:gd name="T4" fmla="*/ 2 w 5"/>
                <a:gd name="T5" fmla="*/ 3 h 7"/>
                <a:gd name="T6" fmla="*/ 1 w 5"/>
                <a:gd name="T7" fmla="*/ 2 h 7"/>
                <a:gd name="T8" fmla="*/ 0 w 5"/>
                <a:gd name="T9" fmla="*/ 5 h 7"/>
                <a:gd name="T10" fmla="*/ 2 w 5"/>
                <a:gd name="T11" fmla="*/ 7 h 7"/>
                <a:gd name="T12" fmla="*/ 5 w 5"/>
                <a:gd name="T13" fmla="*/ 5 h 7"/>
                <a:gd name="T14" fmla="*/ 4 w 5"/>
                <a:gd name="T15" fmla="*/ 2 h 7"/>
                <a:gd name="T16" fmla="*/ 4 w 5"/>
                <a:gd name="T1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4" y="2"/>
                  </a:moveTo>
                  <a:cubicBezTo>
                    <a:pt x="3" y="3"/>
                    <a:pt x="3" y="0"/>
                    <a:pt x="3" y="0"/>
                  </a:cubicBezTo>
                  <a:cubicBezTo>
                    <a:pt x="3" y="0"/>
                    <a:pt x="3" y="3"/>
                    <a:pt x="2" y="3"/>
                  </a:cubicBezTo>
                  <a:cubicBezTo>
                    <a:pt x="2" y="3"/>
                    <a:pt x="2" y="2"/>
                    <a:pt x="1" y="2"/>
                  </a:cubicBezTo>
                  <a:cubicBezTo>
                    <a:pt x="2" y="2"/>
                    <a:pt x="0" y="5"/>
                    <a:pt x="0" y="5"/>
                  </a:cubicBezTo>
                  <a:cubicBezTo>
                    <a:pt x="0" y="4"/>
                    <a:pt x="4" y="5"/>
                    <a:pt x="2" y="7"/>
                  </a:cubicBezTo>
                  <a:cubicBezTo>
                    <a:pt x="3" y="6"/>
                    <a:pt x="5" y="6"/>
                    <a:pt x="5" y="5"/>
                  </a:cubicBezTo>
                  <a:cubicBezTo>
                    <a:pt x="5" y="4"/>
                    <a:pt x="4" y="1"/>
                    <a:pt x="4" y="2"/>
                  </a:cubicBezTo>
                  <a:cubicBezTo>
                    <a:pt x="3" y="3"/>
                    <a:pt x="4" y="1"/>
                    <a:pt x="4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299" name="Freeform 521">
              <a:extLst>
                <a:ext uri="{FF2B5EF4-FFF2-40B4-BE49-F238E27FC236}">
                  <a16:creationId xmlns:a16="http://schemas.microsoft.com/office/drawing/2014/main" id="{DE536819-0707-8A2F-A7A6-8F4CA5DA3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014" y="11504147"/>
              <a:ext cx="59854" cy="59117"/>
            </a:xfrm>
            <a:custGeom>
              <a:avLst/>
              <a:gdLst>
                <a:gd name="T0" fmla="*/ 3 w 5"/>
                <a:gd name="T1" fmla="*/ 4 h 5"/>
                <a:gd name="T2" fmla="*/ 3 w 5"/>
                <a:gd name="T3" fmla="*/ 0 h 5"/>
                <a:gd name="T4" fmla="*/ 0 w 5"/>
                <a:gd name="T5" fmla="*/ 0 h 5"/>
                <a:gd name="T6" fmla="*/ 2 w 5"/>
                <a:gd name="T7" fmla="*/ 1 h 5"/>
                <a:gd name="T8" fmla="*/ 3 w 5"/>
                <a:gd name="T9" fmla="*/ 4 h 5"/>
                <a:gd name="T10" fmla="*/ 3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4"/>
                  </a:moveTo>
                  <a:cubicBezTo>
                    <a:pt x="5" y="2"/>
                    <a:pt x="2" y="2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0"/>
                    <a:pt x="2" y="1"/>
                    <a:pt x="2" y="1"/>
                  </a:cubicBezTo>
                  <a:cubicBezTo>
                    <a:pt x="2" y="2"/>
                    <a:pt x="3" y="4"/>
                    <a:pt x="3" y="4"/>
                  </a:cubicBezTo>
                  <a:cubicBezTo>
                    <a:pt x="4" y="3"/>
                    <a:pt x="2" y="5"/>
                    <a:pt x="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0" name="Freeform 522">
              <a:extLst>
                <a:ext uri="{FF2B5EF4-FFF2-40B4-BE49-F238E27FC236}">
                  <a16:creationId xmlns:a16="http://schemas.microsoft.com/office/drawing/2014/main" id="{90C5C1A5-0856-EA3C-2363-DE3532612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985" y="11280350"/>
              <a:ext cx="71824" cy="135123"/>
            </a:xfrm>
            <a:custGeom>
              <a:avLst/>
              <a:gdLst>
                <a:gd name="T0" fmla="*/ 3 w 6"/>
                <a:gd name="T1" fmla="*/ 10 h 11"/>
                <a:gd name="T2" fmla="*/ 0 w 6"/>
                <a:gd name="T3" fmla="*/ 9 h 11"/>
                <a:gd name="T4" fmla="*/ 1 w 6"/>
                <a:gd name="T5" fmla="*/ 2 h 11"/>
                <a:gd name="T6" fmla="*/ 4 w 6"/>
                <a:gd name="T7" fmla="*/ 3 h 11"/>
                <a:gd name="T8" fmla="*/ 3 w 6"/>
                <a:gd name="T9" fmla="*/ 10 h 11"/>
                <a:gd name="T10" fmla="*/ 3 w 6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1">
                  <a:moveTo>
                    <a:pt x="3" y="10"/>
                  </a:moveTo>
                  <a:cubicBezTo>
                    <a:pt x="1" y="11"/>
                    <a:pt x="0" y="11"/>
                    <a:pt x="0" y="9"/>
                  </a:cubicBezTo>
                  <a:cubicBezTo>
                    <a:pt x="1" y="7"/>
                    <a:pt x="1" y="4"/>
                    <a:pt x="1" y="2"/>
                  </a:cubicBezTo>
                  <a:cubicBezTo>
                    <a:pt x="1" y="0"/>
                    <a:pt x="5" y="0"/>
                    <a:pt x="4" y="3"/>
                  </a:cubicBezTo>
                  <a:cubicBezTo>
                    <a:pt x="4" y="5"/>
                    <a:pt x="6" y="8"/>
                    <a:pt x="3" y="10"/>
                  </a:cubicBezTo>
                  <a:cubicBezTo>
                    <a:pt x="2" y="10"/>
                    <a:pt x="4" y="9"/>
                    <a:pt x="3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1" name="Freeform 523">
              <a:extLst>
                <a:ext uri="{FF2B5EF4-FFF2-40B4-BE49-F238E27FC236}">
                  <a16:creationId xmlns:a16="http://schemas.microsoft.com/office/drawing/2014/main" id="{CB786A76-EB95-B1A0-33E7-96D52A897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6413" y="7767110"/>
              <a:ext cx="55865" cy="50672"/>
            </a:xfrm>
            <a:custGeom>
              <a:avLst/>
              <a:gdLst>
                <a:gd name="T0" fmla="*/ 3 w 5"/>
                <a:gd name="T1" fmla="*/ 3 h 4"/>
                <a:gd name="T2" fmla="*/ 1 w 5"/>
                <a:gd name="T3" fmla="*/ 1 h 4"/>
                <a:gd name="T4" fmla="*/ 3 w 5"/>
                <a:gd name="T5" fmla="*/ 3 h 4"/>
                <a:gd name="T6" fmla="*/ 3 w 5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3" y="3"/>
                  </a:moveTo>
                  <a:cubicBezTo>
                    <a:pt x="2" y="4"/>
                    <a:pt x="0" y="3"/>
                    <a:pt x="1" y="1"/>
                  </a:cubicBezTo>
                  <a:cubicBezTo>
                    <a:pt x="1" y="0"/>
                    <a:pt x="5" y="2"/>
                    <a:pt x="3" y="3"/>
                  </a:cubicBezTo>
                  <a:cubicBezTo>
                    <a:pt x="2" y="4"/>
                    <a:pt x="5" y="2"/>
                    <a:pt x="3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2" name="Freeform 524">
              <a:extLst>
                <a:ext uri="{FF2B5EF4-FFF2-40B4-BE49-F238E27FC236}">
                  <a16:creationId xmlns:a16="http://schemas.microsoft.com/office/drawing/2014/main" id="{55B9DCBB-CD78-024E-C5C7-86D3B7EEC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194" y="7843119"/>
              <a:ext cx="67834" cy="97123"/>
            </a:xfrm>
            <a:custGeom>
              <a:avLst/>
              <a:gdLst>
                <a:gd name="T0" fmla="*/ 1 w 6"/>
                <a:gd name="T1" fmla="*/ 5 h 8"/>
                <a:gd name="T2" fmla="*/ 2 w 6"/>
                <a:gd name="T3" fmla="*/ 4 h 8"/>
                <a:gd name="T4" fmla="*/ 4 w 6"/>
                <a:gd name="T5" fmla="*/ 2 h 8"/>
                <a:gd name="T6" fmla="*/ 1 w 6"/>
                <a:gd name="T7" fmla="*/ 5 h 8"/>
                <a:gd name="T8" fmla="*/ 1 w 6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1" y="5"/>
                  </a:moveTo>
                  <a:cubicBezTo>
                    <a:pt x="0" y="4"/>
                    <a:pt x="2" y="4"/>
                    <a:pt x="2" y="4"/>
                  </a:cubicBezTo>
                  <a:cubicBezTo>
                    <a:pt x="3" y="4"/>
                    <a:pt x="3" y="0"/>
                    <a:pt x="4" y="2"/>
                  </a:cubicBezTo>
                  <a:cubicBezTo>
                    <a:pt x="6" y="4"/>
                    <a:pt x="2" y="8"/>
                    <a:pt x="1" y="5"/>
                  </a:cubicBezTo>
                  <a:cubicBezTo>
                    <a:pt x="0" y="4"/>
                    <a:pt x="1" y="6"/>
                    <a:pt x="1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3" name="Freeform 525">
              <a:extLst>
                <a:ext uri="{FF2B5EF4-FFF2-40B4-BE49-F238E27FC236}">
                  <a16:creationId xmlns:a16="http://schemas.microsoft.com/office/drawing/2014/main" id="{23D0F2A7-5908-A904-D787-15C0164FD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1639" y="8514519"/>
              <a:ext cx="163604" cy="160459"/>
            </a:xfrm>
            <a:custGeom>
              <a:avLst/>
              <a:gdLst>
                <a:gd name="T0" fmla="*/ 12 w 14"/>
                <a:gd name="T1" fmla="*/ 4 h 13"/>
                <a:gd name="T2" fmla="*/ 10 w 14"/>
                <a:gd name="T3" fmla="*/ 3 h 13"/>
                <a:gd name="T4" fmla="*/ 6 w 14"/>
                <a:gd name="T5" fmla="*/ 1 h 13"/>
                <a:gd name="T6" fmla="*/ 2 w 14"/>
                <a:gd name="T7" fmla="*/ 1 h 13"/>
                <a:gd name="T8" fmla="*/ 1 w 14"/>
                <a:gd name="T9" fmla="*/ 2 h 13"/>
                <a:gd name="T10" fmla="*/ 2 w 14"/>
                <a:gd name="T11" fmla="*/ 4 h 13"/>
                <a:gd name="T12" fmla="*/ 1 w 14"/>
                <a:gd name="T13" fmla="*/ 7 h 13"/>
                <a:gd name="T14" fmla="*/ 2 w 14"/>
                <a:gd name="T15" fmla="*/ 10 h 13"/>
                <a:gd name="T16" fmla="*/ 4 w 14"/>
                <a:gd name="T17" fmla="*/ 10 h 13"/>
                <a:gd name="T18" fmla="*/ 7 w 14"/>
                <a:gd name="T19" fmla="*/ 12 h 13"/>
                <a:gd name="T20" fmla="*/ 10 w 14"/>
                <a:gd name="T21" fmla="*/ 10 h 13"/>
                <a:gd name="T22" fmla="*/ 12 w 14"/>
                <a:gd name="T23" fmla="*/ 4 h 13"/>
                <a:gd name="T24" fmla="*/ 12 w 14"/>
                <a:gd name="T25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13">
                  <a:moveTo>
                    <a:pt x="12" y="4"/>
                  </a:moveTo>
                  <a:cubicBezTo>
                    <a:pt x="12" y="3"/>
                    <a:pt x="11" y="3"/>
                    <a:pt x="10" y="3"/>
                  </a:cubicBezTo>
                  <a:cubicBezTo>
                    <a:pt x="8" y="2"/>
                    <a:pt x="8" y="1"/>
                    <a:pt x="6" y="1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0" y="4"/>
                    <a:pt x="1" y="3"/>
                    <a:pt x="2" y="4"/>
                  </a:cubicBezTo>
                  <a:cubicBezTo>
                    <a:pt x="2" y="4"/>
                    <a:pt x="1" y="7"/>
                    <a:pt x="1" y="7"/>
                  </a:cubicBezTo>
                  <a:cubicBezTo>
                    <a:pt x="1" y="9"/>
                    <a:pt x="1" y="9"/>
                    <a:pt x="2" y="10"/>
                  </a:cubicBezTo>
                  <a:cubicBezTo>
                    <a:pt x="3" y="11"/>
                    <a:pt x="3" y="10"/>
                    <a:pt x="4" y="10"/>
                  </a:cubicBezTo>
                  <a:cubicBezTo>
                    <a:pt x="6" y="10"/>
                    <a:pt x="5" y="12"/>
                    <a:pt x="7" y="12"/>
                  </a:cubicBezTo>
                  <a:cubicBezTo>
                    <a:pt x="9" y="13"/>
                    <a:pt x="8" y="11"/>
                    <a:pt x="10" y="10"/>
                  </a:cubicBezTo>
                  <a:cubicBezTo>
                    <a:pt x="12" y="8"/>
                    <a:pt x="14" y="7"/>
                    <a:pt x="12" y="4"/>
                  </a:cubicBezTo>
                  <a:cubicBezTo>
                    <a:pt x="12" y="2"/>
                    <a:pt x="14" y="8"/>
                    <a:pt x="12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4" name="Freeform 526">
              <a:extLst>
                <a:ext uri="{FF2B5EF4-FFF2-40B4-BE49-F238E27FC236}">
                  <a16:creationId xmlns:a16="http://schemas.microsoft.com/office/drawing/2014/main" id="{ADA9A88E-6127-604C-F45A-C6CC315D7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3958" y="7370183"/>
              <a:ext cx="115719" cy="50672"/>
            </a:xfrm>
            <a:custGeom>
              <a:avLst/>
              <a:gdLst>
                <a:gd name="T0" fmla="*/ 9 w 10"/>
                <a:gd name="T1" fmla="*/ 2 h 4"/>
                <a:gd name="T2" fmla="*/ 4 w 10"/>
                <a:gd name="T3" fmla="*/ 0 h 4"/>
                <a:gd name="T4" fmla="*/ 1 w 10"/>
                <a:gd name="T5" fmla="*/ 3 h 4"/>
                <a:gd name="T6" fmla="*/ 9 w 10"/>
                <a:gd name="T7" fmla="*/ 2 h 4"/>
                <a:gd name="T8" fmla="*/ 9 w 10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9" y="2"/>
                  </a:moveTo>
                  <a:cubicBezTo>
                    <a:pt x="7" y="1"/>
                    <a:pt x="6" y="0"/>
                    <a:pt x="4" y="0"/>
                  </a:cubicBezTo>
                  <a:cubicBezTo>
                    <a:pt x="3" y="0"/>
                    <a:pt x="0" y="1"/>
                    <a:pt x="1" y="3"/>
                  </a:cubicBezTo>
                  <a:cubicBezTo>
                    <a:pt x="2" y="4"/>
                    <a:pt x="9" y="2"/>
                    <a:pt x="9" y="2"/>
                  </a:cubicBezTo>
                  <a:cubicBezTo>
                    <a:pt x="6" y="1"/>
                    <a:pt x="10" y="3"/>
                    <a:pt x="9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5" name="Freeform 527">
              <a:extLst>
                <a:ext uri="{FF2B5EF4-FFF2-40B4-BE49-F238E27FC236}">
                  <a16:creationId xmlns:a16="http://schemas.microsoft.com/office/drawing/2014/main" id="{B8F5FAAC-AA21-F9B8-1AAE-707FDE12B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5553" y="7357514"/>
              <a:ext cx="131681" cy="63342"/>
            </a:xfrm>
            <a:custGeom>
              <a:avLst/>
              <a:gdLst>
                <a:gd name="T0" fmla="*/ 10 w 11"/>
                <a:gd name="T1" fmla="*/ 4 h 5"/>
                <a:gd name="T2" fmla="*/ 0 w 11"/>
                <a:gd name="T3" fmla="*/ 2 h 5"/>
                <a:gd name="T4" fmla="*/ 5 w 11"/>
                <a:gd name="T5" fmla="*/ 5 h 5"/>
                <a:gd name="T6" fmla="*/ 10 w 11"/>
                <a:gd name="T7" fmla="*/ 4 h 5"/>
                <a:gd name="T8" fmla="*/ 10 w 11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0" y="4"/>
                  </a:moveTo>
                  <a:cubicBezTo>
                    <a:pt x="10" y="1"/>
                    <a:pt x="2" y="0"/>
                    <a:pt x="0" y="2"/>
                  </a:cubicBezTo>
                  <a:cubicBezTo>
                    <a:pt x="0" y="2"/>
                    <a:pt x="4" y="5"/>
                    <a:pt x="5" y="5"/>
                  </a:cubicBezTo>
                  <a:cubicBezTo>
                    <a:pt x="6" y="5"/>
                    <a:pt x="11" y="4"/>
                    <a:pt x="10" y="4"/>
                  </a:cubicBezTo>
                  <a:cubicBezTo>
                    <a:pt x="10" y="3"/>
                    <a:pt x="11" y="5"/>
                    <a:pt x="10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6" name="Freeform 528">
              <a:extLst>
                <a:ext uri="{FF2B5EF4-FFF2-40B4-BE49-F238E27FC236}">
                  <a16:creationId xmlns:a16="http://schemas.microsoft.com/office/drawing/2014/main" id="{B521839A-4E34-88BB-6C2D-50EA542ED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6427" y="7074599"/>
              <a:ext cx="606530" cy="223801"/>
            </a:xfrm>
            <a:custGeom>
              <a:avLst/>
              <a:gdLst>
                <a:gd name="T0" fmla="*/ 52 w 52"/>
                <a:gd name="T1" fmla="*/ 16 h 18"/>
                <a:gd name="T2" fmla="*/ 41 w 52"/>
                <a:gd name="T3" fmla="*/ 17 h 18"/>
                <a:gd name="T4" fmla="*/ 35 w 52"/>
                <a:gd name="T5" fmla="*/ 17 h 18"/>
                <a:gd name="T6" fmla="*/ 37 w 52"/>
                <a:gd name="T7" fmla="*/ 14 h 18"/>
                <a:gd name="T8" fmla="*/ 32 w 52"/>
                <a:gd name="T9" fmla="*/ 11 h 18"/>
                <a:gd name="T10" fmla="*/ 28 w 52"/>
                <a:gd name="T11" fmla="*/ 8 h 18"/>
                <a:gd name="T12" fmla="*/ 20 w 52"/>
                <a:gd name="T13" fmla="*/ 5 h 18"/>
                <a:gd name="T14" fmla="*/ 14 w 52"/>
                <a:gd name="T15" fmla="*/ 5 h 18"/>
                <a:gd name="T16" fmla="*/ 16 w 52"/>
                <a:gd name="T17" fmla="*/ 3 h 18"/>
                <a:gd name="T18" fmla="*/ 8 w 52"/>
                <a:gd name="T19" fmla="*/ 3 h 18"/>
                <a:gd name="T20" fmla="*/ 0 w 52"/>
                <a:gd name="T21" fmla="*/ 6 h 18"/>
                <a:gd name="T22" fmla="*/ 6 w 52"/>
                <a:gd name="T23" fmla="*/ 2 h 18"/>
                <a:gd name="T24" fmla="*/ 16 w 52"/>
                <a:gd name="T25" fmla="*/ 0 h 18"/>
                <a:gd name="T26" fmla="*/ 24 w 52"/>
                <a:gd name="T27" fmla="*/ 1 h 18"/>
                <a:gd name="T28" fmla="*/ 31 w 52"/>
                <a:gd name="T29" fmla="*/ 4 h 18"/>
                <a:gd name="T30" fmla="*/ 32 w 52"/>
                <a:gd name="T31" fmla="*/ 4 h 18"/>
                <a:gd name="T32" fmla="*/ 34 w 52"/>
                <a:gd name="T33" fmla="*/ 5 h 18"/>
                <a:gd name="T34" fmla="*/ 38 w 52"/>
                <a:gd name="T35" fmla="*/ 8 h 18"/>
                <a:gd name="T36" fmla="*/ 45 w 52"/>
                <a:gd name="T37" fmla="*/ 11 h 18"/>
                <a:gd name="T38" fmla="*/ 52 w 52"/>
                <a:gd name="T39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" h="18">
                  <a:moveTo>
                    <a:pt x="52" y="16"/>
                  </a:moveTo>
                  <a:cubicBezTo>
                    <a:pt x="52" y="17"/>
                    <a:pt x="42" y="17"/>
                    <a:pt x="41" y="17"/>
                  </a:cubicBezTo>
                  <a:cubicBezTo>
                    <a:pt x="39" y="17"/>
                    <a:pt x="37" y="18"/>
                    <a:pt x="35" y="17"/>
                  </a:cubicBezTo>
                  <a:cubicBezTo>
                    <a:pt x="34" y="16"/>
                    <a:pt x="41" y="15"/>
                    <a:pt x="37" y="14"/>
                  </a:cubicBezTo>
                  <a:cubicBezTo>
                    <a:pt x="35" y="13"/>
                    <a:pt x="33" y="13"/>
                    <a:pt x="32" y="11"/>
                  </a:cubicBezTo>
                  <a:cubicBezTo>
                    <a:pt x="30" y="9"/>
                    <a:pt x="31" y="8"/>
                    <a:pt x="28" y="8"/>
                  </a:cubicBezTo>
                  <a:cubicBezTo>
                    <a:pt x="24" y="9"/>
                    <a:pt x="23" y="6"/>
                    <a:pt x="20" y="5"/>
                  </a:cubicBezTo>
                  <a:cubicBezTo>
                    <a:pt x="19" y="5"/>
                    <a:pt x="15" y="6"/>
                    <a:pt x="14" y="5"/>
                  </a:cubicBezTo>
                  <a:cubicBezTo>
                    <a:pt x="14" y="4"/>
                    <a:pt x="16" y="4"/>
                    <a:pt x="16" y="3"/>
                  </a:cubicBezTo>
                  <a:cubicBezTo>
                    <a:pt x="16" y="2"/>
                    <a:pt x="9" y="3"/>
                    <a:pt x="8" y="3"/>
                  </a:cubicBezTo>
                  <a:cubicBezTo>
                    <a:pt x="8" y="4"/>
                    <a:pt x="0" y="7"/>
                    <a:pt x="0" y="6"/>
                  </a:cubicBezTo>
                  <a:cubicBezTo>
                    <a:pt x="0" y="4"/>
                    <a:pt x="4" y="2"/>
                    <a:pt x="6" y="2"/>
                  </a:cubicBezTo>
                  <a:cubicBezTo>
                    <a:pt x="9" y="0"/>
                    <a:pt x="12" y="0"/>
                    <a:pt x="16" y="0"/>
                  </a:cubicBezTo>
                  <a:cubicBezTo>
                    <a:pt x="18" y="0"/>
                    <a:pt x="22" y="0"/>
                    <a:pt x="24" y="1"/>
                  </a:cubicBezTo>
                  <a:cubicBezTo>
                    <a:pt x="26" y="2"/>
                    <a:pt x="28" y="4"/>
                    <a:pt x="31" y="4"/>
                  </a:cubicBezTo>
                  <a:cubicBezTo>
                    <a:pt x="31" y="4"/>
                    <a:pt x="31" y="3"/>
                    <a:pt x="32" y="4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5" y="6"/>
                    <a:pt x="37" y="7"/>
                    <a:pt x="38" y="8"/>
                  </a:cubicBezTo>
                  <a:cubicBezTo>
                    <a:pt x="40" y="9"/>
                    <a:pt x="44" y="9"/>
                    <a:pt x="45" y="11"/>
                  </a:cubicBezTo>
                  <a:cubicBezTo>
                    <a:pt x="47" y="13"/>
                    <a:pt x="52" y="13"/>
                    <a:pt x="52" y="1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7" name="Freeform 529">
              <a:extLst>
                <a:ext uri="{FF2B5EF4-FFF2-40B4-BE49-F238E27FC236}">
                  <a16:creationId xmlns:a16="http://schemas.microsoft.com/office/drawing/2014/main" id="{B73604A7-8943-3D15-34D4-14C689D4F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5553" y="6939474"/>
              <a:ext cx="47884" cy="46450"/>
            </a:xfrm>
            <a:custGeom>
              <a:avLst/>
              <a:gdLst>
                <a:gd name="T0" fmla="*/ 2 w 4"/>
                <a:gd name="T1" fmla="*/ 4 h 4"/>
                <a:gd name="T2" fmla="*/ 1 w 4"/>
                <a:gd name="T3" fmla="*/ 0 h 4"/>
                <a:gd name="T4" fmla="*/ 2 w 4"/>
                <a:gd name="T5" fmla="*/ 4 h 4"/>
                <a:gd name="T6" fmla="*/ 2 w 4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0" y="4"/>
                    <a:pt x="1" y="1"/>
                    <a:pt x="1" y="0"/>
                  </a:cubicBezTo>
                  <a:cubicBezTo>
                    <a:pt x="2" y="0"/>
                    <a:pt x="4" y="4"/>
                    <a:pt x="2" y="4"/>
                  </a:cubicBezTo>
                  <a:cubicBezTo>
                    <a:pt x="1" y="4"/>
                    <a:pt x="4" y="4"/>
                    <a:pt x="2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8" name="Freeform 530">
              <a:extLst>
                <a:ext uri="{FF2B5EF4-FFF2-40B4-BE49-F238E27FC236}">
                  <a16:creationId xmlns:a16="http://schemas.microsoft.com/office/drawing/2014/main" id="{9B4C6255-4605-B554-3EB3-FFAFBABA7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0839" y="7197056"/>
              <a:ext cx="23943" cy="25337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1 h 2"/>
                <a:gd name="T4" fmla="*/ 2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2" y="2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09" name="Freeform 531">
              <a:extLst>
                <a:ext uri="{FF2B5EF4-FFF2-40B4-BE49-F238E27FC236}">
                  <a16:creationId xmlns:a16="http://schemas.microsoft.com/office/drawing/2014/main" id="{A97DD90A-6F84-DE1E-C6EB-EBE27935B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3135" y="5372876"/>
              <a:ext cx="67834" cy="126679"/>
            </a:xfrm>
            <a:custGeom>
              <a:avLst/>
              <a:gdLst>
                <a:gd name="T0" fmla="*/ 3 w 6"/>
                <a:gd name="T1" fmla="*/ 8 h 10"/>
                <a:gd name="T2" fmla="*/ 0 w 6"/>
                <a:gd name="T3" fmla="*/ 7 h 10"/>
                <a:gd name="T4" fmla="*/ 4 w 6"/>
                <a:gd name="T5" fmla="*/ 2 h 10"/>
                <a:gd name="T6" fmla="*/ 6 w 6"/>
                <a:gd name="T7" fmla="*/ 4 h 10"/>
                <a:gd name="T8" fmla="*/ 3 w 6"/>
                <a:gd name="T9" fmla="*/ 8 h 10"/>
                <a:gd name="T10" fmla="*/ 3 w 6"/>
                <a:gd name="T1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3" y="8"/>
                  </a:moveTo>
                  <a:cubicBezTo>
                    <a:pt x="2" y="10"/>
                    <a:pt x="0" y="9"/>
                    <a:pt x="0" y="7"/>
                  </a:cubicBezTo>
                  <a:cubicBezTo>
                    <a:pt x="1" y="6"/>
                    <a:pt x="3" y="3"/>
                    <a:pt x="4" y="2"/>
                  </a:cubicBezTo>
                  <a:cubicBezTo>
                    <a:pt x="6" y="0"/>
                    <a:pt x="6" y="3"/>
                    <a:pt x="6" y="4"/>
                  </a:cubicBezTo>
                  <a:cubicBezTo>
                    <a:pt x="6" y="6"/>
                    <a:pt x="3" y="6"/>
                    <a:pt x="3" y="8"/>
                  </a:cubicBezTo>
                  <a:cubicBezTo>
                    <a:pt x="2" y="10"/>
                    <a:pt x="3" y="8"/>
                    <a:pt x="3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0" name="Freeform 532">
              <a:extLst>
                <a:ext uri="{FF2B5EF4-FFF2-40B4-BE49-F238E27FC236}">
                  <a16:creationId xmlns:a16="http://schemas.microsoft.com/office/drawing/2014/main" id="{02B9B855-ED62-DB62-C58A-99B700107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5058" y="5436215"/>
              <a:ext cx="83797" cy="50672"/>
            </a:xfrm>
            <a:custGeom>
              <a:avLst/>
              <a:gdLst>
                <a:gd name="T0" fmla="*/ 3 w 7"/>
                <a:gd name="T1" fmla="*/ 4 h 4"/>
                <a:gd name="T2" fmla="*/ 5 w 7"/>
                <a:gd name="T3" fmla="*/ 1 h 4"/>
                <a:gd name="T4" fmla="*/ 3 w 7"/>
                <a:gd name="T5" fmla="*/ 4 h 4"/>
                <a:gd name="T6" fmla="*/ 3 w 7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3" y="4"/>
                  </a:moveTo>
                  <a:cubicBezTo>
                    <a:pt x="0" y="4"/>
                    <a:pt x="3" y="0"/>
                    <a:pt x="5" y="1"/>
                  </a:cubicBezTo>
                  <a:cubicBezTo>
                    <a:pt x="7" y="1"/>
                    <a:pt x="4" y="4"/>
                    <a:pt x="3" y="4"/>
                  </a:cubicBezTo>
                  <a:cubicBezTo>
                    <a:pt x="2" y="4"/>
                    <a:pt x="4" y="4"/>
                    <a:pt x="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1" name="Freeform 533">
              <a:extLst>
                <a:ext uri="{FF2B5EF4-FFF2-40B4-BE49-F238E27FC236}">
                  <a16:creationId xmlns:a16="http://schemas.microsoft.com/office/drawing/2014/main" id="{5F700B0F-173E-FCDA-1EB7-655377BC2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3616" y="5385541"/>
              <a:ext cx="175574" cy="88675"/>
            </a:xfrm>
            <a:custGeom>
              <a:avLst/>
              <a:gdLst>
                <a:gd name="T0" fmla="*/ 11 w 15"/>
                <a:gd name="T1" fmla="*/ 6 h 7"/>
                <a:gd name="T2" fmla="*/ 10 w 15"/>
                <a:gd name="T3" fmla="*/ 5 h 7"/>
                <a:gd name="T4" fmla="*/ 7 w 15"/>
                <a:gd name="T5" fmla="*/ 5 h 7"/>
                <a:gd name="T6" fmla="*/ 3 w 15"/>
                <a:gd name="T7" fmla="*/ 0 h 7"/>
                <a:gd name="T8" fmla="*/ 6 w 15"/>
                <a:gd name="T9" fmla="*/ 2 h 7"/>
                <a:gd name="T10" fmla="*/ 8 w 15"/>
                <a:gd name="T11" fmla="*/ 3 h 7"/>
                <a:gd name="T12" fmla="*/ 15 w 15"/>
                <a:gd name="T13" fmla="*/ 3 h 7"/>
                <a:gd name="T14" fmla="*/ 11 w 15"/>
                <a:gd name="T15" fmla="*/ 6 h 7"/>
                <a:gd name="T16" fmla="*/ 11 w 15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7">
                  <a:moveTo>
                    <a:pt x="11" y="6"/>
                  </a:move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8" y="6"/>
                    <a:pt x="7" y="5"/>
                  </a:cubicBezTo>
                  <a:cubicBezTo>
                    <a:pt x="7" y="4"/>
                    <a:pt x="0" y="1"/>
                    <a:pt x="3" y="0"/>
                  </a:cubicBezTo>
                  <a:cubicBezTo>
                    <a:pt x="4" y="0"/>
                    <a:pt x="5" y="2"/>
                    <a:pt x="6" y="2"/>
                  </a:cubicBezTo>
                  <a:cubicBezTo>
                    <a:pt x="7" y="3"/>
                    <a:pt x="7" y="2"/>
                    <a:pt x="8" y="3"/>
                  </a:cubicBezTo>
                  <a:cubicBezTo>
                    <a:pt x="9" y="4"/>
                    <a:pt x="13" y="2"/>
                    <a:pt x="15" y="3"/>
                  </a:cubicBezTo>
                  <a:cubicBezTo>
                    <a:pt x="14" y="3"/>
                    <a:pt x="12" y="6"/>
                    <a:pt x="11" y="6"/>
                  </a:cubicBezTo>
                  <a:cubicBezTo>
                    <a:pt x="9" y="7"/>
                    <a:pt x="12" y="6"/>
                    <a:pt x="11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2" name="Freeform 534">
              <a:extLst>
                <a:ext uri="{FF2B5EF4-FFF2-40B4-BE49-F238E27FC236}">
                  <a16:creationId xmlns:a16="http://schemas.microsoft.com/office/drawing/2014/main" id="{E66BE3E3-0564-C966-A315-BD5B0E512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535" y="5140626"/>
              <a:ext cx="183553" cy="97123"/>
            </a:xfrm>
            <a:custGeom>
              <a:avLst/>
              <a:gdLst>
                <a:gd name="T0" fmla="*/ 13 w 16"/>
                <a:gd name="T1" fmla="*/ 6 h 8"/>
                <a:gd name="T2" fmla="*/ 0 w 16"/>
                <a:gd name="T3" fmla="*/ 2 h 8"/>
                <a:gd name="T4" fmla="*/ 13 w 16"/>
                <a:gd name="T5" fmla="*/ 6 h 8"/>
                <a:gd name="T6" fmla="*/ 13 w 16"/>
                <a:gd name="T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8">
                  <a:moveTo>
                    <a:pt x="13" y="6"/>
                  </a:moveTo>
                  <a:cubicBezTo>
                    <a:pt x="11" y="8"/>
                    <a:pt x="1" y="4"/>
                    <a:pt x="0" y="2"/>
                  </a:cubicBezTo>
                  <a:cubicBezTo>
                    <a:pt x="0" y="0"/>
                    <a:pt x="16" y="4"/>
                    <a:pt x="13" y="6"/>
                  </a:cubicBezTo>
                  <a:cubicBezTo>
                    <a:pt x="12" y="7"/>
                    <a:pt x="14" y="5"/>
                    <a:pt x="13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3" name="Freeform 535">
              <a:extLst>
                <a:ext uri="{FF2B5EF4-FFF2-40B4-BE49-F238E27FC236}">
                  <a16:creationId xmlns:a16="http://schemas.microsoft.com/office/drawing/2014/main" id="{C2B78FB4-BAFF-D8BF-3352-B8945DC7A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0827" y="5013949"/>
              <a:ext cx="375092" cy="384259"/>
            </a:xfrm>
            <a:custGeom>
              <a:avLst/>
              <a:gdLst>
                <a:gd name="T0" fmla="*/ 19 w 32"/>
                <a:gd name="T1" fmla="*/ 1 h 31"/>
                <a:gd name="T2" fmla="*/ 17 w 32"/>
                <a:gd name="T3" fmla="*/ 0 h 31"/>
                <a:gd name="T4" fmla="*/ 14 w 32"/>
                <a:gd name="T5" fmla="*/ 2 h 31"/>
                <a:gd name="T6" fmla="*/ 11 w 32"/>
                <a:gd name="T7" fmla="*/ 5 h 31"/>
                <a:gd name="T8" fmla="*/ 9 w 32"/>
                <a:gd name="T9" fmla="*/ 7 h 31"/>
                <a:gd name="T10" fmla="*/ 7 w 32"/>
                <a:gd name="T11" fmla="*/ 13 h 31"/>
                <a:gd name="T12" fmla="*/ 5 w 32"/>
                <a:gd name="T13" fmla="*/ 17 h 31"/>
                <a:gd name="T14" fmla="*/ 2 w 32"/>
                <a:gd name="T15" fmla="*/ 19 h 31"/>
                <a:gd name="T16" fmla="*/ 4 w 32"/>
                <a:gd name="T17" fmla="*/ 21 h 31"/>
                <a:gd name="T18" fmla="*/ 0 w 32"/>
                <a:gd name="T19" fmla="*/ 25 h 31"/>
                <a:gd name="T20" fmla="*/ 4 w 32"/>
                <a:gd name="T21" fmla="*/ 25 h 31"/>
                <a:gd name="T22" fmla="*/ 10 w 32"/>
                <a:gd name="T23" fmla="*/ 26 h 31"/>
                <a:gd name="T24" fmla="*/ 19 w 32"/>
                <a:gd name="T25" fmla="*/ 27 h 31"/>
                <a:gd name="T26" fmla="*/ 22 w 32"/>
                <a:gd name="T27" fmla="*/ 26 h 31"/>
                <a:gd name="T28" fmla="*/ 19 w 32"/>
                <a:gd name="T29" fmla="*/ 30 h 31"/>
                <a:gd name="T30" fmla="*/ 22 w 32"/>
                <a:gd name="T31" fmla="*/ 28 h 31"/>
                <a:gd name="T32" fmla="*/ 27 w 32"/>
                <a:gd name="T33" fmla="*/ 26 h 31"/>
                <a:gd name="T34" fmla="*/ 32 w 32"/>
                <a:gd name="T35" fmla="*/ 20 h 31"/>
                <a:gd name="T36" fmla="*/ 29 w 32"/>
                <a:gd name="T37" fmla="*/ 20 h 31"/>
                <a:gd name="T38" fmla="*/ 26 w 32"/>
                <a:gd name="T39" fmla="*/ 18 h 31"/>
                <a:gd name="T40" fmla="*/ 29 w 32"/>
                <a:gd name="T41" fmla="*/ 15 h 31"/>
                <a:gd name="T42" fmla="*/ 26 w 32"/>
                <a:gd name="T43" fmla="*/ 15 h 31"/>
                <a:gd name="T44" fmla="*/ 24 w 32"/>
                <a:gd name="T45" fmla="*/ 13 h 31"/>
                <a:gd name="T46" fmla="*/ 21 w 32"/>
                <a:gd name="T47" fmla="*/ 16 h 31"/>
                <a:gd name="T48" fmla="*/ 18 w 32"/>
                <a:gd name="T49" fmla="*/ 13 h 31"/>
                <a:gd name="T50" fmla="*/ 19 w 32"/>
                <a:gd name="T51" fmla="*/ 11 h 31"/>
                <a:gd name="T52" fmla="*/ 16 w 32"/>
                <a:gd name="T53" fmla="*/ 9 h 31"/>
                <a:gd name="T54" fmla="*/ 14 w 32"/>
                <a:gd name="T55" fmla="*/ 12 h 31"/>
                <a:gd name="T56" fmla="*/ 16 w 32"/>
                <a:gd name="T57" fmla="*/ 7 h 31"/>
                <a:gd name="T58" fmla="*/ 18 w 32"/>
                <a:gd name="T59" fmla="*/ 4 h 31"/>
                <a:gd name="T60" fmla="*/ 18 w 32"/>
                <a:gd name="T61" fmla="*/ 2 h 31"/>
                <a:gd name="T62" fmla="*/ 19 w 32"/>
                <a:gd name="T63" fmla="*/ 1 h 31"/>
                <a:gd name="T64" fmla="*/ 19 w 32"/>
                <a:gd name="T6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31">
                  <a:moveTo>
                    <a:pt x="19" y="1"/>
                  </a:moveTo>
                  <a:cubicBezTo>
                    <a:pt x="20" y="0"/>
                    <a:pt x="17" y="0"/>
                    <a:pt x="17" y="0"/>
                  </a:cubicBezTo>
                  <a:cubicBezTo>
                    <a:pt x="16" y="0"/>
                    <a:pt x="15" y="1"/>
                    <a:pt x="14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1" y="6"/>
                    <a:pt x="10" y="7"/>
                    <a:pt x="9" y="7"/>
                  </a:cubicBezTo>
                  <a:cubicBezTo>
                    <a:pt x="9" y="9"/>
                    <a:pt x="8" y="11"/>
                    <a:pt x="7" y="13"/>
                  </a:cubicBezTo>
                  <a:cubicBezTo>
                    <a:pt x="7" y="15"/>
                    <a:pt x="6" y="16"/>
                    <a:pt x="5" y="17"/>
                  </a:cubicBezTo>
                  <a:cubicBezTo>
                    <a:pt x="4" y="18"/>
                    <a:pt x="2" y="19"/>
                    <a:pt x="2" y="19"/>
                  </a:cubicBezTo>
                  <a:cubicBezTo>
                    <a:pt x="2" y="20"/>
                    <a:pt x="4" y="20"/>
                    <a:pt x="4" y="21"/>
                  </a:cubicBezTo>
                  <a:cubicBezTo>
                    <a:pt x="4" y="22"/>
                    <a:pt x="0" y="24"/>
                    <a:pt x="0" y="25"/>
                  </a:cubicBezTo>
                  <a:cubicBezTo>
                    <a:pt x="0" y="27"/>
                    <a:pt x="3" y="26"/>
                    <a:pt x="4" y="25"/>
                  </a:cubicBezTo>
                  <a:cubicBezTo>
                    <a:pt x="6" y="25"/>
                    <a:pt x="8" y="26"/>
                    <a:pt x="10" y="26"/>
                  </a:cubicBezTo>
                  <a:cubicBezTo>
                    <a:pt x="13" y="27"/>
                    <a:pt x="16" y="26"/>
                    <a:pt x="19" y="27"/>
                  </a:cubicBezTo>
                  <a:cubicBezTo>
                    <a:pt x="19" y="27"/>
                    <a:pt x="22" y="25"/>
                    <a:pt x="22" y="26"/>
                  </a:cubicBezTo>
                  <a:cubicBezTo>
                    <a:pt x="22" y="27"/>
                    <a:pt x="19" y="30"/>
                    <a:pt x="19" y="30"/>
                  </a:cubicBezTo>
                  <a:cubicBezTo>
                    <a:pt x="20" y="31"/>
                    <a:pt x="22" y="28"/>
                    <a:pt x="22" y="28"/>
                  </a:cubicBezTo>
                  <a:cubicBezTo>
                    <a:pt x="24" y="27"/>
                    <a:pt x="26" y="27"/>
                    <a:pt x="27" y="26"/>
                  </a:cubicBezTo>
                  <a:cubicBezTo>
                    <a:pt x="27" y="25"/>
                    <a:pt x="32" y="20"/>
                    <a:pt x="32" y="20"/>
                  </a:cubicBezTo>
                  <a:cubicBezTo>
                    <a:pt x="31" y="19"/>
                    <a:pt x="30" y="20"/>
                    <a:pt x="29" y="20"/>
                  </a:cubicBezTo>
                  <a:cubicBezTo>
                    <a:pt x="29" y="20"/>
                    <a:pt x="26" y="18"/>
                    <a:pt x="26" y="18"/>
                  </a:cubicBezTo>
                  <a:cubicBezTo>
                    <a:pt x="26" y="17"/>
                    <a:pt x="30" y="16"/>
                    <a:pt x="29" y="15"/>
                  </a:cubicBezTo>
                  <a:cubicBezTo>
                    <a:pt x="29" y="14"/>
                    <a:pt x="27" y="15"/>
                    <a:pt x="26" y="15"/>
                  </a:cubicBezTo>
                  <a:cubicBezTo>
                    <a:pt x="25" y="15"/>
                    <a:pt x="25" y="13"/>
                    <a:pt x="24" y="13"/>
                  </a:cubicBezTo>
                  <a:cubicBezTo>
                    <a:pt x="24" y="13"/>
                    <a:pt x="21" y="16"/>
                    <a:pt x="21" y="16"/>
                  </a:cubicBezTo>
                  <a:cubicBezTo>
                    <a:pt x="20" y="14"/>
                    <a:pt x="20" y="14"/>
                    <a:pt x="18" y="13"/>
                  </a:cubicBezTo>
                  <a:cubicBezTo>
                    <a:pt x="16" y="12"/>
                    <a:pt x="19" y="12"/>
                    <a:pt x="19" y="11"/>
                  </a:cubicBezTo>
                  <a:cubicBezTo>
                    <a:pt x="19" y="11"/>
                    <a:pt x="17" y="9"/>
                    <a:pt x="16" y="9"/>
                  </a:cubicBezTo>
                  <a:cubicBezTo>
                    <a:pt x="16" y="10"/>
                    <a:pt x="14" y="13"/>
                    <a:pt x="14" y="12"/>
                  </a:cubicBezTo>
                  <a:cubicBezTo>
                    <a:pt x="12" y="11"/>
                    <a:pt x="15" y="7"/>
                    <a:pt x="16" y="7"/>
                  </a:cubicBezTo>
                  <a:cubicBezTo>
                    <a:pt x="17" y="6"/>
                    <a:pt x="17" y="5"/>
                    <a:pt x="18" y="4"/>
                  </a:cubicBezTo>
                  <a:cubicBezTo>
                    <a:pt x="18" y="3"/>
                    <a:pt x="18" y="2"/>
                    <a:pt x="18" y="2"/>
                  </a:cubicBezTo>
                  <a:cubicBezTo>
                    <a:pt x="18" y="2"/>
                    <a:pt x="19" y="1"/>
                    <a:pt x="19" y="1"/>
                  </a:cubicBezTo>
                  <a:cubicBezTo>
                    <a:pt x="20" y="0"/>
                    <a:pt x="19" y="1"/>
                    <a:pt x="19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4" name="Freeform 536">
              <a:extLst>
                <a:ext uri="{FF2B5EF4-FFF2-40B4-BE49-F238E27FC236}">
                  <a16:creationId xmlns:a16="http://schemas.microsoft.com/office/drawing/2014/main" id="{591C35F3-A2C6-8F5A-5074-509CC8C28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4093" y="5288419"/>
              <a:ext cx="95766" cy="122456"/>
            </a:xfrm>
            <a:custGeom>
              <a:avLst/>
              <a:gdLst>
                <a:gd name="T0" fmla="*/ 6 w 8"/>
                <a:gd name="T1" fmla="*/ 1 h 10"/>
                <a:gd name="T2" fmla="*/ 1 w 8"/>
                <a:gd name="T3" fmla="*/ 9 h 10"/>
                <a:gd name="T4" fmla="*/ 4 w 8"/>
                <a:gd name="T5" fmla="*/ 7 h 10"/>
                <a:gd name="T6" fmla="*/ 3 w 8"/>
                <a:gd name="T7" fmla="*/ 10 h 10"/>
                <a:gd name="T8" fmla="*/ 6 w 8"/>
                <a:gd name="T9" fmla="*/ 8 h 10"/>
                <a:gd name="T10" fmla="*/ 8 w 8"/>
                <a:gd name="T11" fmla="*/ 4 h 10"/>
                <a:gd name="T12" fmla="*/ 5 w 8"/>
                <a:gd name="T13" fmla="*/ 4 h 10"/>
                <a:gd name="T14" fmla="*/ 6 w 8"/>
                <a:gd name="T15" fmla="*/ 1 h 10"/>
                <a:gd name="T16" fmla="*/ 6 w 8"/>
                <a:gd name="T17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0">
                  <a:moveTo>
                    <a:pt x="6" y="1"/>
                  </a:moveTo>
                  <a:cubicBezTo>
                    <a:pt x="5" y="2"/>
                    <a:pt x="0" y="6"/>
                    <a:pt x="1" y="9"/>
                  </a:cubicBezTo>
                  <a:cubicBezTo>
                    <a:pt x="1" y="9"/>
                    <a:pt x="3" y="6"/>
                    <a:pt x="4" y="7"/>
                  </a:cubicBezTo>
                  <a:cubicBezTo>
                    <a:pt x="4" y="7"/>
                    <a:pt x="3" y="10"/>
                    <a:pt x="3" y="10"/>
                  </a:cubicBezTo>
                  <a:cubicBezTo>
                    <a:pt x="4" y="10"/>
                    <a:pt x="6" y="9"/>
                    <a:pt x="6" y="8"/>
                  </a:cubicBezTo>
                  <a:cubicBezTo>
                    <a:pt x="6" y="7"/>
                    <a:pt x="7" y="6"/>
                    <a:pt x="8" y="4"/>
                  </a:cubicBezTo>
                  <a:cubicBezTo>
                    <a:pt x="8" y="2"/>
                    <a:pt x="6" y="4"/>
                    <a:pt x="5" y="4"/>
                  </a:cubicBezTo>
                  <a:cubicBezTo>
                    <a:pt x="6" y="4"/>
                    <a:pt x="6" y="0"/>
                    <a:pt x="6" y="1"/>
                  </a:cubicBezTo>
                  <a:cubicBezTo>
                    <a:pt x="5" y="1"/>
                    <a:pt x="7" y="0"/>
                    <a:pt x="6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5" name="Freeform 537">
              <a:extLst>
                <a:ext uri="{FF2B5EF4-FFF2-40B4-BE49-F238E27FC236}">
                  <a16:creationId xmlns:a16="http://schemas.microsoft.com/office/drawing/2014/main" id="{43506243-EE5B-192A-32F9-22A0E0EBA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681" y="4097634"/>
              <a:ext cx="35912" cy="71783"/>
            </a:xfrm>
            <a:custGeom>
              <a:avLst/>
              <a:gdLst>
                <a:gd name="T0" fmla="*/ 3 w 3"/>
                <a:gd name="T1" fmla="*/ 4 h 6"/>
                <a:gd name="T2" fmla="*/ 1 w 3"/>
                <a:gd name="T3" fmla="*/ 1 h 6"/>
                <a:gd name="T4" fmla="*/ 1 w 3"/>
                <a:gd name="T5" fmla="*/ 2 h 6"/>
                <a:gd name="T6" fmla="*/ 0 w 3"/>
                <a:gd name="T7" fmla="*/ 2 h 6"/>
                <a:gd name="T8" fmla="*/ 3 w 3"/>
                <a:gd name="T9" fmla="*/ 4 h 6"/>
                <a:gd name="T10" fmla="*/ 3 w 3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3" y="4"/>
                  </a:moveTo>
                  <a:cubicBezTo>
                    <a:pt x="3" y="3"/>
                    <a:pt x="1" y="0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3" y="6"/>
                    <a:pt x="3" y="4"/>
                  </a:cubicBezTo>
                  <a:cubicBezTo>
                    <a:pt x="3" y="3"/>
                    <a:pt x="3" y="6"/>
                    <a:pt x="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6" name="Freeform 538">
              <a:extLst>
                <a:ext uri="{FF2B5EF4-FFF2-40B4-BE49-F238E27FC236}">
                  <a16:creationId xmlns:a16="http://schemas.microsoft.com/office/drawing/2014/main" id="{71C10370-B1AF-C7AF-678F-04310302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4107" y="4220093"/>
              <a:ext cx="35912" cy="38003"/>
            </a:xfrm>
            <a:custGeom>
              <a:avLst/>
              <a:gdLst>
                <a:gd name="T0" fmla="*/ 2 w 3"/>
                <a:gd name="T1" fmla="*/ 1 h 3"/>
                <a:gd name="T2" fmla="*/ 0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2" y="0"/>
                    <a:pt x="0" y="2"/>
                    <a:pt x="0" y="2"/>
                  </a:cubicBezTo>
                  <a:cubicBezTo>
                    <a:pt x="1" y="3"/>
                    <a:pt x="3" y="2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7" name="Freeform 539">
              <a:extLst>
                <a:ext uri="{FF2B5EF4-FFF2-40B4-BE49-F238E27FC236}">
                  <a16:creationId xmlns:a16="http://schemas.microsoft.com/office/drawing/2014/main" id="{5ECB73FC-36B4-9A08-CD29-C60596C0F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058" y="4878826"/>
              <a:ext cx="79807" cy="50672"/>
            </a:xfrm>
            <a:custGeom>
              <a:avLst/>
              <a:gdLst>
                <a:gd name="T0" fmla="*/ 7 w 7"/>
                <a:gd name="T1" fmla="*/ 3 h 4"/>
                <a:gd name="T2" fmla="*/ 1 w 7"/>
                <a:gd name="T3" fmla="*/ 1 h 4"/>
                <a:gd name="T4" fmla="*/ 7 w 7"/>
                <a:gd name="T5" fmla="*/ 3 h 4"/>
                <a:gd name="T6" fmla="*/ 7 w 7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7" y="3"/>
                  </a:moveTo>
                  <a:cubicBezTo>
                    <a:pt x="7" y="0"/>
                    <a:pt x="3" y="0"/>
                    <a:pt x="1" y="1"/>
                  </a:cubicBezTo>
                  <a:cubicBezTo>
                    <a:pt x="0" y="1"/>
                    <a:pt x="7" y="4"/>
                    <a:pt x="7" y="3"/>
                  </a:cubicBezTo>
                  <a:cubicBezTo>
                    <a:pt x="7" y="0"/>
                    <a:pt x="7" y="4"/>
                    <a:pt x="7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8" name="Freeform 540">
              <a:extLst>
                <a:ext uri="{FF2B5EF4-FFF2-40B4-BE49-F238E27FC236}">
                  <a16:creationId xmlns:a16="http://schemas.microsoft.com/office/drawing/2014/main" id="{87509AF7-1A03-F4E7-FE16-CBD29A26C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746" y="4579020"/>
              <a:ext cx="71824" cy="76005"/>
            </a:xfrm>
            <a:custGeom>
              <a:avLst/>
              <a:gdLst>
                <a:gd name="T0" fmla="*/ 3 w 6"/>
                <a:gd name="T1" fmla="*/ 5 h 6"/>
                <a:gd name="T2" fmla="*/ 0 w 6"/>
                <a:gd name="T3" fmla="*/ 3 h 6"/>
                <a:gd name="T4" fmla="*/ 4 w 6"/>
                <a:gd name="T5" fmla="*/ 2 h 6"/>
                <a:gd name="T6" fmla="*/ 3 w 6"/>
                <a:gd name="T7" fmla="*/ 5 h 6"/>
                <a:gd name="T8" fmla="*/ 3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5"/>
                  </a:moveTo>
                  <a:cubicBezTo>
                    <a:pt x="2" y="4"/>
                    <a:pt x="1" y="4"/>
                    <a:pt x="0" y="3"/>
                  </a:cubicBezTo>
                  <a:cubicBezTo>
                    <a:pt x="1" y="3"/>
                    <a:pt x="3" y="0"/>
                    <a:pt x="4" y="2"/>
                  </a:cubicBezTo>
                  <a:cubicBezTo>
                    <a:pt x="6" y="3"/>
                    <a:pt x="5" y="6"/>
                    <a:pt x="3" y="5"/>
                  </a:cubicBezTo>
                  <a:cubicBezTo>
                    <a:pt x="2" y="4"/>
                    <a:pt x="4" y="6"/>
                    <a:pt x="3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19" name="Freeform 541">
              <a:extLst>
                <a:ext uri="{FF2B5EF4-FFF2-40B4-BE49-F238E27FC236}">
                  <a16:creationId xmlns:a16="http://schemas.microsoft.com/office/drawing/2014/main" id="{BB457E9D-BD45-8EED-3209-CDE675BF1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9835" y="4046961"/>
              <a:ext cx="71824" cy="88675"/>
            </a:xfrm>
            <a:custGeom>
              <a:avLst/>
              <a:gdLst>
                <a:gd name="T0" fmla="*/ 3 w 6"/>
                <a:gd name="T1" fmla="*/ 6 h 7"/>
                <a:gd name="T2" fmla="*/ 4 w 6"/>
                <a:gd name="T3" fmla="*/ 1 h 7"/>
                <a:gd name="T4" fmla="*/ 3 w 6"/>
                <a:gd name="T5" fmla="*/ 6 h 7"/>
                <a:gd name="T6" fmla="*/ 3 w 6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3" y="6"/>
                  </a:moveTo>
                  <a:cubicBezTo>
                    <a:pt x="0" y="7"/>
                    <a:pt x="1" y="0"/>
                    <a:pt x="4" y="1"/>
                  </a:cubicBezTo>
                  <a:cubicBezTo>
                    <a:pt x="6" y="1"/>
                    <a:pt x="5" y="6"/>
                    <a:pt x="3" y="6"/>
                  </a:cubicBezTo>
                  <a:cubicBezTo>
                    <a:pt x="2" y="6"/>
                    <a:pt x="6" y="6"/>
                    <a:pt x="3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0" name="Freeform 542">
              <a:extLst>
                <a:ext uri="{FF2B5EF4-FFF2-40B4-BE49-F238E27FC236}">
                  <a16:creationId xmlns:a16="http://schemas.microsoft.com/office/drawing/2014/main" id="{DFA183E9-EC94-BF32-4D65-CF95C98F6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0318" y="3996292"/>
              <a:ext cx="139661" cy="76005"/>
            </a:xfrm>
            <a:custGeom>
              <a:avLst/>
              <a:gdLst>
                <a:gd name="T0" fmla="*/ 4 w 12"/>
                <a:gd name="T1" fmla="*/ 6 h 6"/>
                <a:gd name="T2" fmla="*/ 1 w 12"/>
                <a:gd name="T3" fmla="*/ 3 h 6"/>
                <a:gd name="T4" fmla="*/ 8 w 12"/>
                <a:gd name="T5" fmla="*/ 0 h 6"/>
                <a:gd name="T6" fmla="*/ 4 w 12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6">
                  <a:moveTo>
                    <a:pt x="4" y="6"/>
                  </a:moveTo>
                  <a:cubicBezTo>
                    <a:pt x="2" y="6"/>
                    <a:pt x="0" y="5"/>
                    <a:pt x="1" y="3"/>
                  </a:cubicBezTo>
                  <a:cubicBezTo>
                    <a:pt x="2" y="1"/>
                    <a:pt x="5" y="1"/>
                    <a:pt x="8" y="0"/>
                  </a:cubicBezTo>
                  <a:cubicBezTo>
                    <a:pt x="12" y="0"/>
                    <a:pt x="6" y="6"/>
                    <a:pt x="4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1" name="Freeform 543">
              <a:extLst>
                <a:ext uri="{FF2B5EF4-FFF2-40B4-BE49-F238E27FC236}">
                  <a16:creationId xmlns:a16="http://schemas.microsoft.com/office/drawing/2014/main" id="{883642D0-476C-69B1-3098-3D00EBA19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01" y="3949841"/>
              <a:ext cx="79807" cy="33781"/>
            </a:xfrm>
            <a:custGeom>
              <a:avLst/>
              <a:gdLst>
                <a:gd name="T0" fmla="*/ 5 w 7"/>
                <a:gd name="T1" fmla="*/ 3 h 3"/>
                <a:gd name="T2" fmla="*/ 3 w 7"/>
                <a:gd name="T3" fmla="*/ 0 h 3"/>
                <a:gd name="T4" fmla="*/ 7 w 7"/>
                <a:gd name="T5" fmla="*/ 1 h 3"/>
                <a:gd name="T6" fmla="*/ 5 w 7"/>
                <a:gd name="T7" fmla="*/ 3 h 3"/>
                <a:gd name="T8" fmla="*/ 5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5" y="3"/>
                  </a:moveTo>
                  <a:cubicBezTo>
                    <a:pt x="4" y="3"/>
                    <a:pt x="0" y="0"/>
                    <a:pt x="3" y="0"/>
                  </a:cubicBezTo>
                  <a:cubicBezTo>
                    <a:pt x="4" y="0"/>
                    <a:pt x="6" y="0"/>
                    <a:pt x="7" y="1"/>
                  </a:cubicBezTo>
                  <a:cubicBezTo>
                    <a:pt x="7" y="1"/>
                    <a:pt x="6" y="3"/>
                    <a:pt x="5" y="3"/>
                  </a:cubicBezTo>
                  <a:cubicBezTo>
                    <a:pt x="4" y="3"/>
                    <a:pt x="7" y="3"/>
                    <a:pt x="5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2" name="Freeform 544">
              <a:extLst>
                <a:ext uri="{FF2B5EF4-FFF2-40B4-BE49-F238E27FC236}">
                  <a16:creationId xmlns:a16="http://schemas.microsoft.com/office/drawing/2014/main" id="{C82DF004-B0FF-7E07-7DBF-67646B2A8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800" y="3700707"/>
              <a:ext cx="399035" cy="295587"/>
            </a:xfrm>
            <a:custGeom>
              <a:avLst/>
              <a:gdLst>
                <a:gd name="T0" fmla="*/ 31 w 34"/>
                <a:gd name="T1" fmla="*/ 21 h 24"/>
                <a:gd name="T2" fmla="*/ 25 w 34"/>
                <a:gd name="T3" fmla="*/ 18 h 24"/>
                <a:gd name="T4" fmla="*/ 24 w 34"/>
                <a:gd name="T5" fmla="*/ 16 h 24"/>
                <a:gd name="T6" fmla="*/ 22 w 34"/>
                <a:gd name="T7" fmla="*/ 17 h 24"/>
                <a:gd name="T8" fmla="*/ 18 w 34"/>
                <a:gd name="T9" fmla="*/ 16 h 24"/>
                <a:gd name="T10" fmla="*/ 16 w 34"/>
                <a:gd name="T11" fmla="*/ 19 h 24"/>
                <a:gd name="T12" fmla="*/ 11 w 34"/>
                <a:gd name="T13" fmla="*/ 23 h 24"/>
                <a:gd name="T14" fmla="*/ 8 w 34"/>
                <a:gd name="T15" fmla="*/ 19 h 24"/>
                <a:gd name="T16" fmla="*/ 2 w 34"/>
                <a:gd name="T17" fmla="*/ 19 h 24"/>
                <a:gd name="T18" fmla="*/ 4 w 34"/>
                <a:gd name="T19" fmla="*/ 16 h 24"/>
                <a:gd name="T20" fmla="*/ 5 w 34"/>
                <a:gd name="T21" fmla="*/ 10 h 24"/>
                <a:gd name="T22" fmla="*/ 6 w 34"/>
                <a:gd name="T23" fmla="*/ 3 h 24"/>
                <a:gd name="T24" fmla="*/ 11 w 34"/>
                <a:gd name="T25" fmla="*/ 3 h 24"/>
                <a:gd name="T26" fmla="*/ 12 w 34"/>
                <a:gd name="T27" fmla="*/ 5 h 24"/>
                <a:gd name="T28" fmla="*/ 14 w 34"/>
                <a:gd name="T29" fmla="*/ 4 h 24"/>
                <a:gd name="T30" fmla="*/ 17 w 34"/>
                <a:gd name="T31" fmla="*/ 6 h 24"/>
                <a:gd name="T32" fmla="*/ 20 w 34"/>
                <a:gd name="T33" fmla="*/ 7 h 24"/>
                <a:gd name="T34" fmla="*/ 25 w 34"/>
                <a:gd name="T35" fmla="*/ 10 h 24"/>
                <a:gd name="T36" fmla="*/ 28 w 34"/>
                <a:gd name="T37" fmla="*/ 15 h 24"/>
                <a:gd name="T38" fmla="*/ 30 w 34"/>
                <a:gd name="T39" fmla="*/ 15 h 24"/>
                <a:gd name="T40" fmla="*/ 33 w 34"/>
                <a:gd name="T41" fmla="*/ 17 h 24"/>
                <a:gd name="T42" fmla="*/ 34 w 34"/>
                <a:gd name="T43" fmla="*/ 18 h 24"/>
                <a:gd name="T44" fmla="*/ 31 w 34"/>
                <a:gd name="T45" fmla="*/ 21 h 24"/>
                <a:gd name="T46" fmla="*/ 31 w 34"/>
                <a:gd name="T4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4" h="24">
                  <a:moveTo>
                    <a:pt x="31" y="21"/>
                  </a:moveTo>
                  <a:cubicBezTo>
                    <a:pt x="30" y="20"/>
                    <a:pt x="27" y="19"/>
                    <a:pt x="25" y="18"/>
                  </a:cubicBezTo>
                  <a:cubicBezTo>
                    <a:pt x="24" y="18"/>
                    <a:pt x="25" y="17"/>
                    <a:pt x="24" y="16"/>
                  </a:cubicBezTo>
                  <a:cubicBezTo>
                    <a:pt x="24" y="16"/>
                    <a:pt x="22" y="17"/>
                    <a:pt x="22" y="17"/>
                  </a:cubicBezTo>
                  <a:cubicBezTo>
                    <a:pt x="20" y="17"/>
                    <a:pt x="20" y="15"/>
                    <a:pt x="18" y="16"/>
                  </a:cubicBezTo>
                  <a:cubicBezTo>
                    <a:pt x="18" y="17"/>
                    <a:pt x="17" y="18"/>
                    <a:pt x="16" y="19"/>
                  </a:cubicBezTo>
                  <a:cubicBezTo>
                    <a:pt x="14" y="20"/>
                    <a:pt x="13" y="22"/>
                    <a:pt x="11" y="23"/>
                  </a:cubicBezTo>
                  <a:cubicBezTo>
                    <a:pt x="8" y="24"/>
                    <a:pt x="10" y="20"/>
                    <a:pt x="8" y="19"/>
                  </a:cubicBezTo>
                  <a:cubicBezTo>
                    <a:pt x="8" y="18"/>
                    <a:pt x="3" y="19"/>
                    <a:pt x="2" y="19"/>
                  </a:cubicBezTo>
                  <a:cubicBezTo>
                    <a:pt x="0" y="19"/>
                    <a:pt x="4" y="16"/>
                    <a:pt x="4" y="16"/>
                  </a:cubicBezTo>
                  <a:cubicBezTo>
                    <a:pt x="6" y="14"/>
                    <a:pt x="5" y="12"/>
                    <a:pt x="5" y="10"/>
                  </a:cubicBezTo>
                  <a:cubicBezTo>
                    <a:pt x="5" y="8"/>
                    <a:pt x="5" y="5"/>
                    <a:pt x="6" y="3"/>
                  </a:cubicBezTo>
                  <a:cubicBezTo>
                    <a:pt x="7" y="0"/>
                    <a:pt x="10" y="0"/>
                    <a:pt x="11" y="3"/>
                  </a:cubicBezTo>
                  <a:cubicBezTo>
                    <a:pt x="11" y="4"/>
                    <a:pt x="11" y="6"/>
                    <a:pt x="12" y="5"/>
                  </a:cubicBezTo>
                  <a:cubicBezTo>
                    <a:pt x="13" y="5"/>
                    <a:pt x="13" y="4"/>
                    <a:pt x="14" y="4"/>
                  </a:cubicBezTo>
                  <a:cubicBezTo>
                    <a:pt x="15" y="5"/>
                    <a:pt x="16" y="6"/>
                    <a:pt x="17" y="6"/>
                  </a:cubicBezTo>
                  <a:cubicBezTo>
                    <a:pt x="18" y="7"/>
                    <a:pt x="19" y="7"/>
                    <a:pt x="20" y="7"/>
                  </a:cubicBezTo>
                  <a:cubicBezTo>
                    <a:pt x="21" y="8"/>
                    <a:pt x="23" y="9"/>
                    <a:pt x="25" y="10"/>
                  </a:cubicBezTo>
                  <a:cubicBezTo>
                    <a:pt x="28" y="11"/>
                    <a:pt x="28" y="12"/>
                    <a:pt x="28" y="15"/>
                  </a:cubicBezTo>
                  <a:cubicBezTo>
                    <a:pt x="28" y="16"/>
                    <a:pt x="30" y="16"/>
                    <a:pt x="30" y="15"/>
                  </a:cubicBezTo>
                  <a:cubicBezTo>
                    <a:pt x="32" y="15"/>
                    <a:pt x="32" y="16"/>
                    <a:pt x="33" y="17"/>
                  </a:cubicBezTo>
                  <a:cubicBezTo>
                    <a:pt x="34" y="17"/>
                    <a:pt x="34" y="17"/>
                    <a:pt x="34" y="18"/>
                  </a:cubicBezTo>
                  <a:cubicBezTo>
                    <a:pt x="33" y="19"/>
                    <a:pt x="33" y="21"/>
                    <a:pt x="31" y="21"/>
                  </a:cubicBezTo>
                  <a:cubicBezTo>
                    <a:pt x="30" y="20"/>
                    <a:pt x="33" y="21"/>
                    <a:pt x="31" y="2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3" name="Freeform 545">
              <a:extLst>
                <a:ext uri="{FF2B5EF4-FFF2-40B4-BE49-F238E27FC236}">
                  <a16:creationId xmlns:a16="http://schemas.microsoft.com/office/drawing/2014/main" id="{A0D7C94B-8E40-4F2A-175D-69668A11B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6427" y="3675368"/>
              <a:ext cx="79807" cy="63342"/>
            </a:xfrm>
            <a:custGeom>
              <a:avLst/>
              <a:gdLst>
                <a:gd name="T0" fmla="*/ 5 w 7"/>
                <a:gd name="T1" fmla="*/ 4 h 5"/>
                <a:gd name="T2" fmla="*/ 1 w 7"/>
                <a:gd name="T3" fmla="*/ 0 h 5"/>
                <a:gd name="T4" fmla="*/ 5 w 7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5">
                  <a:moveTo>
                    <a:pt x="5" y="4"/>
                  </a:moveTo>
                  <a:cubicBezTo>
                    <a:pt x="3" y="5"/>
                    <a:pt x="0" y="0"/>
                    <a:pt x="1" y="0"/>
                  </a:cubicBezTo>
                  <a:cubicBezTo>
                    <a:pt x="2" y="1"/>
                    <a:pt x="7" y="3"/>
                    <a:pt x="5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4" name="Freeform 546">
              <a:extLst>
                <a:ext uri="{FF2B5EF4-FFF2-40B4-BE49-F238E27FC236}">
                  <a16:creationId xmlns:a16="http://schemas.microsoft.com/office/drawing/2014/main" id="{F400CA04-2463-842F-93DF-3DFCE4977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481" y="3688037"/>
              <a:ext cx="43895" cy="63342"/>
            </a:xfrm>
            <a:custGeom>
              <a:avLst/>
              <a:gdLst>
                <a:gd name="T0" fmla="*/ 3 w 4"/>
                <a:gd name="T1" fmla="*/ 4 h 5"/>
                <a:gd name="T2" fmla="*/ 0 w 4"/>
                <a:gd name="T3" fmla="*/ 1 h 5"/>
                <a:gd name="T4" fmla="*/ 3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4"/>
                  </a:moveTo>
                  <a:cubicBezTo>
                    <a:pt x="1" y="5"/>
                    <a:pt x="0" y="2"/>
                    <a:pt x="0" y="1"/>
                  </a:cubicBezTo>
                  <a:cubicBezTo>
                    <a:pt x="1" y="0"/>
                    <a:pt x="4" y="3"/>
                    <a:pt x="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5" name="Freeform 547">
              <a:extLst>
                <a:ext uri="{FF2B5EF4-FFF2-40B4-BE49-F238E27FC236}">
                  <a16:creationId xmlns:a16="http://schemas.microsoft.com/office/drawing/2014/main" id="{F743E50F-7967-5B5D-9DA2-4F84E4ED0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742" y="3451573"/>
              <a:ext cx="35912" cy="76005"/>
            </a:xfrm>
            <a:custGeom>
              <a:avLst/>
              <a:gdLst>
                <a:gd name="T0" fmla="*/ 3 w 3"/>
                <a:gd name="T1" fmla="*/ 5 h 6"/>
                <a:gd name="T2" fmla="*/ 3 w 3"/>
                <a:gd name="T3" fmla="*/ 2 h 6"/>
                <a:gd name="T4" fmla="*/ 1 w 3"/>
                <a:gd name="T5" fmla="*/ 1 h 6"/>
                <a:gd name="T6" fmla="*/ 1 w 3"/>
                <a:gd name="T7" fmla="*/ 4 h 6"/>
                <a:gd name="T8" fmla="*/ 3 w 3"/>
                <a:gd name="T9" fmla="*/ 5 h 6"/>
                <a:gd name="T10" fmla="*/ 3 w 3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3" y="5"/>
                  </a:moveTo>
                  <a:cubicBezTo>
                    <a:pt x="3" y="4"/>
                    <a:pt x="3" y="3"/>
                    <a:pt x="3" y="2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1" y="2"/>
                    <a:pt x="0" y="4"/>
                    <a:pt x="1" y="4"/>
                  </a:cubicBezTo>
                  <a:cubicBezTo>
                    <a:pt x="1" y="5"/>
                    <a:pt x="2" y="6"/>
                    <a:pt x="3" y="5"/>
                  </a:cubicBezTo>
                  <a:cubicBezTo>
                    <a:pt x="3" y="4"/>
                    <a:pt x="2" y="6"/>
                    <a:pt x="3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6" name="Freeform 548">
              <a:extLst>
                <a:ext uri="{FF2B5EF4-FFF2-40B4-BE49-F238E27FC236}">
                  <a16:creationId xmlns:a16="http://schemas.microsoft.com/office/drawing/2014/main" id="{23AFB2F0-3BD6-9E52-A71E-7BCB81F71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9168" y="2805510"/>
              <a:ext cx="1683920" cy="1304794"/>
            </a:xfrm>
            <a:custGeom>
              <a:avLst/>
              <a:gdLst>
                <a:gd name="T0" fmla="*/ 63 w 144"/>
                <a:gd name="T1" fmla="*/ 86 h 105"/>
                <a:gd name="T2" fmla="*/ 81 w 144"/>
                <a:gd name="T3" fmla="*/ 76 h 105"/>
                <a:gd name="T4" fmla="*/ 91 w 144"/>
                <a:gd name="T5" fmla="*/ 67 h 105"/>
                <a:gd name="T6" fmla="*/ 103 w 144"/>
                <a:gd name="T7" fmla="*/ 68 h 105"/>
                <a:gd name="T8" fmla="*/ 87 w 144"/>
                <a:gd name="T9" fmla="*/ 66 h 105"/>
                <a:gd name="T10" fmla="*/ 80 w 144"/>
                <a:gd name="T11" fmla="*/ 48 h 105"/>
                <a:gd name="T12" fmla="*/ 67 w 144"/>
                <a:gd name="T13" fmla="*/ 49 h 105"/>
                <a:gd name="T14" fmla="*/ 64 w 144"/>
                <a:gd name="T15" fmla="*/ 40 h 105"/>
                <a:gd name="T16" fmla="*/ 54 w 144"/>
                <a:gd name="T17" fmla="*/ 32 h 105"/>
                <a:gd name="T18" fmla="*/ 53 w 144"/>
                <a:gd name="T19" fmla="*/ 38 h 105"/>
                <a:gd name="T20" fmla="*/ 52 w 144"/>
                <a:gd name="T21" fmla="*/ 39 h 105"/>
                <a:gd name="T22" fmla="*/ 37 w 144"/>
                <a:gd name="T23" fmla="*/ 38 h 105"/>
                <a:gd name="T24" fmla="*/ 5 w 144"/>
                <a:gd name="T25" fmla="*/ 32 h 105"/>
                <a:gd name="T26" fmla="*/ 8 w 144"/>
                <a:gd name="T27" fmla="*/ 26 h 105"/>
                <a:gd name="T28" fmla="*/ 16 w 144"/>
                <a:gd name="T29" fmla="*/ 2 h 105"/>
                <a:gd name="T30" fmla="*/ 18 w 144"/>
                <a:gd name="T31" fmla="*/ 18 h 105"/>
                <a:gd name="T32" fmla="*/ 26 w 144"/>
                <a:gd name="T33" fmla="*/ 29 h 105"/>
                <a:gd name="T34" fmla="*/ 20 w 144"/>
                <a:gd name="T35" fmla="*/ 19 h 105"/>
                <a:gd name="T36" fmla="*/ 22 w 144"/>
                <a:gd name="T37" fmla="*/ 13 h 105"/>
                <a:gd name="T38" fmla="*/ 25 w 144"/>
                <a:gd name="T39" fmla="*/ 7 h 105"/>
                <a:gd name="T40" fmla="*/ 34 w 144"/>
                <a:gd name="T41" fmla="*/ 3 h 105"/>
                <a:gd name="T42" fmla="*/ 43 w 144"/>
                <a:gd name="T43" fmla="*/ 16 h 105"/>
                <a:gd name="T44" fmla="*/ 52 w 144"/>
                <a:gd name="T45" fmla="*/ 16 h 105"/>
                <a:gd name="T46" fmla="*/ 54 w 144"/>
                <a:gd name="T47" fmla="*/ 15 h 105"/>
                <a:gd name="T48" fmla="*/ 66 w 144"/>
                <a:gd name="T49" fmla="*/ 13 h 105"/>
                <a:gd name="T50" fmla="*/ 70 w 144"/>
                <a:gd name="T51" fmla="*/ 21 h 105"/>
                <a:gd name="T52" fmla="*/ 76 w 144"/>
                <a:gd name="T53" fmla="*/ 22 h 105"/>
                <a:gd name="T54" fmla="*/ 81 w 144"/>
                <a:gd name="T55" fmla="*/ 23 h 105"/>
                <a:gd name="T56" fmla="*/ 86 w 144"/>
                <a:gd name="T57" fmla="*/ 23 h 105"/>
                <a:gd name="T58" fmla="*/ 92 w 144"/>
                <a:gd name="T59" fmla="*/ 28 h 105"/>
                <a:gd name="T60" fmla="*/ 94 w 144"/>
                <a:gd name="T61" fmla="*/ 31 h 105"/>
                <a:gd name="T62" fmla="*/ 100 w 144"/>
                <a:gd name="T63" fmla="*/ 29 h 105"/>
                <a:gd name="T64" fmla="*/ 99 w 144"/>
                <a:gd name="T65" fmla="*/ 38 h 105"/>
                <a:gd name="T66" fmla="*/ 104 w 144"/>
                <a:gd name="T67" fmla="*/ 38 h 105"/>
                <a:gd name="T68" fmla="*/ 109 w 144"/>
                <a:gd name="T69" fmla="*/ 40 h 105"/>
                <a:gd name="T70" fmla="*/ 106 w 144"/>
                <a:gd name="T71" fmla="*/ 45 h 105"/>
                <a:gd name="T72" fmla="*/ 118 w 144"/>
                <a:gd name="T73" fmla="*/ 54 h 105"/>
                <a:gd name="T74" fmla="*/ 124 w 144"/>
                <a:gd name="T75" fmla="*/ 55 h 105"/>
                <a:gd name="T76" fmla="*/ 128 w 144"/>
                <a:gd name="T77" fmla="*/ 60 h 105"/>
                <a:gd name="T78" fmla="*/ 141 w 144"/>
                <a:gd name="T79" fmla="*/ 64 h 105"/>
                <a:gd name="T80" fmla="*/ 139 w 144"/>
                <a:gd name="T81" fmla="*/ 69 h 105"/>
                <a:gd name="T82" fmla="*/ 133 w 144"/>
                <a:gd name="T83" fmla="*/ 73 h 105"/>
                <a:gd name="T84" fmla="*/ 128 w 144"/>
                <a:gd name="T85" fmla="*/ 77 h 105"/>
                <a:gd name="T86" fmla="*/ 125 w 144"/>
                <a:gd name="T87" fmla="*/ 74 h 105"/>
                <a:gd name="T88" fmla="*/ 120 w 144"/>
                <a:gd name="T89" fmla="*/ 72 h 105"/>
                <a:gd name="T90" fmla="*/ 113 w 144"/>
                <a:gd name="T91" fmla="*/ 67 h 105"/>
                <a:gd name="T92" fmla="*/ 108 w 144"/>
                <a:gd name="T93" fmla="*/ 70 h 105"/>
                <a:gd name="T94" fmla="*/ 118 w 144"/>
                <a:gd name="T95" fmla="*/ 80 h 105"/>
                <a:gd name="T96" fmla="*/ 123 w 144"/>
                <a:gd name="T97" fmla="*/ 82 h 105"/>
                <a:gd name="T98" fmla="*/ 128 w 144"/>
                <a:gd name="T99" fmla="*/ 93 h 105"/>
                <a:gd name="T100" fmla="*/ 126 w 144"/>
                <a:gd name="T101" fmla="*/ 95 h 105"/>
                <a:gd name="T102" fmla="*/ 118 w 144"/>
                <a:gd name="T103" fmla="*/ 96 h 105"/>
                <a:gd name="T104" fmla="*/ 110 w 144"/>
                <a:gd name="T105" fmla="*/ 93 h 105"/>
                <a:gd name="T106" fmla="*/ 109 w 144"/>
                <a:gd name="T107" fmla="*/ 94 h 105"/>
                <a:gd name="T108" fmla="*/ 103 w 144"/>
                <a:gd name="T109" fmla="*/ 99 h 105"/>
                <a:gd name="T110" fmla="*/ 91 w 144"/>
                <a:gd name="T111" fmla="*/ 90 h 105"/>
                <a:gd name="T112" fmla="*/ 77 w 144"/>
                <a:gd name="T113" fmla="*/ 8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44" h="105">
                  <a:moveTo>
                    <a:pt x="77" y="83"/>
                  </a:moveTo>
                  <a:cubicBezTo>
                    <a:pt x="76" y="86"/>
                    <a:pt x="74" y="83"/>
                    <a:pt x="71" y="84"/>
                  </a:cubicBezTo>
                  <a:cubicBezTo>
                    <a:pt x="70" y="84"/>
                    <a:pt x="69" y="85"/>
                    <a:pt x="68" y="86"/>
                  </a:cubicBezTo>
                  <a:cubicBezTo>
                    <a:pt x="66" y="87"/>
                    <a:pt x="65" y="86"/>
                    <a:pt x="63" y="86"/>
                  </a:cubicBezTo>
                  <a:cubicBezTo>
                    <a:pt x="60" y="85"/>
                    <a:pt x="56" y="83"/>
                    <a:pt x="60" y="80"/>
                  </a:cubicBezTo>
                  <a:cubicBezTo>
                    <a:pt x="62" y="78"/>
                    <a:pt x="62" y="76"/>
                    <a:pt x="65" y="76"/>
                  </a:cubicBezTo>
                  <a:cubicBezTo>
                    <a:pt x="68" y="77"/>
                    <a:pt x="71" y="78"/>
                    <a:pt x="75" y="77"/>
                  </a:cubicBezTo>
                  <a:cubicBezTo>
                    <a:pt x="77" y="77"/>
                    <a:pt x="79" y="76"/>
                    <a:pt x="81" y="76"/>
                  </a:cubicBezTo>
                  <a:cubicBezTo>
                    <a:pt x="82" y="76"/>
                    <a:pt x="81" y="75"/>
                    <a:pt x="81" y="74"/>
                  </a:cubicBezTo>
                  <a:cubicBezTo>
                    <a:pt x="78" y="72"/>
                    <a:pt x="77" y="71"/>
                    <a:pt x="80" y="69"/>
                  </a:cubicBezTo>
                  <a:cubicBezTo>
                    <a:pt x="82" y="66"/>
                    <a:pt x="84" y="66"/>
                    <a:pt x="87" y="66"/>
                  </a:cubicBezTo>
                  <a:cubicBezTo>
                    <a:pt x="88" y="66"/>
                    <a:pt x="90" y="66"/>
                    <a:pt x="91" y="67"/>
                  </a:cubicBezTo>
                  <a:cubicBezTo>
                    <a:pt x="93" y="68"/>
                    <a:pt x="93" y="69"/>
                    <a:pt x="93" y="71"/>
                  </a:cubicBezTo>
                  <a:cubicBezTo>
                    <a:pt x="94" y="73"/>
                    <a:pt x="95" y="70"/>
                    <a:pt x="96" y="70"/>
                  </a:cubicBezTo>
                  <a:cubicBezTo>
                    <a:pt x="96" y="69"/>
                    <a:pt x="99" y="70"/>
                    <a:pt x="99" y="70"/>
                  </a:cubicBezTo>
                  <a:cubicBezTo>
                    <a:pt x="100" y="70"/>
                    <a:pt x="103" y="70"/>
                    <a:pt x="103" y="68"/>
                  </a:cubicBezTo>
                  <a:cubicBezTo>
                    <a:pt x="103" y="67"/>
                    <a:pt x="100" y="66"/>
                    <a:pt x="99" y="66"/>
                  </a:cubicBezTo>
                  <a:cubicBezTo>
                    <a:pt x="97" y="65"/>
                    <a:pt x="96" y="64"/>
                    <a:pt x="95" y="63"/>
                  </a:cubicBezTo>
                  <a:cubicBezTo>
                    <a:pt x="94" y="63"/>
                    <a:pt x="93" y="65"/>
                    <a:pt x="93" y="66"/>
                  </a:cubicBezTo>
                  <a:cubicBezTo>
                    <a:pt x="92" y="67"/>
                    <a:pt x="88" y="66"/>
                    <a:pt x="87" y="66"/>
                  </a:cubicBezTo>
                  <a:cubicBezTo>
                    <a:pt x="81" y="65"/>
                    <a:pt x="89" y="63"/>
                    <a:pt x="88" y="61"/>
                  </a:cubicBezTo>
                  <a:cubicBezTo>
                    <a:pt x="87" y="58"/>
                    <a:pt x="86" y="54"/>
                    <a:pt x="84" y="52"/>
                  </a:cubicBezTo>
                  <a:cubicBezTo>
                    <a:pt x="83" y="52"/>
                    <a:pt x="81" y="53"/>
                    <a:pt x="81" y="52"/>
                  </a:cubicBezTo>
                  <a:cubicBezTo>
                    <a:pt x="81" y="51"/>
                    <a:pt x="81" y="49"/>
                    <a:pt x="80" y="48"/>
                  </a:cubicBezTo>
                  <a:cubicBezTo>
                    <a:pt x="79" y="47"/>
                    <a:pt x="78" y="53"/>
                    <a:pt x="79" y="53"/>
                  </a:cubicBezTo>
                  <a:cubicBezTo>
                    <a:pt x="78" y="53"/>
                    <a:pt x="75" y="46"/>
                    <a:pt x="75" y="46"/>
                  </a:cubicBezTo>
                  <a:cubicBezTo>
                    <a:pt x="73" y="46"/>
                    <a:pt x="72" y="47"/>
                    <a:pt x="71" y="48"/>
                  </a:cubicBezTo>
                  <a:cubicBezTo>
                    <a:pt x="70" y="48"/>
                    <a:pt x="67" y="50"/>
                    <a:pt x="67" y="49"/>
                  </a:cubicBezTo>
                  <a:cubicBezTo>
                    <a:pt x="67" y="46"/>
                    <a:pt x="66" y="46"/>
                    <a:pt x="69" y="46"/>
                  </a:cubicBezTo>
                  <a:cubicBezTo>
                    <a:pt x="70" y="46"/>
                    <a:pt x="71" y="45"/>
                    <a:pt x="71" y="44"/>
                  </a:cubicBezTo>
                  <a:cubicBezTo>
                    <a:pt x="72" y="43"/>
                    <a:pt x="69" y="43"/>
                    <a:pt x="69" y="43"/>
                  </a:cubicBezTo>
                  <a:cubicBezTo>
                    <a:pt x="68" y="42"/>
                    <a:pt x="64" y="40"/>
                    <a:pt x="64" y="40"/>
                  </a:cubicBezTo>
                  <a:cubicBezTo>
                    <a:pt x="64" y="37"/>
                    <a:pt x="63" y="39"/>
                    <a:pt x="62" y="39"/>
                  </a:cubicBezTo>
                  <a:cubicBezTo>
                    <a:pt x="61" y="39"/>
                    <a:pt x="62" y="34"/>
                    <a:pt x="60" y="35"/>
                  </a:cubicBezTo>
                  <a:cubicBezTo>
                    <a:pt x="59" y="35"/>
                    <a:pt x="59" y="36"/>
                    <a:pt x="57" y="34"/>
                  </a:cubicBezTo>
                  <a:cubicBezTo>
                    <a:pt x="56" y="34"/>
                    <a:pt x="55" y="32"/>
                    <a:pt x="54" y="32"/>
                  </a:cubicBezTo>
                  <a:cubicBezTo>
                    <a:pt x="54" y="32"/>
                    <a:pt x="55" y="33"/>
                    <a:pt x="55" y="33"/>
                  </a:cubicBezTo>
                  <a:cubicBezTo>
                    <a:pt x="55" y="33"/>
                    <a:pt x="52" y="33"/>
                    <a:pt x="52" y="34"/>
                  </a:cubicBezTo>
                  <a:cubicBezTo>
                    <a:pt x="53" y="35"/>
                    <a:pt x="55" y="34"/>
                    <a:pt x="56" y="36"/>
                  </a:cubicBezTo>
                  <a:cubicBezTo>
                    <a:pt x="56" y="38"/>
                    <a:pt x="54" y="38"/>
                    <a:pt x="53" y="38"/>
                  </a:cubicBezTo>
                  <a:cubicBezTo>
                    <a:pt x="51" y="39"/>
                    <a:pt x="46" y="35"/>
                    <a:pt x="44" y="37"/>
                  </a:cubicBezTo>
                  <a:cubicBezTo>
                    <a:pt x="43" y="37"/>
                    <a:pt x="45" y="38"/>
                    <a:pt x="46" y="39"/>
                  </a:cubicBezTo>
                  <a:cubicBezTo>
                    <a:pt x="46" y="40"/>
                    <a:pt x="47" y="39"/>
                    <a:pt x="48" y="39"/>
                  </a:cubicBezTo>
                  <a:cubicBezTo>
                    <a:pt x="49" y="39"/>
                    <a:pt x="52" y="38"/>
                    <a:pt x="52" y="39"/>
                  </a:cubicBezTo>
                  <a:cubicBezTo>
                    <a:pt x="52" y="40"/>
                    <a:pt x="51" y="41"/>
                    <a:pt x="50" y="42"/>
                  </a:cubicBezTo>
                  <a:cubicBezTo>
                    <a:pt x="50" y="42"/>
                    <a:pt x="39" y="35"/>
                    <a:pt x="37" y="36"/>
                  </a:cubicBezTo>
                  <a:cubicBezTo>
                    <a:pt x="38" y="36"/>
                    <a:pt x="39" y="37"/>
                    <a:pt x="40" y="37"/>
                  </a:cubicBezTo>
                  <a:cubicBezTo>
                    <a:pt x="42" y="39"/>
                    <a:pt x="37" y="38"/>
                    <a:pt x="37" y="38"/>
                  </a:cubicBezTo>
                  <a:cubicBezTo>
                    <a:pt x="34" y="36"/>
                    <a:pt x="30" y="38"/>
                    <a:pt x="27" y="37"/>
                  </a:cubicBezTo>
                  <a:cubicBezTo>
                    <a:pt x="23" y="36"/>
                    <a:pt x="20" y="37"/>
                    <a:pt x="17" y="34"/>
                  </a:cubicBezTo>
                  <a:cubicBezTo>
                    <a:pt x="14" y="32"/>
                    <a:pt x="12" y="35"/>
                    <a:pt x="9" y="34"/>
                  </a:cubicBezTo>
                  <a:cubicBezTo>
                    <a:pt x="8" y="33"/>
                    <a:pt x="6" y="33"/>
                    <a:pt x="5" y="32"/>
                  </a:cubicBezTo>
                  <a:cubicBezTo>
                    <a:pt x="5" y="31"/>
                    <a:pt x="2" y="28"/>
                    <a:pt x="4" y="28"/>
                  </a:cubicBezTo>
                  <a:cubicBezTo>
                    <a:pt x="7" y="28"/>
                    <a:pt x="11" y="31"/>
                    <a:pt x="14" y="29"/>
                  </a:cubicBezTo>
                  <a:cubicBezTo>
                    <a:pt x="15" y="28"/>
                    <a:pt x="13" y="27"/>
                    <a:pt x="13" y="27"/>
                  </a:cubicBezTo>
                  <a:cubicBezTo>
                    <a:pt x="11" y="26"/>
                    <a:pt x="9" y="26"/>
                    <a:pt x="8" y="26"/>
                  </a:cubicBezTo>
                  <a:cubicBezTo>
                    <a:pt x="5" y="26"/>
                    <a:pt x="0" y="26"/>
                    <a:pt x="0" y="23"/>
                  </a:cubicBezTo>
                  <a:cubicBezTo>
                    <a:pt x="0" y="19"/>
                    <a:pt x="0" y="16"/>
                    <a:pt x="2" y="12"/>
                  </a:cubicBezTo>
                  <a:cubicBezTo>
                    <a:pt x="3" y="9"/>
                    <a:pt x="6" y="7"/>
                    <a:pt x="9" y="5"/>
                  </a:cubicBezTo>
                  <a:cubicBezTo>
                    <a:pt x="11" y="3"/>
                    <a:pt x="13" y="3"/>
                    <a:pt x="16" y="2"/>
                  </a:cubicBezTo>
                  <a:cubicBezTo>
                    <a:pt x="18" y="2"/>
                    <a:pt x="24" y="0"/>
                    <a:pt x="25" y="3"/>
                  </a:cubicBezTo>
                  <a:cubicBezTo>
                    <a:pt x="25" y="2"/>
                    <a:pt x="20" y="7"/>
                    <a:pt x="19" y="7"/>
                  </a:cubicBezTo>
                  <a:cubicBezTo>
                    <a:pt x="17" y="9"/>
                    <a:pt x="15" y="11"/>
                    <a:pt x="17" y="13"/>
                  </a:cubicBezTo>
                  <a:cubicBezTo>
                    <a:pt x="19" y="15"/>
                    <a:pt x="17" y="16"/>
                    <a:pt x="18" y="18"/>
                  </a:cubicBezTo>
                  <a:cubicBezTo>
                    <a:pt x="18" y="20"/>
                    <a:pt x="20" y="21"/>
                    <a:pt x="21" y="22"/>
                  </a:cubicBezTo>
                  <a:cubicBezTo>
                    <a:pt x="22" y="23"/>
                    <a:pt x="24" y="24"/>
                    <a:pt x="25" y="25"/>
                  </a:cubicBezTo>
                  <a:cubicBezTo>
                    <a:pt x="26" y="26"/>
                    <a:pt x="22" y="26"/>
                    <a:pt x="22" y="27"/>
                  </a:cubicBezTo>
                  <a:cubicBezTo>
                    <a:pt x="22" y="26"/>
                    <a:pt x="26" y="29"/>
                    <a:pt x="26" y="29"/>
                  </a:cubicBezTo>
                  <a:cubicBezTo>
                    <a:pt x="27" y="28"/>
                    <a:pt x="26" y="26"/>
                    <a:pt x="26" y="25"/>
                  </a:cubicBezTo>
                  <a:cubicBezTo>
                    <a:pt x="26" y="25"/>
                    <a:pt x="28" y="24"/>
                    <a:pt x="27" y="23"/>
                  </a:cubicBezTo>
                  <a:cubicBezTo>
                    <a:pt x="26" y="22"/>
                    <a:pt x="22" y="21"/>
                    <a:pt x="21" y="20"/>
                  </a:cubicBezTo>
                  <a:cubicBezTo>
                    <a:pt x="20" y="20"/>
                    <a:pt x="19" y="19"/>
                    <a:pt x="20" y="19"/>
                  </a:cubicBezTo>
                  <a:cubicBezTo>
                    <a:pt x="22" y="19"/>
                    <a:pt x="22" y="18"/>
                    <a:pt x="23" y="17"/>
                  </a:cubicBezTo>
                  <a:cubicBezTo>
                    <a:pt x="25" y="16"/>
                    <a:pt x="28" y="18"/>
                    <a:pt x="29" y="19"/>
                  </a:cubicBezTo>
                  <a:cubicBezTo>
                    <a:pt x="28" y="18"/>
                    <a:pt x="27" y="17"/>
                    <a:pt x="27" y="16"/>
                  </a:cubicBezTo>
                  <a:cubicBezTo>
                    <a:pt x="27" y="14"/>
                    <a:pt x="22" y="15"/>
                    <a:pt x="22" y="13"/>
                  </a:cubicBezTo>
                  <a:cubicBezTo>
                    <a:pt x="20" y="7"/>
                    <a:pt x="29" y="12"/>
                    <a:pt x="29" y="12"/>
                  </a:cubicBezTo>
                  <a:cubicBezTo>
                    <a:pt x="29" y="11"/>
                    <a:pt x="23" y="9"/>
                    <a:pt x="23" y="9"/>
                  </a:cubicBezTo>
                  <a:cubicBezTo>
                    <a:pt x="23" y="8"/>
                    <a:pt x="28" y="9"/>
                    <a:pt x="28" y="9"/>
                  </a:cubicBezTo>
                  <a:cubicBezTo>
                    <a:pt x="28" y="8"/>
                    <a:pt x="25" y="7"/>
                    <a:pt x="25" y="7"/>
                  </a:cubicBezTo>
                  <a:cubicBezTo>
                    <a:pt x="24" y="6"/>
                    <a:pt x="25" y="6"/>
                    <a:pt x="26" y="6"/>
                  </a:cubicBezTo>
                  <a:cubicBezTo>
                    <a:pt x="27" y="7"/>
                    <a:pt x="27" y="6"/>
                    <a:pt x="28" y="6"/>
                  </a:cubicBezTo>
                  <a:cubicBezTo>
                    <a:pt x="30" y="5"/>
                    <a:pt x="30" y="6"/>
                    <a:pt x="32" y="6"/>
                  </a:cubicBezTo>
                  <a:cubicBezTo>
                    <a:pt x="29" y="5"/>
                    <a:pt x="33" y="3"/>
                    <a:pt x="34" y="3"/>
                  </a:cubicBezTo>
                  <a:cubicBezTo>
                    <a:pt x="36" y="2"/>
                    <a:pt x="42" y="2"/>
                    <a:pt x="43" y="4"/>
                  </a:cubicBezTo>
                  <a:cubicBezTo>
                    <a:pt x="44" y="5"/>
                    <a:pt x="44" y="6"/>
                    <a:pt x="44" y="7"/>
                  </a:cubicBezTo>
                  <a:cubicBezTo>
                    <a:pt x="45" y="8"/>
                    <a:pt x="46" y="9"/>
                    <a:pt x="47" y="10"/>
                  </a:cubicBezTo>
                  <a:cubicBezTo>
                    <a:pt x="48" y="12"/>
                    <a:pt x="43" y="16"/>
                    <a:pt x="43" y="16"/>
                  </a:cubicBezTo>
                  <a:cubicBezTo>
                    <a:pt x="44" y="17"/>
                    <a:pt x="46" y="14"/>
                    <a:pt x="47" y="14"/>
                  </a:cubicBezTo>
                  <a:cubicBezTo>
                    <a:pt x="47" y="14"/>
                    <a:pt x="45" y="20"/>
                    <a:pt x="46" y="19"/>
                  </a:cubicBezTo>
                  <a:cubicBezTo>
                    <a:pt x="47" y="19"/>
                    <a:pt x="47" y="17"/>
                    <a:pt x="48" y="17"/>
                  </a:cubicBezTo>
                  <a:cubicBezTo>
                    <a:pt x="50" y="17"/>
                    <a:pt x="50" y="18"/>
                    <a:pt x="52" y="16"/>
                  </a:cubicBezTo>
                  <a:cubicBezTo>
                    <a:pt x="53" y="15"/>
                    <a:pt x="53" y="16"/>
                    <a:pt x="54" y="17"/>
                  </a:cubicBezTo>
                  <a:cubicBezTo>
                    <a:pt x="55" y="18"/>
                    <a:pt x="54" y="18"/>
                    <a:pt x="54" y="19"/>
                  </a:cubicBezTo>
                  <a:cubicBezTo>
                    <a:pt x="54" y="20"/>
                    <a:pt x="59" y="21"/>
                    <a:pt x="60" y="21"/>
                  </a:cubicBezTo>
                  <a:cubicBezTo>
                    <a:pt x="60" y="21"/>
                    <a:pt x="55" y="16"/>
                    <a:pt x="54" y="15"/>
                  </a:cubicBezTo>
                  <a:cubicBezTo>
                    <a:pt x="54" y="15"/>
                    <a:pt x="63" y="18"/>
                    <a:pt x="63" y="17"/>
                  </a:cubicBezTo>
                  <a:cubicBezTo>
                    <a:pt x="63" y="17"/>
                    <a:pt x="57" y="16"/>
                    <a:pt x="57" y="14"/>
                  </a:cubicBezTo>
                  <a:cubicBezTo>
                    <a:pt x="57" y="13"/>
                    <a:pt x="60" y="12"/>
                    <a:pt x="61" y="12"/>
                  </a:cubicBezTo>
                  <a:cubicBezTo>
                    <a:pt x="63" y="11"/>
                    <a:pt x="64" y="12"/>
                    <a:pt x="66" y="13"/>
                  </a:cubicBezTo>
                  <a:cubicBezTo>
                    <a:pt x="69" y="14"/>
                    <a:pt x="73" y="13"/>
                    <a:pt x="74" y="17"/>
                  </a:cubicBezTo>
                  <a:cubicBezTo>
                    <a:pt x="74" y="17"/>
                    <a:pt x="67" y="17"/>
                    <a:pt x="68" y="20"/>
                  </a:cubicBezTo>
                  <a:cubicBezTo>
                    <a:pt x="68" y="19"/>
                    <a:pt x="71" y="18"/>
                    <a:pt x="71" y="18"/>
                  </a:cubicBezTo>
                  <a:cubicBezTo>
                    <a:pt x="73" y="18"/>
                    <a:pt x="70" y="20"/>
                    <a:pt x="70" y="21"/>
                  </a:cubicBezTo>
                  <a:cubicBezTo>
                    <a:pt x="70" y="21"/>
                    <a:pt x="73" y="19"/>
                    <a:pt x="73" y="19"/>
                  </a:cubicBezTo>
                  <a:cubicBezTo>
                    <a:pt x="73" y="18"/>
                    <a:pt x="77" y="18"/>
                    <a:pt x="78" y="19"/>
                  </a:cubicBezTo>
                  <a:cubicBezTo>
                    <a:pt x="82" y="19"/>
                    <a:pt x="73" y="22"/>
                    <a:pt x="74" y="23"/>
                  </a:cubicBezTo>
                  <a:cubicBezTo>
                    <a:pt x="74" y="23"/>
                    <a:pt x="76" y="21"/>
                    <a:pt x="76" y="22"/>
                  </a:cubicBezTo>
                  <a:cubicBezTo>
                    <a:pt x="76" y="23"/>
                    <a:pt x="74" y="25"/>
                    <a:pt x="75" y="26"/>
                  </a:cubicBezTo>
                  <a:cubicBezTo>
                    <a:pt x="74" y="25"/>
                    <a:pt x="78" y="21"/>
                    <a:pt x="79" y="22"/>
                  </a:cubicBezTo>
                  <a:cubicBezTo>
                    <a:pt x="79" y="24"/>
                    <a:pt x="78" y="26"/>
                    <a:pt x="79" y="27"/>
                  </a:cubicBezTo>
                  <a:cubicBezTo>
                    <a:pt x="79" y="27"/>
                    <a:pt x="79" y="23"/>
                    <a:pt x="81" y="23"/>
                  </a:cubicBezTo>
                  <a:cubicBezTo>
                    <a:pt x="83" y="24"/>
                    <a:pt x="80" y="27"/>
                    <a:pt x="81" y="28"/>
                  </a:cubicBezTo>
                  <a:cubicBezTo>
                    <a:pt x="81" y="28"/>
                    <a:pt x="82" y="25"/>
                    <a:pt x="83" y="25"/>
                  </a:cubicBezTo>
                  <a:cubicBezTo>
                    <a:pt x="83" y="25"/>
                    <a:pt x="82" y="28"/>
                    <a:pt x="83" y="28"/>
                  </a:cubicBezTo>
                  <a:cubicBezTo>
                    <a:pt x="82" y="28"/>
                    <a:pt x="85" y="24"/>
                    <a:pt x="86" y="23"/>
                  </a:cubicBezTo>
                  <a:cubicBezTo>
                    <a:pt x="87" y="22"/>
                    <a:pt x="90" y="23"/>
                    <a:pt x="91" y="24"/>
                  </a:cubicBezTo>
                  <a:cubicBezTo>
                    <a:pt x="93" y="25"/>
                    <a:pt x="94" y="27"/>
                    <a:pt x="91" y="27"/>
                  </a:cubicBezTo>
                  <a:cubicBezTo>
                    <a:pt x="90" y="27"/>
                    <a:pt x="86" y="27"/>
                    <a:pt x="86" y="30"/>
                  </a:cubicBezTo>
                  <a:cubicBezTo>
                    <a:pt x="86" y="29"/>
                    <a:pt x="92" y="27"/>
                    <a:pt x="92" y="28"/>
                  </a:cubicBezTo>
                  <a:cubicBezTo>
                    <a:pt x="92" y="28"/>
                    <a:pt x="88" y="30"/>
                    <a:pt x="88" y="31"/>
                  </a:cubicBezTo>
                  <a:cubicBezTo>
                    <a:pt x="88" y="30"/>
                    <a:pt x="92" y="30"/>
                    <a:pt x="92" y="30"/>
                  </a:cubicBezTo>
                  <a:cubicBezTo>
                    <a:pt x="93" y="29"/>
                    <a:pt x="95" y="26"/>
                    <a:pt x="96" y="27"/>
                  </a:cubicBezTo>
                  <a:cubicBezTo>
                    <a:pt x="97" y="29"/>
                    <a:pt x="96" y="31"/>
                    <a:pt x="94" y="31"/>
                  </a:cubicBezTo>
                  <a:cubicBezTo>
                    <a:pt x="93" y="32"/>
                    <a:pt x="92" y="33"/>
                    <a:pt x="91" y="34"/>
                  </a:cubicBezTo>
                  <a:cubicBezTo>
                    <a:pt x="91" y="34"/>
                    <a:pt x="93" y="32"/>
                    <a:pt x="94" y="32"/>
                  </a:cubicBezTo>
                  <a:cubicBezTo>
                    <a:pt x="94" y="32"/>
                    <a:pt x="93" y="36"/>
                    <a:pt x="93" y="36"/>
                  </a:cubicBezTo>
                  <a:cubicBezTo>
                    <a:pt x="92" y="34"/>
                    <a:pt x="99" y="27"/>
                    <a:pt x="100" y="29"/>
                  </a:cubicBezTo>
                  <a:cubicBezTo>
                    <a:pt x="101" y="30"/>
                    <a:pt x="99" y="31"/>
                    <a:pt x="98" y="31"/>
                  </a:cubicBezTo>
                  <a:cubicBezTo>
                    <a:pt x="99" y="31"/>
                    <a:pt x="102" y="31"/>
                    <a:pt x="103" y="31"/>
                  </a:cubicBezTo>
                  <a:cubicBezTo>
                    <a:pt x="104" y="31"/>
                    <a:pt x="106" y="31"/>
                    <a:pt x="107" y="32"/>
                  </a:cubicBezTo>
                  <a:cubicBezTo>
                    <a:pt x="108" y="35"/>
                    <a:pt x="98" y="35"/>
                    <a:pt x="99" y="38"/>
                  </a:cubicBezTo>
                  <a:cubicBezTo>
                    <a:pt x="99" y="38"/>
                    <a:pt x="102" y="35"/>
                    <a:pt x="103" y="35"/>
                  </a:cubicBezTo>
                  <a:cubicBezTo>
                    <a:pt x="104" y="35"/>
                    <a:pt x="106" y="35"/>
                    <a:pt x="106" y="36"/>
                  </a:cubicBezTo>
                  <a:cubicBezTo>
                    <a:pt x="107" y="37"/>
                    <a:pt x="101" y="39"/>
                    <a:pt x="101" y="39"/>
                  </a:cubicBezTo>
                  <a:cubicBezTo>
                    <a:pt x="101" y="39"/>
                    <a:pt x="104" y="38"/>
                    <a:pt x="104" y="38"/>
                  </a:cubicBezTo>
                  <a:cubicBezTo>
                    <a:pt x="105" y="38"/>
                    <a:pt x="107" y="37"/>
                    <a:pt x="108" y="36"/>
                  </a:cubicBezTo>
                  <a:cubicBezTo>
                    <a:pt x="109" y="36"/>
                    <a:pt x="108" y="35"/>
                    <a:pt x="109" y="34"/>
                  </a:cubicBezTo>
                  <a:cubicBezTo>
                    <a:pt x="110" y="34"/>
                    <a:pt x="112" y="36"/>
                    <a:pt x="112" y="37"/>
                  </a:cubicBezTo>
                  <a:cubicBezTo>
                    <a:pt x="116" y="40"/>
                    <a:pt x="112" y="39"/>
                    <a:pt x="109" y="40"/>
                  </a:cubicBezTo>
                  <a:cubicBezTo>
                    <a:pt x="109" y="40"/>
                    <a:pt x="102" y="42"/>
                    <a:pt x="102" y="41"/>
                  </a:cubicBezTo>
                  <a:cubicBezTo>
                    <a:pt x="102" y="42"/>
                    <a:pt x="118" y="42"/>
                    <a:pt x="117" y="44"/>
                  </a:cubicBezTo>
                  <a:cubicBezTo>
                    <a:pt x="116" y="45"/>
                    <a:pt x="111" y="45"/>
                    <a:pt x="110" y="44"/>
                  </a:cubicBezTo>
                  <a:cubicBezTo>
                    <a:pt x="110" y="44"/>
                    <a:pt x="106" y="45"/>
                    <a:pt x="106" y="45"/>
                  </a:cubicBezTo>
                  <a:cubicBezTo>
                    <a:pt x="107" y="46"/>
                    <a:pt x="110" y="45"/>
                    <a:pt x="110" y="46"/>
                  </a:cubicBezTo>
                  <a:cubicBezTo>
                    <a:pt x="111" y="46"/>
                    <a:pt x="107" y="47"/>
                    <a:pt x="107" y="48"/>
                  </a:cubicBezTo>
                  <a:cubicBezTo>
                    <a:pt x="107" y="50"/>
                    <a:pt x="111" y="51"/>
                    <a:pt x="112" y="51"/>
                  </a:cubicBezTo>
                  <a:cubicBezTo>
                    <a:pt x="114" y="52"/>
                    <a:pt x="117" y="52"/>
                    <a:pt x="118" y="54"/>
                  </a:cubicBezTo>
                  <a:cubicBezTo>
                    <a:pt x="119" y="55"/>
                    <a:pt x="119" y="56"/>
                    <a:pt x="120" y="56"/>
                  </a:cubicBezTo>
                  <a:cubicBezTo>
                    <a:pt x="120" y="56"/>
                    <a:pt x="122" y="55"/>
                    <a:pt x="122" y="55"/>
                  </a:cubicBezTo>
                  <a:cubicBezTo>
                    <a:pt x="122" y="55"/>
                    <a:pt x="122" y="57"/>
                    <a:pt x="123" y="57"/>
                  </a:cubicBezTo>
                  <a:cubicBezTo>
                    <a:pt x="123" y="57"/>
                    <a:pt x="123" y="55"/>
                    <a:pt x="124" y="55"/>
                  </a:cubicBezTo>
                  <a:cubicBezTo>
                    <a:pt x="124" y="55"/>
                    <a:pt x="124" y="57"/>
                    <a:pt x="124" y="57"/>
                  </a:cubicBezTo>
                  <a:cubicBezTo>
                    <a:pt x="124" y="58"/>
                    <a:pt x="126" y="57"/>
                    <a:pt x="127" y="57"/>
                  </a:cubicBezTo>
                  <a:cubicBezTo>
                    <a:pt x="127" y="57"/>
                    <a:pt x="129" y="58"/>
                    <a:pt x="129" y="59"/>
                  </a:cubicBezTo>
                  <a:cubicBezTo>
                    <a:pt x="129" y="60"/>
                    <a:pt x="128" y="59"/>
                    <a:pt x="128" y="60"/>
                  </a:cubicBezTo>
                  <a:cubicBezTo>
                    <a:pt x="129" y="59"/>
                    <a:pt x="138" y="62"/>
                    <a:pt x="138" y="62"/>
                  </a:cubicBezTo>
                  <a:cubicBezTo>
                    <a:pt x="137" y="63"/>
                    <a:pt x="137" y="63"/>
                    <a:pt x="137" y="63"/>
                  </a:cubicBezTo>
                  <a:cubicBezTo>
                    <a:pt x="137" y="64"/>
                    <a:pt x="139" y="63"/>
                    <a:pt x="139" y="63"/>
                  </a:cubicBezTo>
                  <a:cubicBezTo>
                    <a:pt x="140" y="62"/>
                    <a:pt x="140" y="63"/>
                    <a:pt x="141" y="64"/>
                  </a:cubicBezTo>
                  <a:cubicBezTo>
                    <a:pt x="142" y="64"/>
                    <a:pt x="144" y="66"/>
                    <a:pt x="143" y="67"/>
                  </a:cubicBezTo>
                  <a:cubicBezTo>
                    <a:pt x="143" y="67"/>
                    <a:pt x="141" y="67"/>
                    <a:pt x="141" y="67"/>
                  </a:cubicBezTo>
                  <a:cubicBezTo>
                    <a:pt x="141" y="68"/>
                    <a:pt x="143" y="68"/>
                    <a:pt x="142" y="69"/>
                  </a:cubicBezTo>
                  <a:cubicBezTo>
                    <a:pt x="142" y="69"/>
                    <a:pt x="139" y="69"/>
                    <a:pt x="139" y="69"/>
                  </a:cubicBezTo>
                  <a:cubicBezTo>
                    <a:pt x="137" y="70"/>
                    <a:pt x="139" y="70"/>
                    <a:pt x="139" y="71"/>
                  </a:cubicBezTo>
                  <a:cubicBezTo>
                    <a:pt x="140" y="73"/>
                    <a:pt x="136" y="71"/>
                    <a:pt x="135" y="71"/>
                  </a:cubicBezTo>
                  <a:cubicBezTo>
                    <a:pt x="136" y="72"/>
                    <a:pt x="138" y="73"/>
                    <a:pt x="137" y="74"/>
                  </a:cubicBezTo>
                  <a:cubicBezTo>
                    <a:pt x="136" y="74"/>
                    <a:pt x="132" y="74"/>
                    <a:pt x="133" y="73"/>
                  </a:cubicBezTo>
                  <a:cubicBezTo>
                    <a:pt x="132" y="74"/>
                    <a:pt x="135" y="76"/>
                    <a:pt x="134" y="77"/>
                  </a:cubicBezTo>
                  <a:cubicBezTo>
                    <a:pt x="133" y="77"/>
                    <a:pt x="133" y="75"/>
                    <a:pt x="132" y="76"/>
                  </a:cubicBezTo>
                  <a:cubicBezTo>
                    <a:pt x="131" y="77"/>
                    <a:pt x="135" y="82"/>
                    <a:pt x="131" y="79"/>
                  </a:cubicBezTo>
                  <a:cubicBezTo>
                    <a:pt x="131" y="79"/>
                    <a:pt x="128" y="77"/>
                    <a:pt x="128" y="77"/>
                  </a:cubicBezTo>
                  <a:cubicBezTo>
                    <a:pt x="127" y="78"/>
                    <a:pt x="127" y="79"/>
                    <a:pt x="126" y="79"/>
                  </a:cubicBezTo>
                  <a:cubicBezTo>
                    <a:pt x="126" y="78"/>
                    <a:pt x="127" y="77"/>
                    <a:pt x="127" y="76"/>
                  </a:cubicBezTo>
                  <a:cubicBezTo>
                    <a:pt x="127" y="77"/>
                    <a:pt x="125" y="77"/>
                    <a:pt x="125" y="77"/>
                  </a:cubicBezTo>
                  <a:cubicBezTo>
                    <a:pt x="124" y="76"/>
                    <a:pt x="126" y="75"/>
                    <a:pt x="125" y="74"/>
                  </a:cubicBezTo>
                  <a:cubicBezTo>
                    <a:pt x="125" y="74"/>
                    <a:pt x="123" y="75"/>
                    <a:pt x="123" y="75"/>
                  </a:cubicBezTo>
                  <a:cubicBezTo>
                    <a:pt x="122" y="74"/>
                    <a:pt x="123" y="72"/>
                    <a:pt x="123" y="72"/>
                  </a:cubicBezTo>
                  <a:cubicBezTo>
                    <a:pt x="124" y="72"/>
                    <a:pt x="128" y="70"/>
                    <a:pt x="127" y="70"/>
                  </a:cubicBezTo>
                  <a:cubicBezTo>
                    <a:pt x="126" y="69"/>
                    <a:pt x="122" y="73"/>
                    <a:pt x="120" y="72"/>
                  </a:cubicBezTo>
                  <a:cubicBezTo>
                    <a:pt x="120" y="72"/>
                    <a:pt x="123" y="69"/>
                    <a:pt x="122" y="69"/>
                  </a:cubicBezTo>
                  <a:cubicBezTo>
                    <a:pt x="121" y="69"/>
                    <a:pt x="120" y="71"/>
                    <a:pt x="119" y="70"/>
                  </a:cubicBezTo>
                  <a:cubicBezTo>
                    <a:pt x="118" y="69"/>
                    <a:pt x="117" y="69"/>
                    <a:pt x="116" y="68"/>
                  </a:cubicBezTo>
                  <a:cubicBezTo>
                    <a:pt x="115" y="67"/>
                    <a:pt x="114" y="66"/>
                    <a:pt x="113" y="67"/>
                  </a:cubicBezTo>
                  <a:cubicBezTo>
                    <a:pt x="113" y="68"/>
                    <a:pt x="113" y="68"/>
                    <a:pt x="113" y="69"/>
                  </a:cubicBezTo>
                  <a:cubicBezTo>
                    <a:pt x="113" y="69"/>
                    <a:pt x="112" y="69"/>
                    <a:pt x="112" y="69"/>
                  </a:cubicBezTo>
                  <a:cubicBezTo>
                    <a:pt x="112" y="70"/>
                    <a:pt x="116" y="72"/>
                    <a:pt x="112" y="72"/>
                  </a:cubicBezTo>
                  <a:cubicBezTo>
                    <a:pt x="111" y="72"/>
                    <a:pt x="107" y="71"/>
                    <a:pt x="108" y="70"/>
                  </a:cubicBezTo>
                  <a:cubicBezTo>
                    <a:pt x="107" y="72"/>
                    <a:pt x="111" y="74"/>
                    <a:pt x="112" y="75"/>
                  </a:cubicBezTo>
                  <a:cubicBezTo>
                    <a:pt x="114" y="75"/>
                    <a:pt x="114" y="78"/>
                    <a:pt x="115" y="79"/>
                  </a:cubicBezTo>
                  <a:cubicBezTo>
                    <a:pt x="116" y="80"/>
                    <a:pt x="116" y="81"/>
                    <a:pt x="117" y="81"/>
                  </a:cubicBezTo>
                  <a:cubicBezTo>
                    <a:pt x="118" y="81"/>
                    <a:pt x="117" y="80"/>
                    <a:pt x="118" y="80"/>
                  </a:cubicBezTo>
                  <a:cubicBezTo>
                    <a:pt x="118" y="80"/>
                    <a:pt x="119" y="81"/>
                    <a:pt x="119" y="82"/>
                  </a:cubicBezTo>
                  <a:cubicBezTo>
                    <a:pt x="120" y="83"/>
                    <a:pt x="120" y="82"/>
                    <a:pt x="121" y="81"/>
                  </a:cubicBezTo>
                  <a:cubicBezTo>
                    <a:pt x="122" y="81"/>
                    <a:pt x="121" y="85"/>
                    <a:pt x="122" y="84"/>
                  </a:cubicBezTo>
                  <a:cubicBezTo>
                    <a:pt x="123" y="84"/>
                    <a:pt x="122" y="83"/>
                    <a:pt x="123" y="82"/>
                  </a:cubicBezTo>
                  <a:cubicBezTo>
                    <a:pt x="123" y="82"/>
                    <a:pt x="123" y="84"/>
                    <a:pt x="123" y="85"/>
                  </a:cubicBezTo>
                  <a:cubicBezTo>
                    <a:pt x="123" y="86"/>
                    <a:pt x="123" y="86"/>
                    <a:pt x="124" y="87"/>
                  </a:cubicBezTo>
                  <a:cubicBezTo>
                    <a:pt x="125" y="87"/>
                    <a:pt x="126" y="88"/>
                    <a:pt x="126" y="89"/>
                  </a:cubicBezTo>
                  <a:cubicBezTo>
                    <a:pt x="127" y="89"/>
                    <a:pt x="128" y="93"/>
                    <a:pt x="128" y="93"/>
                  </a:cubicBezTo>
                  <a:cubicBezTo>
                    <a:pt x="127" y="92"/>
                    <a:pt x="127" y="91"/>
                    <a:pt x="127" y="91"/>
                  </a:cubicBezTo>
                  <a:cubicBezTo>
                    <a:pt x="126" y="91"/>
                    <a:pt x="127" y="95"/>
                    <a:pt x="127" y="95"/>
                  </a:cubicBezTo>
                  <a:cubicBezTo>
                    <a:pt x="127" y="95"/>
                    <a:pt x="125" y="91"/>
                    <a:pt x="124" y="90"/>
                  </a:cubicBezTo>
                  <a:cubicBezTo>
                    <a:pt x="124" y="90"/>
                    <a:pt x="125" y="94"/>
                    <a:pt x="126" y="95"/>
                  </a:cubicBezTo>
                  <a:cubicBezTo>
                    <a:pt x="126" y="98"/>
                    <a:pt x="124" y="95"/>
                    <a:pt x="124" y="96"/>
                  </a:cubicBezTo>
                  <a:cubicBezTo>
                    <a:pt x="123" y="97"/>
                    <a:pt x="128" y="99"/>
                    <a:pt x="128" y="100"/>
                  </a:cubicBezTo>
                  <a:cubicBezTo>
                    <a:pt x="128" y="101"/>
                    <a:pt x="119" y="95"/>
                    <a:pt x="118" y="95"/>
                  </a:cubicBezTo>
                  <a:cubicBezTo>
                    <a:pt x="118" y="95"/>
                    <a:pt x="118" y="96"/>
                    <a:pt x="118" y="96"/>
                  </a:cubicBezTo>
                  <a:cubicBezTo>
                    <a:pt x="118" y="97"/>
                    <a:pt x="116" y="93"/>
                    <a:pt x="115" y="93"/>
                  </a:cubicBezTo>
                  <a:cubicBezTo>
                    <a:pt x="115" y="93"/>
                    <a:pt x="116" y="95"/>
                    <a:pt x="116" y="95"/>
                  </a:cubicBezTo>
                  <a:cubicBezTo>
                    <a:pt x="115" y="96"/>
                    <a:pt x="113" y="92"/>
                    <a:pt x="112" y="91"/>
                  </a:cubicBezTo>
                  <a:cubicBezTo>
                    <a:pt x="111" y="90"/>
                    <a:pt x="111" y="92"/>
                    <a:pt x="110" y="93"/>
                  </a:cubicBezTo>
                  <a:cubicBezTo>
                    <a:pt x="110" y="94"/>
                    <a:pt x="108" y="90"/>
                    <a:pt x="108" y="90"/>
                  </a:cubicBezTo>
                  <a:cubicBezTo>
                    <a:pt x="108" y="90"/>
                    <a:pt x="105" y="90"/>
                    <a:pt x="105" y="90"/>
                  </a:cubicBezTo>
                  <a:cubicBezTo>
                    <a:pt x="105" y="91"/>
                    <a:pt x="106" y="92"/>
                    <a:pt x="107" y="92"/>
                  </a:cubicBezTo>
                  <a:cubicBezTo>
                    <a:pt x="108" y="93"/>
                    <a:pt x="108" y="93"/>
                    <a:pt x="109" y="94"/>
                  </a:cubicBezTo>
                  <a:cubicBezTo>
                    <a:pt x="110" y="95"/>
                    <a:pt x="112" y="96"/>
                    <a:pt x="114" y="97"/>
                  </a:cubicBezTo>
                  <a:cubicBezTo>
                    <a:pt x="116" y="99"/>
                    <a:pt x="117" y="100"/>
                    <a:pt x="118" y="102"/>
                  </a:cubicBezTo>
                  <a:cubicBezTo>
                    <a:pt x="120" y="105"/>
                    <a:pt x="120" y="105"/>
                    <a:pt x="117" y="104"/>
                  </a:cubicBezTo>
                  <a:cubicBezTo>
                    <a:pt x="113" y="102"/>
                    <a:pt x="106" y="103"/>
                    <a:pt x="103" y="99"/>
                  </a:cubicBezTo>
                  <a:cubicBezTo>
                    <a:pt x="102" y="97"/>
                    <a:pt x="99" y="99"/>
                    <a:pt x="97" y="97"/>
                  </a:cubicBezTo>
                  <a:cubicBezTo>
                    <a:pt x="96" y="96"/>
                    <a:pt x="90" y="94"/>
                    <a:pt x="90" y="93"/>
                  </a:cubicBezTo>
                  <a:cubicBezTo>
                    <a:pt x="90" y="92"/>
                    <a:pt x="93" y="93"/>
                    <a:pt x="93" y="92"/>
                  </a:cubicBezTo>
                  <a:cubicBezTo>
                    <a:pt x="94" y="91"/>
                    <a:pt x="91" y="90"/>
                    <a:pt x="91" y="90"/>
                  </a:cubicBezTo>
                  <a:cubicBezTo>
                    <a:pt x="88" y="89"/>
                    <a:pt x="86" y="87"/>
                    <a:pt x="84" y="86"/>
                  </a:cubicBezTo>
                  <a:cubicBezTo>
                    <a:pt x="83" y="85"/>
                    <a:pt x="84" y="84"/>
                    <a:pt x="82" y="84"/>
                  </a:cubicBezTo>
                  <a:cubicBezTo>
                    <a:pt x="82" y="83"/>
                    <a:pt x="77" y="83"/>
                    <a:pt x="77" y="83"/>
                  </a:cubicBezTo>
                  <a:cubicBezTo>
                    <a:pt x="77" y="84"/>
                    <a:pt x="78" y="82"/>
                    <a:pt x="77" y="8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7" name="Freeform 549">
              <a:extLst>
                <a:ext uri="{FF2B5EF4-FFF2-40B4-BE49-F238E27FC236}">
                  <a16:creationId xmlns:a16="http://schemas.microsoft.com/office/drawing/2014/main" id="{3E552B6F-A65F-0CA8-84DC-FEF36AF6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8527" y="4021631"/>
              <a:ext cx="71824" cy="25337"/>
            </a:xfrm>
            <a:custGeom>
              <a:avLst/>
              <a:gdLst>
                <a:gd name="T0" fmla="*/ 5 w 6"/>
                <a:gd name="T1" fmla="*/ 1 h 2"/>
                <a:gd name="T2" fmla="*/ 1 w 6"/>
                <a:gd name="T3" fmla="*/ 0 h 2"/>
                <a:gd name="T4" fmla="*/ 5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5" y="1"/>
                  </a:moveTo>
                  <a:cubicBezTo>
                    <a:pt x="5" y="2"/>
                    <a:pt x="0" y="0"/>
                    <a:pt x="1" y="0"/>
                  </a:cubicBezTo>
                  <a:cubicBezTo>
                    <a:pt x="3" y="0"/>
                    <a:pt x="6" y="0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8" name="Freeform 550">
              <a:extLst>
                <a:ext uri="{FF2B5EF4-FFF2-40B4-BE49-F238E27FC236}">
                  <a16:creationId xmlns:a16="http://schemas.microsoft.com/office/drawing/2014/main" id="{A17BAF0B-0D58-F66D-10EB-2C394534C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7042" y="3476910"/>
              <a:ext cx="95766" cy="25337"/>
            </a:xfrm>
            <a:custGeom>
              <a:avLst/>
              <a:gdLst>
                <a:gd name="T0" fmla="*/ 7 w 8"/>
                <a:gd name="T1" fmla="*/ 1 h 2"/>
                <a:gd name="T2" fmla="*/ 2 w 8"/>
                <a:gd name="T3" fmla="*/ 2 h 2"/>
                <a:gd name="T4" fmla="*/ 3 w 8"/>
                <a:gd name="T5" fmla="*/ 0 h 2"/>
                <a:gd name="T6" fmla="*/ 7 w 8"/>
                <a:gd name="T7" fmla="*/ 1 h 2"/>
                <a:gd name="T8" fmla="*/ 7 w 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">
                  <a:moveTo>
                    <a:pt x="7" y="1"/>
                  </a:moveTo>
                  <a:cubicBezTo>
                    <a:pt x="8" y="2"/>
                    <a:pt x="3" y="2"/>
                    <a:pt x="2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ubicBezTo>
                    <a:pt x="8" y="2"/>
                    <a:pt x="7" y="0"/>
                    <a:pt x="7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29" name="Freeform 551">
              <a:extLst>
                <a:ext uri="{FF2B5EF4-FFF2-40B4-BE49-F238E27FC236}">
                  <a16:creationId xmlns:a16="http://schemas.microsoft.com/office/drawing/2014/main" id="{BABBFAF9-C7A3-1823-2A64-D553EE49E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7380" y="3451573"/>
              <a:ext cx="139661" cy="122456"/>
            </a:xfrm>
            <a:custGeom>
              <a:avLst/>
              <a:gdLst>
                <a:gd name="T0" fmla="*/ 10 w 12"/>
                <a:gd name="T1" fmla="*/ 7 h 10"/>
                <a:gd name="T2" fmla="*/ 3 w 12"/>
                <a:gd name="T3" fmla="*/ 9 h 10"/>
                <a:gd name="T4" fmla="*/ 2 w 12"/>
                <a:gd name="T5" fmla="*/ 2 h 10"/>
                <a:gd name="T6" fmla="*/ 9 w 12"/>
                <a:gd name="T7" fmla="*/ 0 h 10"/>
                <a:gd name="T8" fmla="*/ 10 w 12"/>
                <a:gd name="T9" fmla="*/ 7 h 10"/>
                <a:gd name="T10" fmla="*/ 10 w 12"/>
                <a:gd name="T11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0">
                  <a:moveTo>
                    <a:pt x="10" y="7"/>
                  </a:moveTo>
                  <a:cubicBezTo>
                    <a:pt x="8" y="8"/>
                    <a:pt x="6" y="10"/>
                    <a:pt x="3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3" y="0"/>
                    <a:pt x="7" y="0"/>
                    <a:pt x="9" y="0"/>
                  </a:cubicBezTo>
                  <a:cubicBezTo>
                    <a:pt x="11" y="0"/>
                    <a:pt x="12" y="5"/>
                    <a:pt x="10" y="7"/>
                  </a:cubicBezTo>
                  <a:cubicBezTo>
                    <a:pt x="9" y="8"/>
                    <a:pt x="12" y="6"/>
                    <a:pt x="10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0" name="Freeform 552">
              <a:extLst>
                <a:ext uri="{FF2B5EF4-FFF2-40B4-BE49-F238E27FC236}">
                  <a16:creationId xmlns:a16="http://schemas.microsoft.com/office/drawing/2014/main" id="{70C22133-F844-8BEF-E180-99B97AC09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689" y="3341783"/>
              <a:ext cx="79807" cy="46450"/>
            </a:xfrm>
            <a:custGeom>
              <a:avLst/>
              <a:gdLst>
                <a:gd name="T0" fmla="*/ 1 w 7"/>
                <a:gd name="T1" fmla="*/ 4 h 4"/>
                <a:gd name="T2" fmla="*/ 5 w 7"/>
                <a:gd name="T3" fmla="*/ 0 h 4"/>
                <a:gd name="T4" fmla="*/ 1 w 7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0" y="4"/>
                    <a:pt x="4" y="0"/>
                    <a:pt x="5" y="0"/>
                  </a:cubicBezTo>
                  <a:cubicBezTo>
                    <a:pt x="7" y="1"/>
                    <a:pt x="3" y="4"/>
                    <a:pt x="1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1" name="Freeform 553">
              <a:extLst>
                <a:ext uri="{FF2B5EF4-FFF2-40B4-BE49-F238E27FC236}">
                  <a16:creationId xmlns:a16="http://schemas.microsoft.com/office/drawing/2014/main" id="{DAF05E7B-36AA-A4A7-EA77-ABDE08B61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411" y="3329113"/>
              <a:ext cx="71824" cy="38003"/>
            </a:xfrm>
            <a:custGeom>
              <a:avLst/>
              <a:gdLst>
                <a:gd name="T0" fmla="*/ 2 w 6"/>
                <a:gd name="T1" fmla="*/ 3 h 3"/>
                <a:gd name="T2" fmla="*/ 2 w 6"/>
                <a:gd name="T3" fmla="*/ 1 h 3"/>
                <a:gd name="T4" fmla="*/ 2 w 6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2" y="3"/>
                  </a:moveTo>
                  <a:cubicBezTo>
                    <a:pt x="2" y="3"/>
                    <a:pt x="0" y="1"/>
                    <a:pt x="2" y="1"/>
                  </a:cubicBezTo>
                  <a:cubicBezTo>
                    <a:pt x="3" y="0"/>
                    <a:pt x="6" y="3"/>
                    <a:pt x="2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2" name="Freeform 554">
              <a:extLst>
                <a:ext uri="{FF2B5EF4-FFF2-40B4-BE49-F238E27FC236}">
                  <a16:creationId xmlns:a16="http://schemas.microsoft.com/office/drawing/2014/main" id="{4C7BBF93-3FD6-85B2-379F-E2F9CAD4C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7573" y="3303781"/>
              <a:ext cx="55865" cy="25337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0 h 2"/>
                <a:gd name="T4" fmla="*/ 0 w 5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2" y="2"/>
                    <a:pt x="5" y="1"/>
                    <a:pt x="4" y="0"/>
                  </a:cubicBezTo>
                  <a:cubicBezTo>
                    <a:pt x="2" y="0"/>
                    <a:pt x="0" y="1"/>
                    <a:pt x="0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3" name="Freeform 555">
              <a:extLst>
                <a:ext uri="{FF2B5EF4-FFF2-40B4-BE49-F238E27FC236}">
                  <a16:creationId xmlns:a16="http://schemas.microsoft.com/office/drawing/2014/main" id="{AEDA794A-D1B6-158F-ECA5-84102112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3922" y="2830842"/>
              <a:ext cx="307255" cy="139348"/>
            </a:xfrm>
            <a:custGeom>
              <a:avLst/>
              <a:gdLst>
                <a:gd name="T0" fmla="*/ 25 w 26"/>
                <a:gd name="T1" fmla="*/ 9 h 11"/>
                <a:gd name="T2" fmla="*/ 18 w 26"/>
                <a:gd name="T3" fmla="*/ 8 h 11"/>
                <a:gd name="T4" fmla="*/ 10 w 26"/>
                <a:gd name="T5" fmla="*/ 10 h 11"/>
                <a:gd name="T6" fmla="*/ 3 w 26"/>
                <a:gd name="T7" fmla="*/ 6 h 11"/>
                <a:gd name="T8" fmla="*/ 2 w 26"/>
                <a:gd name="T9" fmla="*/ 1 h 11"/>
                <a:gd name="T10" fmla="*/ 8 w 26"/>
                <a:gd name="T11" fmla="*/ 2 h 11"/>
                <a:gd name="T12" fmla="*/ 17 w 26"/>
                <a:gd name="T13" fmla="*/ 2 h 11"/>
                <a:gd name="T14" fmla="*/ 22 w 26"/>
                <a:gd name="T15" fmla="*/ 5 h 11"/>
                <a:gd name="T16" fmla="*/ 25 w 26"/>
                <a:gd name="T17" fmla="*/ 9 h 11"/>
                <a:gd name="T18" fmla="*/ 25 w 26"/>
                <a:gd name="T1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1">
                  <a:moveTo>
                    <a:pt x="25" y="9"/>
                  </a:moveTo>
                  <a:cubicBezTo>
                    <a:pt x="22" y="9"/>
                    <a:pt x="20" y="8"/>
                    <a:pt x="18" y="8"/>
                  </a:cubicBezTo>
                  <a:cubicBezTo>
                    <a:pt x="15" y="8"/>
                    <a:pt x="13" y="10"/>
                    <a:pt x="10" y="10"/>
                  </a:cubicBezTo>
                  <a:cubicBezTo>
                    <a:pt x="7" y="11"/>
                    <a:pt x="6" y="7"/>
                    <a:pt x="3" y="6"/>
                  </a:cubicBezTo>
                  <a:cubicBezTo>
                    <a:pt x="2" y="5"/>
                    <a:pt x="0" y="3"/>
                    <a:pt x="2" y="1"/>
                  </a:cubicBezTo>
                  <a:cubicBezTo>
                    <a:pt x="3" y="0"/>
                    <a:pt x="7" y="2"/>
                    <a:pt x="8" y="2"/>
                  </a:cubicBezTo>
                  <a:cubicBezTo>
                    <a:pt x="11" y="3"/>
                    <a:pt x="14" y="1"/>
                    <a:pt x="17" y="2"/>
                  </a:cubicBezTo>
                  <a:cubicBezTo>
                    <a:pt x="19" y="2"/>
                    <a:pt x="20" y="4"/>
                    <a:pt x="22" y="5"/>
                  </a:cubicBezTo>
                  <a:cubicBezTo>
                    <a:pt x="22" y="6"/>
                    <a:pt x="25" y="9"/>
                    <a:pt x="25" y="9"/>
                  </a:cubicBezTo>
                  <a:cubicBezTo>
                    <a:pt x="23" y="9"/>
                    <a:pt x="26" y="9"/>
                    <a:pt x="25" y="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4" name="Freeform 556">
              <a:extLst>
                <a:ext uri="{FF2B5EF4-FFF2-40B4-BE49-F238E27FC236}">
                  <a16:creationId xmlns:a16="http://schemas.microsoft.com/office/drawing/2014/main" id="{655EC3C5-87EB-6231-DFEE-B96E2620B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613" y="5077291"/>
              <a:ext cx="339177" cy="236471"/>
            </a:xfrm>
            <a:custGeom>
              <a:avLst/>
              <a:gdLst>
                <a:gd name="T0" fmla="*/ 27 w 29"/>
                <a:gd name="T1" fmla="*/ 16 h 19"/>
                <a:gd name="T2" fmla="*/ 24 w 29"/>
                <a:gd name="T3" fmla="*/ 12 h 19"/>
                <a:gd name="T4" fmla="*/ 19 w 29"/>
                <a:gd name="T5" fmla="*/ 10 h 19"/>
                <a:gd name="T6" fmla="*/ 14 w 29"/>
                <a:gd name="T7" fmla="*/ 3 h 19"/>
                <a:gd name="T8" fmla="*/ 8 w 29"/>
                <a:gd name="T9" fmla="*/ 2 h 19"/>
                <a:gd name="T10" fmla="*/ 2 w 29"/>
                <a:gd name="T11" fmla="*/ 0 h 19"/>
                <a:gd name="T12" fmla="*/ 3 w 29"/>
                <a:gd name="T13" fmla="*/ 2 h 19"/>
                <a:gd name="T14" fmla="*/ 5 w 29"/>
                <a:gd name="T15" fmla="*/ 3 h 19"/>
                <a:gd name="T16" fmla="*/ 6 w 29"/>
                <a:gd name="T17" fmla="*/ 4 h 19"/>
                <a:gd name="T18" fmla="*/ 4 w 29"/>
                <a:gd name="T19" fmla="*/ 2 h 19"/>
                <a:gd name="T20" fmla="*/ 4 w 29"/>
                <a:gd name="T21" fmla="*/ 4 h 19"/>
                <a:gd name="T22" fmla="*/ 7 w 29"/>
                <a:gd name="T23" fmla="*/ 6 h 19"/>
                <a:gd name="T24" fmla="*/ 12 w 29"/>
                <a:gd name="T25" fmla="*/ 9 h 19"/>
                <a:gd name="T26" fmla="*/ 10 w 29"/>
                <a:gd name="T27" fmla="*/ 10 h 19"/>
                <a:gd name="T28" fmla="*/ 14 w 29"/>
                <a:gd name="T29" fmla="*/ 10 h 19"/>
                <a:gd name="T30" fmla="*/ 14 w 29"/>
                <a:gd name="T31" fmla="*/ 12 h 19"/>
                <a:gd name="T32" fmla="*/ 19 w 29"/>
                <a:gd name="T33" fmla="*/ 12 h 19"/>
                <a:gd name="T34" fmla="*/ 27 w 29"/>
                <a:gd name="T35" fmla="*/ 16 h 19"/>
                <a:gd name="T36" fmla="*/ 27 w 29"/>
                <a:gd name="T37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19">
                  <a:moveTo>
                    <a:pt x="27" y="16"/>
                  </a:moveTo>
                  <a:cubicBezTo>
                    <a:pt x="26" y="15"/>
                    <a:pt x="25" y="13"/>
                    <a:pt x="24" y="12"/>
                  </a:cubicBezTo>
                  <a:cubicBezTo>
                    <a:pt x="23" y="10"/>
                    <a:pt x="21" y="10"/>
                    <a:pt x="19" y="10"/>
                  </a:cubicBezTo>
                  <a:cubicBezTo>
                    <a:pt x="17" y="8"/>
                    <a:pt x="17" y="4"/>
                    <a:pt x="14" y="3"/>
                  </a:cubicBezTo>
                  <a:cubicBezTo>
                    <a:pt x="13" y="3"/>
                    <a:pt x="10" y="3"/>
                    <a:pt x="8" y="2"/>
                  </a:cubicBezTo>
                  <a:cubicBezTo>
                    <a:pt x="7" y="1"/>
                    <a:pt x="5" y="0"/>
                    <a:pt x="2" y="0"/>
                  </a:cubicBezTo>
                  <a:cubicBezTo>
                    <a:pt x="0" y="0"/>
                    <a:pt x="1" y="2"/>
                    <a:pt x="3" y="2"/>
                  </a:cubicBezTo>
                  <a:cubicBezTo>
                    <a:pt x="4" y="2"/>
                    <a:pt x="4" y="2"/>
                    <a:pt x="5" y="3"/>
                  </a:cubicBezTo>
                  <a:cubicBezTo>
                    <a:pt x="5" y="3"/>
                    <a:pt x="6" y="4"/>
                    <a:pt x="6" y="4"/>
                  </a:cubicBezTo>
                  <a:cubicBezTo>
                    <a:pt x="5" y="4"/>
                    <a:pt x="4" y="3"/>
                    <a:pt x="4" y="2"/>
                  </a:cubicBezTo>
                  <a:cubicBezTo>
                    <a:pt x="4" y="2"/>
                    <a:pt x="4" y="4"/>
                    <a:pt x="4" y="4"/>
                  </a:cubicBezTo>
                  <a:cubicBezTo>
                    <a:pt x="4" y="6"/>
                    <a:pt x="6" y="6"/>
                    <a:pt x="7" y="6"/>
                  </a:cubicBezTo>
                  <a:cubicBezTo>
                    <a:pt x="7" y="6"/>
                    <a:pt x="12" y="9"/>
                    <a:pt x="12" y="9"/>
                  </a:cubicBezTo>
                  <a:cubicBezTo>
                    <a:pt x="12" y="9"/>
                    <a:pt x="11" y="9"/>
                    <a:pt x="10" y="10"/>
                  </a:cubicBezTo>
                  <a:cubicBezTo>
                    <a:pt x="10" y="10"/>
                    <a:pt x="14" y="10"/>
                    <a:pt x="14" y="10"/>
                  </a:cubicBezTo>
                  <a:cubicBezTo>
                    <a:pt x="16" y="11"/>
                    <a:pt x="14" y="12"/>
                    <a:pt x="14" y="12"/>
                  </a:cubicBezTo>
                  <a:cubicBezTo>
                    <a:pt x="15" y="13"/>
                    <a:pt x="18" y="12"/>
                    <a:pt x="19" y="12"/>
                  </a:cubicBezTo>
                  <a:cubicBezTo>
                    <a:pt x="14" y="13"/>
                    <a:pt x="29" y="19"/>
                    <a:pt x="27" y="16"/>
                  </a:cubicBezTo>
                  <a:cubicBezTo>
                    <a:pt x="26" y="15"/>
                    <a:pt x="28" y="18"/>
                    <a:pt x="27" y="1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5" name="Freeform 557">
              <a:extLst>
                <a:ext uri="{FF2B5EF4-FFF2-40B4-BE49-F238E27FC236}">
                  <a16:creationId xmlns:a16="http://schemas.microsoft.com/office/drawing/2014/main" id="{B492093D-BE4E-5A5A-AB27-F5F2641E8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263" y="4802817"/>
              <a:ext cx="151631" cy="173129"/>
            </a:xfrm>
            <a:custGeom>
              <a:avLst/>
              <a:gdLst>
                <a:gd name="T0" fmla="*/ 11 w 13"/>
                <a:gd name="T1" fmla="*/ 14 h 14"/>
                <a:gd name="T2" fmla="*/ 11 w 13"/>
                <a:gd name="T3" fmla="*/ 14 h 14"/>
                <a:gd name="T4" fmla="*/ 8 w 13"/>
                <a:gd name="T5" fmla="*/ 11 h 14"/>
                <a:gd name="T6" fmla="*/ 7 w 13"/>
                <a:gd name="T7" fmla="*/ 7 h 14"/>
                <a:gd name="T8" fmla="*/ 6 w 13"/>
                <a:gd name="T9" fmla="*/ 5 h 14"/>
                <a:gd name="T10" fmla="*/ 7 w 13"/>
                <a:gd name="T11" fmla="*/ 2 h 14"/>
                <a:gd name="T12" fmla="*/ 4 w 13"/>
                <a:gd name="T13" fmla="*/ 4 h 14"/>
                <a:gd name="T14" fmla="*/ 6 w 13"/>
                <a:gd name="T15" fmla="*/ 1 h 14"/>
                <a:gd name="T16" fmla="*/ 1 w 13"/>
                <a:gd name="T17" fmla="*/ 0 h 14"/>
                <a:gd name="T18" fmla="*/ 3 w 13"/>
                <a:gd name="T19" fmla="*/ 6 h 14"/>
                <a:gd name="T20" fmla="*/ 11 w 13"/>
                <a:gd name="T21" fmla="*/ 14 h 14"/>
                <a:gd name="T22" fmla="*/ 11 w 13"/>
                <a:gd name="T2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4">
                  <a:moveTo>
                    <a:pt x="11" y="14"/>
                  </a:move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9" y="11"/>
                    <a:pt x="8" y="11"/>
                  </a:cubicBezTo>
                  <a:cubicBezTo>
                    <a:pt x="7" y="9"/>
                    <a:pt x="8" y="8"/>
                    <a:pt x="7" y="7"/>
                  </a:cubicBezTo>
                  <a:cubicBezTo>
                    <a:pt x="6" y="6"/>
                    <a:pt x="6" y="6"/>
                    <a:pt x="6" y="5"/>
                  </a:cubicBezTo>
                  <a:cubicBezTo>
                    <a:pt x="5" y="3"/>
                    <a:pt x="6" y="3"/>
                    <a:pt x="7" y="2"/>
                  </a:cubicBezTo>
                  <a:cubicBezTo>
                    <a:pt x="9" y="0"/>
                    <a:pt x="3" y="3"/>
                    <a:pt x="4" y="4"/>
                  </a:cubicBezTo>
                  <a:cubicBezTo>
                    <a:pt x="3" y="3"/>
                    <a:pt x="6" y="1"/>
                    <a:pt x="6" y="1"/>
                  </a:cubicBezTo>
                  <a:cubicBezTo>
                    <a:pt x="5" y="0"/>
                    <a:pt x="1" y="0"/>
                    <a:pt x="1" y="0"/>
                  </a:cubicBezTo>
                  <a:cubicBezTo>
                    <a:pt x="0" y="1"/>
                    <a:pt x="2" y="5"/>
                    <a:pt x="3" y="6"/>
                  </a:cubicBezTo>
                  <a:cubicBezTo>
                    <a:pt x="5" y="8"/>
                    <a:pt x="8" y="13"/>
                    <a:pt x="11" y="14"/>
                  </a:cubicBezTo>
                  <a:cubicBezTo>
                    <a:pt x="13" y="14"/>
                    <a:pt x="8" y="13"/>
                    <a:pt x="11" y="1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6" name="Freeform 558">
              <a:extLst>
                <a:ext uri="{FF2B5EF4-FFF2-40B4-BE49-F238E27FC236}">
                  <a16:creationId xmlns:a16="http://schemas.microsoft.com/office/drawing/2014/main" id="{DFBF477A-837D-322B-A898-264A570DD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235" y="4604353"/>
              <a:ext cx="47884" cy="50672"/>
            </a:xfrm>
            <a:custGeom>
              <a:avLst/>
              <a:gdLst>
                <a:gd name="T0" fmla="*/ 3 w 4"/>
                <a:gd name="T1" fmla="*/ 3 h 4"/>
                <a:gd name="T2" fmla="*/ 2 w 4"/>
                <a:gd name="T3" fmla="*/ 1 h 4"/>
                <a:gd name="T4" fmla="*/ 3 w 4"/>
                <a:gd name="T5" fmla="*/ 3 h 4"/>
                <a:gd name="T6" fmla="*/ 3 w 4"/>
                <a:gd name="T7" fmla="*/ 3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2"/>
                    <a:pt x="0" y="2"/>
                    <a:pt x="2" y="1"/>
                  </a:cubicBezTo>
                  <a:cubicBezTo>
                    <a:pt x="3" y="0"/>
                    <a:pt x="4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4" y="4"/>
                    <a:pt x="3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7" name="Freeform 559">
              <a:extLst>
                <a:ext uri="{FF2B5EF4-FFF2-40B4-BE49-F238E27FC236}">
                  <a16:creationId xmlns:a16="http://schemas.microsoft.com/office/drawing/2014/main" id="{809589F2-1452-7525-118F-A65B11CA6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378" y="4545239"/>
              <a:ext cx="71824" cy="71783"/>
            </a:xfrm>
            <a:custGeom>
              <a:avLst/>
              <a:gdLst>
                <a:gd name="T0" fmla="*/ 5 w 6"/>
                <a:gd name="T1" fmla="*/ 2 h 6"/>
                <a:gd name="T2" fmla="*/ 0 w 6"/>
                <a:gd name="T3" fmla="*/ 1 h 6"/>
                <a:gd name="T4" fmla="*/ 1 w 6"/>
                <a:gd name="T5" fmla="*/ 3 h 6"/>
                <a:gd name="T6" fmla="*/ 1 w 6"/>
                <a:gd name="T7" fmla="*/ 6 h 6"/>
                <a:gd name="T8" fmla="*/ 5 w 6"/>
                <a:gd name="T9" fmla="*/ 5 h 6"/>
                <a:gd name="T10" fmla="*/ 3 w 6"/>
                <a:gd name="T11" fmla="*/ 3 h 6"/>
                <a:gd name="T12" fmla="*/ 5 w 6"/>
                <a:gd name="T13" fmla="*/ 2 h 6"/>
                <a:gd name="T14" fmla="*/ 5 w 6"/>
                <a:gd name="T15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4" y="2"/>
                    <a:pt x="1" y="0"/>
                    <a:pt x="0" y="1"/>
                  </a:cubicBezTo>
                  <a:cubicBezTo>
                    <a:pt x="1" y="0"/>
                    <a:pt x="2" y="4"/>
                    <a:pt x="1" y="3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5"/>
                    <a:pt x="5" y="4"/>
                    <a:pt x="5" y="5"/>
                  </a:cubicBezTo>
                  <a:cubicBezTo>
                    <a:pt x="5" y="4"/>
                    <a:pt x="4" y="4"/>
                    <a:pt x="3" y="3"/>
                  </a:cubicBezTo>
                  <a:cubicBezTo>
                    <a:pt x="4" y="4"/>
                    <a:pt x="6" y="2"/>
                    <a:pt x="5" y="2"/>
                  </a:cubicBezTo>
                  <a:cubicBezTo>
                    <a:pt x="4" y="2"/>
                    <a:pt x="6" y="2"/>
                    <a:pt x="5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8" name="Freeform 560">
              <a:extLst>
                <a:ext uri="{FF2B5EF4-FFF2-40B4-BE49-F238E27FC236}">
                  <a16:creationId xmlns:a16="http://schemas.microsoft.com/office/drawing/2014/main" id="{2ABBA831-EA4A-4EAA-3360-0807D169F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456" y="4566350"/>
              <a:ext cx="43895" cy="76005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2 h 6"/>
                <a:gd name="T4" fmla="*/ 2 w 4"/>
                <a:gd name="T5" fmla="*/ 5 h 6"/>
                <a:gd name="T6" fmla="*/ 3 w 4"/>
                <a:gd name="T7" fmla="*/ 3 h 6"/>
                <a:gd name="T8" fmla="*/ 2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0" y="0"/>
                    <a:pt x="2" y="1"/>
                    <a:pt x="2" y="2"/>
                  </a:cubicBezTo>
                  <a:cubicBezTo>
                    <a:pt x="2" y="3"/>
                    <a:pt x="1" y="5"/>
                    <a:pt x="2" y="5"/>
                  </a:cubicBezTo>
                  <a:cubicBezTo>
                    <a:pt x="3" y="6"/>
                    <a:pt x="3" y="3"/>
                    <a:pt x="3" y="3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39" name="Freeform 561">
              <a:extLst>
                <a:ext uri="{FF2B5EF4-FFF2-40B4-BE49-F238E27FC236}">
                  <a16:creationId xmlns:a16="http://schemas.microsoft.com/office/drawing/2014/main" id="{4350A568-EDD0-653A-0120-1AD04D2B0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3629" y="4494563"/>
              <a:ext cx="59854" cy="135123"/>
            </a:xfrm>
            <a:custGeom>
              <a:avLst/>
              <a:gdLst>
                <a:gd name="T0" fmla="*/ 4 w 5"/>
                <a:gd name="T1" fmla="*/ 10 h 11"/>
                <a:gd name="T2" fmla="*/ 2 w 5"/>
                <a:gd name="T3" fmla="*/ 6 h 11"/>
                <a:gd name="T4" fmla="*/ 1 w 5"/>
                <a:gd name="T5" fmla="*/ 3 h 11"/>
                <a:gd name="T6" fmla="*/ 5 w 5"/>
                <a:gd name="T7" fmla="*/ 5 h 11"/>
                <a:gd name="T8" fmla="*/ 4 w 5"/>
                <a:gd name="T9" fmla="*/ 10 h 11"/>
                <a:gd name="T10" fmla="*/ 4 w 5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1">
                  <a:moveTo>
                    <a:pt x="4" y="10"/>
                  </a:moveTo>
                  <a:cubicBezTo>
                    <a:pt x="4" y="9"/>
                    <a:pt x="2" y="6"/>
                    <a:pt x="2" y="6"/>
                  </a:cubicBezTo>
                  <a:cubicBezTo>
                    <a:pt x="4" y="4"/>
                    <a:pt x="0" y="4"/>
                    <a:pt x="1" y="3"/>
                  </a:cubicBezTo>
                  <a:cubicBezTo>
                    <a:pt x="2" y="0"/>
                    <a:pt x="5" y="5"/>
                    <a:pt x="5" y="5"/>
                  </a:cubicBezTo>
                  <a:cubicBezTo>
                    <a:pt x="5" y="6"/>
                    <a:pt x="5" y="11"/>
                    <a:pt x="4" y="10"/>
                  </a:cubicBezTo>
                  <a:cubicBezTo>
                    <a:pt x="4" y="9"/>
                    <a:pt x="5" y="11"/>
                    <a:pt x="4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0" name="Freeform 562">
              <a:extLst>
                <a:ext uri="{FF2B5EF4-FFF2-40B4-BE49-F238E27FC236}">
                  <a16:creationId xmlns:a16="http://schemas.microsoft.com/office/drawing/2014/main" id="{DE72058D-AF4E-6D97-FCA6-75D5F1749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744" y="4443891"/>
              <a:ext cx="83797" cy="88675"/>
            </a:xfrm>
            <a:custGeom>
              <a:avLst/>
              <a:gdLst>
                <a:gd name="T0" fmla="*/ 4 w 7"/>
                <a:gd name="T1" fmla="*/ 6 h 7"/>
                <a:gd name="T2" fmla="*/ 2 w 7"/>
                <a:gd name="T3" fmla="*/ 3 h 7"/>
                <a:gd name="T4" fmla="*/ 0 w 7"/>
                <a:gd name="T5" fmla="*/ 2 h 7"/>
                <a:gd name="T6" fmla="*/ 5 w 7"/>
                <a:gd name="T7" fmla="*/ 1 h 7"/>
                <a:gd name="T8" fmla="*/ 4 w 7"/>
                <a:gd name="T9" fmla="*/ 3 h 7"/>
                <a:gd name="T10" fmla="*/ 7 w 7"/>
                <a:gd name="T11" fmla="*/ 4 h 7"/>
                <a:gd name="T12" fmla="*/ 5 w 7"/>
                <a:gd name="T13" fmla="*/ 5 h 7"/>
                <a:gd name="T14" fmla="*/ 4 w 7"/>
                <a:gd name="T15" fmla="*/ 6 h 7"/>
                <a:gd name="T16" fmla="*/ 4 w 7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4" y="6"/>
                  </a:moveTo>
                  <a:cubicBezTo>
                    <a:pt x="2" y="4"/>
                    <a:pt x="1" y="4"/>
                    <a:pt x="2" y="3"/>
                  </a:cubicBezTo>
                  <a:cubicBezTo>
                    <a:pt x="2" y="2"/>
                    <a:pt x="0" y="2"/>
                    <a:pt x="0" y="2"/>
                  </a:cubicBezTo>
                  <a:cubicBezTo>
                    <a:pt x="0" y="1"/>
                    <a:pt x="4" y="0"/>
                    <a:pt x="5" y="1"/>
                  </a:cubicBezTo>
                  <a:cubicBezTo>
                    <a:pt x="5" y="1"/>
                    <a:pt x="3" y="2"/>
                    <a:pt x="4" y="3"/>
                  </a:cubicBezTo>
                  <a:cubicBezTo>
                    <a:pt x="5" y="3"/>
                    <a:pt x="7" y="4"/>
                    <a:pt x="7" y="4"/>
                  </a:cubicBezTo>
                  <a:cubicBezTo>
                    <a:pt x="7" y="5"/>
                    <a:pt x="5" y="5"/>
                    <a:pt x="5" y="5"/>
                  </a:cubicBezTo>
                  <a:cubicBezTo>
                    <a:pt x="4" y="5"/>
                    <a:pt x="5" y="7"/>
                    <a:pt x="4" y="6"/>
                  </a:cubicBezTo>
                  <a:cubicBezTo>
                    <a:pt x="2" y="5"/>
                    <a:pt x="4" y="6"/>
                    <a:pt x="4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1" name="Freeform 563">
              <a:extLst>
                <a:ext uri="{FF2B5EF4-FFF2-40B4-BE49-F238E27FC236}">
                  <a16:creationId xmlns:a16="http://schemas.microsoft.com/office/drawing/2014/main" id="{B9214349-0D15-B478-454E-3168880A7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541" y="4443891"/>
              <a:ext cx="79807" cy="114012"/>
            </a:xfrm>
            <a:custGeom>
              <a:avLst/>
              <a:gdLst>
                <a:gd name="T0" fmla="*/ 3 w 7"/>
                <a:gd name="T1" fmla="*/ 8 h 9"/>
                <a:gd name="T2" fmla="*/ 4 w 7"/>
                <a:gd name="T3" fmla="*/ 6 h 9"/>
                <a:gd name="T4" fmla="*/ 2 w 7"/>
                <a:gd name="T5" fmla="*/ 4 h 9"/>
                <a:gd name="T6" fmla="*/ 3 w 7"/>
                <a:gd name="T7" fmla="*/ 1 h 9"/>
                <a:gd name="T8" fmla="*/ 6 w 7"/>
                <a:gd name="T9" fmla="*/ 5 h 9"/>
                <a:gd name="T10" fmla="*/ 3 w 7"/>
                <a:gd name="T11" fmla="*/ 8 h 9"/>
                <a:gd name="T12" fmla="*/ 3 w 7"/>
                <a:gd name="T13" fmla="*/ 8 h 9"/>
                <a:gd name="T14" fmla="*/ 3 w 7"/>
                <a:gd name="T1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9">
                  <a:moveTo>
                    <a:pt x="3" y="8"/>
                  </a:moveTo>
                  <a:cubicBezTo>
                    <a:pt x="4" y="7"/>
                    <a:pt x="5" y="7"/>
                    <a:pt x="4" y="6"/>
                  </a:cubicBezTo>
                  <a:cubicBezTo>
                    <a:pt x="4" y="5"/>
                    <a:pt x="2" y="5"/>
                    <a:pt x="2" y="4"/>
                  </a:cubicBezTo>
                  <a:cubicBezTo>
                    <a:pt x="3" y="3"/>
                    <a:pt x="0" y="0"/>
                    <a:pt x="3" y="1"/>
                  </a:cubicBezTo>
                  <a:cubicBezTo>
                    <a:pt x="6" y="2"/>
                    <a:pt x="6" y="3"/>
                    <a:pt x="6" y="5"/>
                  </a:cubicBezTo>
                  <a:cubicBezTo>
                    <a:pt x="7" y="7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2" y="9"/>
                    <a:pt x="3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2" name="Freeform 564">
              <a:extLst>
                <a:ext uri="{FF2B5EF4-FFF2-40B4-BE49-F238E27FC236}">
                  <a16:creationId xmlns:a16="http://schemas.microsoft.com/office/drawing/2014/main" id="{96FFBA97-7523-9BD2-E2E6-B40F2630C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598" y="4469227"/>
              <a:ext cx="35912" cy="12667"/>
            </a:xfrm>
            <a:custGeom>
              <a:avLst/>
              <a:gdLst>
                <a:gd name="T0" fmla="*/ 2 w 3"/>
                <a:gd name="T1" fmla="*/ 1 h 1"/>
                <a:gd name="T2" fmla="*/ 0 w 3"/>
                <a:gd name="T3" fmla="*/ 0 h 1"/>
                <a:gd name="T4" fmla="*/ 3 w 3"/>
                <a:gd name="T5" fmla="*/ 0 h 1"/>
                <a:gd name="T6" fmla="*/ 2 w 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2" y="1"/>
                  </a:moveTo>
                  <a:cubicBezTo>
                    <a:pt x="1" y="1"/>
                    <a:pt x="0" y="1"/>
                    <a:pt x="0" y="0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3" y="0"/>
                    <a:pt x="2" y="1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3" name="Freeform 565">
              <a:extLst>
                <a:ext uri="{FF2B5EF4-FFF2-40B4-BE49-F238E27FC236}">
                  <a16:creationId xmlns:a16="http://schemas.microsoft.com/office/drawing/2014/main" id="{E5744E78-6440-82D1-EBD2-B28CCD168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328" y="4481897"/>
              <a:ext cx="155620" cy="84453"/>
            </a:xfrm>
            <a:custGeom>
              <a:avLst/>
              <a:gdLst>
                <a:gd name="T0" fmla="*/ 10 w 13"/>
                <a:gd name="T1" fmla="*/ 1 h 7"/>
                <a:gd name="T2" fmla="*/ 7 w 13"/>
                <a:gd name="T3" fmla="*/ 1 h 7"/>
                <a:gd name="T4" fmla="*/ 5 w 13"/>
                <a:gd name="T5" fmla="*/ 1 h 7"/>
                <a:gd name="T6" fmla="*/ 5 w 13"/>
                <a:gd name="T7" fmla="*/ 4 h 7"/>
                <a:gd name="T8" fmla="*/ 1 w 13"/>
                <a:gd name="T9" fmla="*/ 3 h 7"/>
                <a:gd name="T10" fmla="*/ 1 w 13"/>
                <a:gd name="T11" fmla="*/ 6 h 7"/>
                <a:gd name="T12" fmla="*/ 11 w 13"/>
                <a:gd name="T13" fmla="*/ 4 h 7"/>
                <a:gd name="T14" fmla="*/ 9 w 13"/>
                <a:gd name="T15" fmla="*/ 3 h 7"/>
                <a:gd name="T16" fmla="*/ 12 w 13"/>
                <a:gd name="T17" fmla="*/ 3 h 7"/>
                <a:gd name="T18" fmla="*/ 10 w 13"/>
                <a:gd name="T19" fmla="*/ 1 h 7"/>
                <a:gd name="T20" fmla="*/ 10 w 13"/>
                <a:gd name="T2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7">
                  <a:moveTo>
                    <a:pt x="10" y="1"/>
                  </a:moveTo>
                  <a:cubicBezTo>
                    <a:pt x="9" y="1"/>
                    <a:pt x="8" y="1"/>
                    <a:pt x="7" y="1"/>
                  </a:cubicBezTo>
                  <a:cubicBezTo>
                    <a:pt x="6" y="1"/>
                    <a:pt x="6" y="1"/>
                    <a:pt x="5" y="1"/>
                  </a:cubicBezTo>
                  <a:cubicBezTo>
                    <a:pt x="3" y="2"/>
                    <a:pt x="4" y="4"/>
                    <a:pt x="5" y="4"/>
                  </a:cubicBezTo>
                  <a:cubicBezTo>
                    <a:pt x="4" y="4"/>
                    <a:pt x="2" y="1"/>
                    <a:pt x="1" y="3"/>
                  </a:cubicBezTo>
                  <a:cubicBezTo>
                    <a:pt x="0" y="4"/>
                    <a:pt x="0" y="5"/>
                    <a:pt x="1" y="6"/>
                  </a:cubicBezTo>
                  <a:cubicBezTo>
                    <a:pt x="2" y="7"/>
                    <a:pt x="10" y="5"/>
                    <a:pt x="11" y="4"/>
                  </a:cubicBezTo>
                  <a:cubicBezTo>
                    <a:pt x="11" y="4"/>
                    <a:pt x="10" y="3"/>
                    <a:pt x="9" y="3"/>
                  </a:cubicBezTo>
                  <a:cubicBezTo>
                    <a:pt x="10" y="3"/>
                    <a:pt x="12" y="3"/>
                    <a:pt x="12" y="3"/>
                  </a:cubicBezTo>
                  <a:cubicBezTo>
                    <a:pt x="13" y="2"/>
                    <a:pt x="11" y="0"/>
                    <a:pt x="10" y="1"/>
                  </a:cubicBezTo>
                  <a:cubicBezTo>
                    <a:pt x="9" y="1"/>
                    <a:pt x="11" y="0"/>
                    <a:pt x="10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4" name="Freeform 566">
              <a:extLst>
                <a:ext uri="{FF2B5EF4-FFF2-40B4-BE49-F238E27FC236}">
                  <a16:creationId xmlns:a16="http://schemas.microsoft.com/office/drawing/2014/main" id="{73969A43-B5FE-28E4-2A75-F13072B9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182" y="4405888"/>
              <a:ext cx="95766" cy="88675"/>
            </a:xfrm>
            <a:custGeom>
              <a:avLst/>
              <a:gdLst>
                <a:gd name="T0" fmla="*/ 2 w 8"/>
                <a:gd name="T1" fmla="*/ 6 h 7"/>
                <a:gd name="T2" fmla="*/ 5 w 8"/>
                <a:gd name="T3" fmla="*/ 4 h 7"/>
                <a:gd name="T4" fmla="*/ 8 w 8"/>
                <a:gd name="T5" fmla="*/ 4 h 7"/>
                <a:gd name="T6" fmla="*/ 5 w 8"/>
                <a:gd name="T7" fmla="*/ 2 h 7"/>
                <a:gd name="T8" fmla="*/ 2 w 8"/>
                <a:gd name="T9" fmla="*/ 6 h 7"/>
                <a:gd name="T10" fmla="*/ 2 w 8"/>
                <a:gd name="T11" fmla="*/ 6 h 7"/>
                <a:gd name="T12" fmla="*/ 2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2" y="6"/>
                  </a:moveTo>
                  <a:cubicBezTo>
                    <a:pt x="3" y="5"/>
                    <a:pt x="4" y="5"/>
                    <a:pt x="5" y="4"/>
                  </a:cubicBezTo>
                  <a:cubicBezTo>
                    <a:pt x="6" y="4"/>
                    <a:pt x="8" y="4"/>
                    <a:pt x="8" y="4"/>
                  </a:cubicBezTo>
                  <a:cubicBezTo>
                    <a:pt x="8" y="4"/>
                    <a:pt x="7" y="0"/>
                    <a:pt x="5" y="2"/>
                  </a:cubicBezTo>
                  <a:cubicBezTo>
                    <a:pt x="5" y="2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4" y="5"/>
                    <a:pt x="0" y="7"/>
                    <a:pt x="2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5" name="Freeform 567">
              <a:extLst>
                <a:ext uri="{FF2B5EF4-FFF2-40B4-BE49-F238E27FC236}">
                  <a16:creationId xmlns:a16="http://schemas.microsoft.com/office/drawing/2014/main" id="{8094E143-B882-0BC8-9807-D225BC4F0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796" y="4743697"/>
              <a:ext cx="115719" cy="46450"/>
            </a:xfrm>
            <a:custGeom>
              <a:avLst/>
              <a:gdLst>
                <a:gd name="T0" fmla="*/ 9 w 10"/>
                <a:gd name="T1" fmla="*/ 2 h 4"/>
                <a:gd name="T2" fmla="*/ 9 w 10"/>
                <a:gd name="T3" fmla="*/ 1 h 4"/>
                <a:gd name="T4" fmla="*/ 6 w 10"/>
                <a:gd name="T5" fmla="*/ 0 h 4"/>
                <a:gd name="T6" fmla="*/ 2 w 10"/>
                <a:gd name="T7" fmla="*/ 2 h 4"/>
                <a:gd name="T8" fmla="*/ 3 w 10"/>
                <a:gd name="T9" fmla="*/ 4 h 4"/>
                <a:gd name="T10" fmla="*/ 9 w 10"/>
                <a:gd name="T11" fmla="*/ 2 h 4"/>
                <a:gd name="T12" fmla="*/ 9 w 10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4">
                  <a:moveTo>
                    <a:pt x="9" y="2"/>
                  </a:moveTo>
                  <a:cubicBezTo>
                    <a:pt x="10" y="2"/>
                    <a:pt x="8" y="1"/>
                    <a:pt x="9" y="1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1"/>
                    <a:pt x="3" y="1"/>
                    <a:pt x="2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5" y="4"/>
                    <a:pt x="7" y="1"/>
                    <a:pt x="9" y="2"/>
                  </a:cubicBezTo>
                  <a:cubicBezTo>
                    <a:pt x="10" y="2"/>
                    <a:pt x="7" y="1"/>
                    <a:pt x="9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6" name="Freeform 568">
              <a:extLst>
                <a:ext uri="{FF2B5EF4-FFF2-40B4-BE49-F238E27FC236}">
                  <a16:creationId xmlns:a16="http://schemas.microsoft.com/office/drawing/2014/main" id="{2CF73A8D-CE10-D04A-6718-25983F458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135" y="4815484"/>
              <a:ext cx="67834" cy="63342"/>
            </a:xfrm>
            <a:custGeom>
              <a:avLst/>
              <a:gdLst>
                <a:gd name="T0" fmla="*/ 6 w 6"/>
                <a:gd name="T1" fmla="*/ 2 h 5"/>
                <a:gd name="T2" fmla="*/ 3 w 6"/>
                <a:gd name="T3" fmla="*/ 2 h 5"/>
                <a:gd name="T4" fmla="*/ 3 w 6"/>
                <a:gd name="T5" fmla="*/ 4 h 5"/>
                <a:gd name="T6" fmla="*/ 0 w 6"/>
                <a:gd name="T7" fmla="*/ 5 h 5"/>
                <a:gd name="T8" fmla="*/ 6 w 6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2"/>
                  </a:moveTo>
                  <a:cubicBezTo>
                    <a:pt x="6" y="0"/>
                    <a:pt x="4" y="1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2" y="4"/>
                    <a:pt x="0" y="5"/>
                    <a:pt x="0" y="5"/>
                  </a:cubicBezTo>
                  <a:cubicBezTo>
                    <a:pt x="0" y="5"/>
                    <a:pt x="6" y="5"/>
                    <a:pt x="6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7" name="Freeform 569">
              <a:extLst>
                <a:ext uri="{FF2B5EF4-FFF2-40B4-BE49-F238E27FC236}">
                  <a16:creationId xmlns:a16="http://schemas.microsoft.com/office/drawing/2014/main" id="{41EDD5D8-A7B1-86AC-EAED-4AD3FC59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2493" y="3278441"/>
              <a:ext cx="243410" cy="160459"/>
            </a:xfrm>
            <a:custGeom>
              <a:avLst/>
              <a:gdLst>
                <a:gd name="T0" fmla="*/ 19 w 21"/>
                <a:gd name="T1" fmla="*/ 9 h 13"/>
                <a:gd name="T2" fmla="*/ 18 w 21"/>
                <a:gd name="T3" fmla="*/ 7 h 13"/>
                <a:gd name="T4" fmla="*/ 14 w 21"/>
                <a:gd name="T5" fmla="*/ 4 h 13"/>
                <a:gd name="T6" fmla="*/ 8 w 21"/>
                <a:gd name="T7" fmla="*/ 1 h 13"/>
                <a:gd name="T8" fmla="*/ 5 w 21"/>
                <a:gd name="T9" fmla="*/ 6 h 13"/>
                <a:gd name="T10" fmla="*/ 0 w 21"/>
                <a:gd name="T11" fmla="*/ 8 h 13"/>
                <a:gd name="T12" fmla="*/ 7 w 21"/>
                <a:gd name="T13" fmla="*/ 11 h 13"/>
                <a:gd name="T14" fmla="*/ 15 w 21"/>
                <a:gd name="T15" fmla="*/ 12 h 13"/>
                <a:gd name="T16" fmla="*/ 20 w 21"/>
                <a:gd name="T17" fmla="*/ 9 h 13"/>
                <a:gd name="T18" fmla="*/ 19 w 21"/>
                <a:gd name="T19" fmla="*/ 9 h 13"/>
                <a:gd name="T20" fmla="*/ 19 w 21"/>
                <a:gd name="T2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3">
                  <a:moveTo>
                    <a:pt x="19" y="9"/>
                  </a:moveTo>
                  <a:cubicBezTo>
                    <a:pt x="15" y="10"/>
                    <a:pt x="19" y="8"/>
                    <a:pt x="18" y="7"/>
                  </a:cubicBezTo>
                  <a:cubicBezTo>
                    <a:pt x="17" y="7"/>
                    <a:pt x="15" y="4"/>
                    <a:pt x="14" y="4"/>
                  </a:cubicBezTo>
                  <a:cubicBezTo>
                    <a:pt x="12" y="4"/>
                    <a:pt x="10" y="1"/>
                    <a:pt x="8" y="1"/>
                  </a:cubicBezTo>
                  <a:cubicBezTo>
                    <a:pt x="6" y="0"/>
                    <a:pt x="6" y="5"/>
                    <a:pt x="5" y="6"/>
                  </a:cubicBezTo>
                  <a:cubicBezTo>
                    <a:pt x="4" y="6"/>
                    <a:pt x="0" y="6"/>
                    <a:pt x="0" y="8"/>
                  </a:cubicBezTo>
                  <a:cubicBezTo>
                    <a:pt x="1" y="10"/>
                    <a:pt x="6" y="11"/>
                    <a:pt x="7" y="11"/>
                  </a:cubicBezTo>
                  <a:cubicBezTo>
                    <a:pt x="9" y="12"/>
                    <a:pt x="13" y="13"/>
                    <a:pt x="15" y="12"/>
                  </a:cubicBezTo>
                  <a:cubicBezTo>
                    <a:pt x="15" y="12"/>
                    <a:pt x="20" y="10"/>
                    <a:pt x="20" y="9"/>
                  </a:cubicBezTo>
                  <a:cubicBezTo>
                    <a:pt x="20" y="9"/>
                    <a:pt x="19" y="9"/>
                    <a:pt x="19" y="9"/>
                  </a:cubicBezTo>
                  <a:cubicBezTo>
                    <a:pt x="18" y="10"/>
                    <a:pt x="21" y="9"/>
                    <a:pt x="19" y="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8" name="Freeform 570">
              <a:extLst>
                <a:ext uri="{FF2B5EF4-FFF2-40B4-BE49-F238E27FC236}">
                  <a16:creationId xmlns:a16="http://schemas.microsoft.com/office/drawing/2014/main" id="{266C6425-A986-3FC3-2755-A25A4F51B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698" y="3354450"/>
              <a:ext cx="59854" cy="46450"/>
            </a:xfrm>
            <a:custGeom>
              <a:avLst/>
              <a:gdLst>
                <a:gd name="T0" fmla="*/ 2 w 5"/>
                <a:gd name="T1" fmla="*/ 4 h 4"/>
                <a:gd name="T2" fmla="*/ 4 w 5"/>
                <a:gd name="T3" fmla="*/ 1 h 4"/>
                <a:gd name="T4" fmla="*/ 2 w 5"/>
                <a:gd name="T5" fmla="*/ 4 h 4"/>
                <a:gd name="T6" fmla="*/ 2 w 5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0" y="4"/>
                    <a:pt x="4" y="0"/>
                    <a:pt x="4" y="1"/>
                  </a:cubicBezTo>
                  <a:cubicBezTo>
                    <a:pt x="5" y="1"/>
                    <a:pt x="3" y="4"/>
                    <a:pt x="2" y="4"/>
                  </a:cubicBezTo>
                  <a:cubicBezTo>
                    <a:pt x="1" y="4"/>
                    <a:pt x="4" y="4"/>
                    <a:pt x="2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49" name="Freeform 571">
              <a:extLst>
                <a:ext uri="{FF2B5EF4-FFF2-40B4-BE49-F238E27FC236}">
                  <a16:creationId xmlns:a16="http://schemas.microsoft.com/office/drawing/2014/main" id="{39F73B2B-B666-7567-4FB3-F62EEEDF3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6871" y="3400897"/>
              <a:ext cx="23943" cy="25337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0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2" y="2"/>
                    <a:pt x="1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0" name="Freeform 572">
              <a:extLst>
                <a:ext uri="{FF2B5EF4-FFF2-40B4-BE49-F238E27FC236}">
                  <a16:creationId xmlns:a16="http://schemas.microsoft.com/office/drawing/2014/main" id="{77193305-A16E-9E87-4551-C05F61F8C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06" y="2881515"/>
              <a:ext cx="1077390" cy="557389"/>
            </a:xfrm>
            <a:custGeom>
              <a:avLst/>
              <a:gdLst>
                <a:gd name="T0" fmla="*/ 76 w 92"/>
                <a:gd name="T1" fmla="*/ 41 h 45"/>
                <a:gd name="T2" fmla="*/ 71 w 92"/>
                <a:gd name="T3" fmla="*/ 39 h 45"/>
                <a:gd name="T4" fmla="*/ 61 w 92"/>
                <a:gd name="T5" fmla="*/ 38 h 45"/>
                <a:gd name="T6" fmla="*/ 45 w 92"/>
                <a:gd name="T7" fmla="*/ 43 h 45"/>
                <a:gd name="T8" fmla="*/ 29 w 92"/>
                <a:gd name="T9" fmla="*/ 41 h 45"/>
                <a:gd name="T10" fmla="*/ 21 w 92"/>
                <a:gd name="T11" fmla="*/ 38 h 45"/>
                <a:gd name="T12" fmla="*/ 10 w 92"/>
                <a:gd name="T13" fmla="*/ 31 h 45"/>
                <a:gd name="T14" fmla="*/ 40 w 92"/>
                <a:gd name="T15" fmla="*/ 29 h 45"/>
                <a:gd name="T16" fmla="*/ 9 w 92"/>
                <a:gd name="T17" fmla="*/ 26 h 45"/>
                <a:gd name="T18" fmla="*/ 16 w 92"/>
                <a:gd name="T19" fmla="*/ 19 h 45"/>
                <a:gd name="T20" fmla="*/ 14 w 92"/>
                <a:gd name="T21" fmla="*/ 18 h 45"/>
                <a:gd name="T22" fmla="*/ 7 w 92"/>
                <a:gd name="T23" fmla="*/ 17 h 45"/>
                <a:gd name="T24" fmla="*/ 4 w 92"/>
                <a:gd name="T25" fmla="*/ 11 h 45"/>
                <a:gd name="T26" fmla="*/ 8 w 92"/>
                <a:gd name="T27" fmla="*/ 7 h 45"/>
                <a:gd name="T28" fmla="*/ 24 w 92"/>
                <a:gd name="T29" fmla="*/ 1 h 45"/>
                <a:gd name="T30" fmla="*/ 29 w 92"/>
                <a:gd name="T31" fmla="*/ 7 h 45"/>
                <a:gd name="T32" fmla="*/ 39 w 92"/>
                <a:gd name="T33" fmla="*/ 6 h 45"/>
                <a:gd name="T34" fmla="*/ 43 w 92"/>
                <a:gd name="T35" fmla="*/ 8 h 45"/>
                <a:gd name="T36" fmla="*/ 47 w 92"/>
                <a:gd name="T37" fmla="*/ 9 h 45"/>
                <a:gd name="T38" fmla="*/ 43 w 92"/>
                <a:gd name="T39" fmla="*/ 4 h 45"/>
                <a:gd name="T40" fmla="*/ 54 w 92"/>
                <a:gd name="T41" fmla="*/ 10 h 45"/>
                <a:gd name="T42" fmla="*/ 60 w 92"/>
                <a:gd name="T43" fmla="*/ 14 h 45"/>
                <a:gd name="T44" fmla="*/ 59 w 92"/>
                <a:gd name="T45" fmla="*/ 1 h 45"/>
                <a:gd name="T46" fmla="*/ 69 w 92"/>
                <a:gd name="T47" fmla="*/ 6 h 45"/>
                <a:gd name="T48" fmla="*/ 74 w 92"/>
                <a:gd name="T49" fmla="*/ 19 h 45"/>
                <a:gd name="T50" fmla="*/ 82 w 92"/>
                <a:gd name="T51" fmla="*/ 26 h 45"/>
                <a:gd name="T52" fmla="*/ 92 w 92"/>
                <a:gd name="T53" fmla="*/ 33 h 45"/>
                <a:gd name="T54" fmla="*/ 83 w 92"/>
                <a:gd name="T55" fmla="*/ 35 h 45"/>
                <a:gd name="T56" fmla="*/ 81 w 92"/>
                <a:gd name="T57" fmla="*/ 36 h 45"/>
                <a:gd name="T58" fmla="*/ 85 w 92"/>
                <a:gd name="T59" fmla="*/ 36 h 45"/>
                <a:gd name="T60" fmla="*/ 89 w 92"/>
                <a:gd name="T61" fmla="*/ 39 h 45"/>
                <a:gd name="T62" fmla="*/ 83 w 92"/>
                <a:gd name="T63" fmla="*/ 4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2" h="45">
                  <a:moveTo>
                    <a:pt x="83" y="41"/>
                  </a:moveTo>
                  <a:cubicBezTo>
                    <a:pt x="81" y="41"/>
                    <a:pt x="79" y="41"/>
                    <a:pt x="76" y="41"/>
                  </a:cubicBezTo>
                  <a:cubicBezTo>
                    <a:pt x="75" y="41"/>
                    <a:pt x="74" y="41"/>
                    <a:pt x="73" y="41"/>
                  </a:cubicBezTo>
                  <a:cubicBezTo>
                    <a:pt x="72" y="41"/>
                    <a:pt x="72" y="40"/>
                    <a:pt x="71" y="39"/>
                  </a:cubicBezTo>
                  <a:cubicBezTo>
                    <a:pt x="70" y="39"/>
                    <a:pt x="66" y="40"/>
                    <a:pt x="65" y="38"/>
                  </a:cubicBezTo>
                  <a:cubicBezTo>
                    <a:pt x="65" y="35"/>
                    <a:pt x="63" y="37"/>
                    <a:pt x="61" y="38"/>
                  </a:cubicBezTo>
                  <a:cubicBezTo>
                    <a:pt x="58" y="40"/>
                    <a:pt x="56" y="39"/>
                    <a:pt x="54" y="40"/>
                  </a:cubicBezTo>
                  <a:cubicBezTo>
                    <a:pt x="51" y="41"/>
                    <a:pt x="48" y="42"/>
                    <a:pt x="45" y="43"/>
                  </a:cubicBezTo>
                  <a:cubicBezTo>
                    <a:pt x="41" y="43"/>
                    <a:pt x="35" y="45"/>
                    <a:pt x="31" y="43"/>
                  </a:cubicBezTo>
                  <a:cubicBezTo>
                    <a:pt x="31" y="43"/>
                    <a:pt x="29" y="42"/>
                    <a:pt x="29" y="41"/>
                  </a:cubicBezTo>
                  <a:cubicBezTo>
                    <a:pt x="29" y="40"/>
                    <a:pt x="29" y="38"/>
                    <a:pt x="27" y="38"/>
                  </a:cubicBezTo>
                  <a:cubicBezTo>
                    <a:pt x="25" y="38"/>
                    <a:pt x="23" y="38"/>
                    <a:pt x="21" y="38"/>
                  </a:cubicBezTo>
                  <a:cubicBezTo>
                    <a:pt x="19" y="38"/>
                    <a:pt x="17" y="38"/>
                    <a:pt x="15" y="36"/>
                  </a:cubicBezTo>
                  <a:cubicBezTo>
                    <a:pt x="14" y="36"/>
                    <a:pt x="9" y="32"/>
                    <a:pt x="10" y="31"/>
                  </a:cubicBezTo>
                  <a:cubicBezTo>
                    <a:pt x="16" y="28"/>
                    <a:pt x="23" y="29"/>
                    <a:pt x="28" y="29"/>
                  </a:cubicBezTo>
                  <a:cubicBezTo>
                    <a:pt x="29" y="29"/>
                    <a:pt x="40" y="29"/>
                    <a:pt x="40" y="29"/>
                  </a:cubicBezTo>
                  <a:cubicBezTo>
                    <a:pt x="40" y="27"/>
                    <a:pt x="26" y="25"/>
                    <a:pt x="25" y="25"/>
                  </a:cubicBezTo>
                  <a:cubicBezTo>
                    <a:pt x="20" y="25"/>
                    <a:pt x="14" y="28"/>
                    <a:pt x="9" y="26"/>
                  </a:cubicBezTo>
                  <a:cubicBezTo>
                    <a:pt x="7" y="25"/>
                    <a:pt x="3" y="23"/>
                    <a:pt x="7" y="21"/>
                  </a:cubicBezTo>
                  <a:cubicBezTo>
                    <a:pt x="10" y="20"/>
                    <a:pt x="13" y="19"/>
                    <a:pt x="16" y="19"/>
                  </a:cubicBezTo>
                  <a:cubicBezTo>
                    <a:pt x="18" y="18"/>
                    <a:pt x="20" y="18"/>
                    <a:pt x="21" y="18"/>
                  </a:cubicBezTo>
                  <a:cubicBezTo>
                    <a:pt x="19" y="19"/>
                    <a:pt x="16" y="18"/>
                    <a:pt x="14" y="18"/>
                  </a:cubicBezTo>
                  <a:cubicBezTo>
                    <a:pt x="13" y="18"/>
                    <a:pt x="7" y="19"/>
                    <a:pt x="6" y="18"/>
                  </a:cubicBezTo>
                  <a:cubicBezTo>
                    <a:pt x="6" y="18"/>
                    <a:pt x="7" y="17"/>
                    <a:pt x="7" y="17"/>
                  </a:cubicBezTo>
                  <a:cubicBezTo>
                    <a:pt x="7" y="16"/>
                    <a:pt x="0" y="17"/>
                    <a:pt x="1" y="15"/>
                  </a:cubicBezTo>
                  <a:cubicBezTo>
                    <a:pt x="2" y="14"/>
                    <a:pt x="3" y="12"/>
                    <a:pt x="4" y="11"/>
                  </a:cubicBezTo>
                  <a:cubicBezTo>
                    <a:pt x="8" y="10"/>
                    <a:pt x="4" y="10"/>
                    <a:pt x="4" y="9"/>
                  </a:cubicBezTo>
                  <a:cubicBezTo>
                    <a:pt x="4" y="9"/>
                    <a:pt x="7" y="7"/>
                    <a:pt x="8" y="7"/>
                  </a:cubicBezTo>
                  <a:cubicBezTo>
                    <a:pt x="10" y="6"/>
                    <a:pt x="11" y="5"/>
                    <a:pt x="13" y="4"/>
                  </a:cubicBezTo>
                  <a:cubicBezTo>
                    <a:pt x="17" y="2"/>
                    <a:pt x="20" y="1"/>
                    <a:pt x="24" y="1"/>
                  </a:cubicBezTo>
                  <a:cubicBezTo>
                    <a:pt x="29" y="1"/>
                    <a:pt x="24" y="7"/>
                    <a:pt x="24" y="7"/>
                  </a:cubicBezTo>
                  <a:cubicBezTo>
                    <a:pt x="26" y="8"/>
                    <a:pt x="28" y="8"/>
                    <a:pt x="29" y="7"/>
                  </a:cubicBezTo>
                  <a:cubicBezTo>
                    <a:pt x="30" y="7"/>
                    <a:pt x="30" y="4"/>
                    <a:pt x="31" y="4"/>
                  </a:cubicBezTo>
                  <a:cubicBezTo>
                    <a:pt x="33" y="4"/>
                    <a:pt x="37" y="4"/>
                    <a:pt x="39" y="6"/>
                  </a:cubicBezTo>
                  <a:cubicBezTo>
                    <a:pt x="42" y="8"/>
                    <a:pt x="35" y="11"/>
                    <a:pt x="40" y="10"/>
                  </a:cubicBezTo>
                  <a:cubicBezTo>
                    <a:pt x="41" y="10"/>
                    <a:pt x="42" y="9"/>
                    <a:pt x="43" y="8"/>
                  </a:cubicBezTo>
                  <a:cubicBezTo>
                    <a:pt x="44" y="8"/>
                    <a:pt x="44" y="8"/>
                    <a:pt x="45" y="8"/>
                  </a:cubicBezTo>
                  <a:cubicBezTo>
                    <a:pt x="46" y="8"/>
                    <a:pt x="46" y="8"/>
                    <a:pt x="47" y="9"/>
                  </a:cubicBezTo>
                  <a:cubicBezTo>
                    <a:pt x="48" y="9"/>
                    <a:pt x="48" y="7"/>
                    <a:pt x="48" y="6"/>
                  </a:cubicBezTo>
                  <a:cubicBezTo>
                    <a:pt x="47" y="6"/>
                    <a:pt x="44" y="4"/>
                    <a:pt x="43" y="4"/>
                  </a:cubicBezTo>
                  <a:cubicBezTo>
                    <a:pt x="45" y="3"/>
                    <a:pt x="49" y="5"/>
                    <a:pt x="50" y="6"/>
                  </a:cubicBezTo>
                  <a:cubicBezTo>
                    <a:pt x="53" y="7"/>
                    <a:pt x="53" y="8"/>
                    <a:pt x="54" y="10"/>
                  </a:cubicBezTo>
                  <a:cubicBezTo>
                    <a:pt x="54" y="11"/>
                    <a:pt x="54" y="16"/>
                    <a:pt x="56" y="16"/>
                  </a:cubicBezTo>
                  <a:cubicBezTo>
                    <a:pt x="57" y="16"/>
                    <a:pt x="61" y="16"/>
                    <a:pt x="60" y="14"/>
                  </a:cubicBezTo>
                  <a:cubicBezTo>
                    <a:pt x="59" y="10"/>
                    <a:pt x="57" y="7"/>
                    <a:pt x="56" y="3"/>
                  </a:cubicBezTo>
                  <a:cubicBezTo>
                    <a:pt x="55" y="0"/>
                    <a:pt x="58" y="1"/>
                    <a:pt x="59" y="1"/>
                  </a:cubicBezTo>
                  <a:cubicBezTo>
                    <a:pt x="62" y="2"/>
                    <a:pt x="62" y="0"/>
                    <a:pt x="64" y="1"/>
                  </a:cubicBezTo>
                  <a:cubicBezTo>
                    <a:pt x="66" y="3"/>
                    <a:pt x="69" y="4"/>
                    <a:pt x="69" y="6"/>
                  </a:cubicBezTo>
                  <a:cubicBezTo>
                    <a:pt x="70" y="9"/>
                    <a:pt x="71" y="11"/>
                    <a:pt x="73" y="13"/>
                  </a:cubicBezTo>
                  <a:cubicBezTo>
                    <a:pt x="74" y="16"/>
                    <a:pt x="75" y="17"/>
                    <a:pt x="74" y="19"/>
                  </a:cubicBezTo>
                  <a:cubicBezTo>
                    <a:pt x="73" y="22"/>
                    <a:pt x="76" y="25"/>
                    <a:pt x="78" y="26"/>
                  </a:cubicBezTo>
                  <a:cubicBezTo>
                    <a:pt x="79" y="26"/>
                    <a:pt x="81" y="26"/>
                    <a:pt x="82" y="26"/>
                  </a:cubicBezTo>
                  <a:cubicBezTo>
                    <a:pt x="83" y="27"/>
                    <a:pt x="84" y="28"/>
                    <a:pt x="85" y="28"/>
                  </a:cubicBezTo>
                  <a:cubicBezTo>
                    <a:pt x="88" y="29"/>
                    <a:pt x="92" y="29"/>
                    <a:pt x="92" y="33"/>
                  </a:cubicBezTo>
                  <a:cubicBezTo>
                    <a:pt x="92" y="35"/>
                    <a:pt x="83" y="32"/>
                    <a:pt x="83" y="32"/>
                  </a:cubicBezTo>
                  <a:cubicBezTo>
                    <a:pt x="83" y="33"/>
                    <a:pt x="83" y="34"/>
                    <a:pt x="83" y="35"/>
                  </a:cubicBezTo>
                  <a:cubicBezTo>
                    <a:pt x="83" y="35"/>
                    <a:pt x="80" y="35"/>
                    <a:pt x="80" y="35"/>
                  </a:cubicBezTo>
                  <a:cubicBezTo>
                    <a:pt x="81" y="35"/>
                    <a:pt x="81" y="36"/>
                    <a:pt x="81" y="36"/>
                  </a:cubicBezTo>
                  <a:cubicBezTo>
                    <a:pt x="81" y="37"/>
                    <a:pt x="81" y="38"/>
                    <a:pt x="81" y="38"/>
                  </a:cubicBezTo>
                  <a:cubicBezTo>
                    <a:pt x="81" y="38"/>
                    <a:pt x="85" y="36"/>
                    <a:pt x="85" y="36"/>
                  </a:cubicBezTo>
                  <a:cubicBezTo>
                    <a:pt x="87" y="36"/>
                    <a:pt x="86" y="37"/>
                    <a:pt x="86" y="38"/>
                  </a:cubicBezTo>
                  <a:cubicBezTo>
                    <a:pt x="86" y="38"/>
                    <a:pt x="88" y="38"/>
                    <a:pt x="89" y="39"/>
                  </a:cubicBezTo>
                  <a:cubicBezTo>
                    <a:pt x="89" y="39"/>
                    <a:pt x="83" y="41"/>
                    <a:pt x="83" y="41"/>
                  </a:cubicBezTo>
                  <a:cubicBezTo>
                    <a:pt x="81" y="41"/>
                    <a:pt x="86" y="41"/>
                    <a:pt x="83" y="4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1" name="Freeform 573">
              <a:extLst>
                <a:ext uri="{FF2B5EF4-FFF2-40B4-BE49-F238E27FC236}">
                  <a16:creationId xmlns:a16="http://schemas.microsoft.com/office/drawing/2014/main" id="{A3A91160-ECDD-96E5-6501-E2FCC0777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5579" y="2830842"/>
              <a:ext cx="163604" cy="114012"/>
            </a:xfrm>
            <a:custGeom>
              <a:avLst/>
              <a:gdLst>
                <a:gd name="T0" fmla="*/ 9 w 14"/>
                <a:gd name="T1" fmla="*/ 8 h 9"/>
                <a:gd name="T2" fmla="*/ 5 w 14"/>
                <a:gd name="T3" fmla="*/ 5 h 9"/>
                <a:gd name="T4" fmla="*/ 0 w 14"/>
                <a:gd name="T5" fmla="*/ 3 h 9"/>
                <a:gd name="T6" fmla="*/ 4 w 14"/>
                <a:gd name="T7" fmla="*/ 0 h 9"/>
                <a:gd name="T8" fmla="*/ 10 w 14"/>
                <a:gd name="T9" fmla="*/ 1 h 9"/>
                <a:gd name="T10" fmla="*/ 12 w 14"/>
                <a:gd name="T11" fmla="*/ 4 h 9"/>
                <a:gd name="T12" fmla="*/ 9 w 14"/>
                <a:gd name="T13" fmla="*/ 8 h 9"/>
                <a:gd name="T14" fmla="*/ 9 w 14"/>
                <a:gd name="T1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9">
                  <a:moveTo>
                    <a:pt x="9" y="8"/>
                  </a:moveTo>
                  <a:cubicBezTo>
                    <a:pt x="7" y="8"/>
                    <a:pt x="6" y="5"/>
                    <a:pt x="5" y="5"/>
                  </a:cubicBezTo>
                  <a:cubicBezTo>
                    <a:pt x="4" y="4"/>
                    <a:pt x="0" y="3"/>
                    <a:pt x="0" y="3"/>
                  </a:cubicBezTo>
                  <a:cubicBezTo>
                    <a:pt x="1" y="2"/>
                    <a:pt x="3" y="1"/>
                    <a:pt x="4" y="0"/>
                  </a:cubicBezTo>
                  <a:cubicBezTo>
                    <a:pt x="6" y="0"/>
                    <a:pt x="8" y="0"/>
                    <a:pt x="10" y="1"/>
                  </a:cubicBezTo>
                  <a:cubicBezTo>
                    <a:pt x="12" y="2"/>
                    <a:pt x="14" y="2"/>
                    <a:pt x="12" y="4"/>
                  </a:cubicBezTo>
                  <a:cubicBezTo>
                    <a:pt x="11" y="5"/>
                    <a:pt x="10" y="9"/>
                    <a:pt x="9" y="8"/>
                  </a:cubicBezTo>
                  <a:cubicBezTo>
                    <a:pt x="8" y="8"/>
                    <a:pt x="9" y="8"/>
                    <a:pt x="9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2" name="Freeform 574">
              <a:extLst>
                <a:ext uri="{FF2B5EF4-FFF2-40B4-BE49-F238E27FC236}">
                  <a16:creationId xmlns:a16="http://schemas.microsoft.com/office/drawing/2014/main" id="{FBCDC0CC-A020-F64F-84CF-63D86F3AD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949" y="2780170"/>
              <a:ext cx="371100" cy="363149"/>
            </a:xfrm>
            <a:custGeom>
              <a:avLst/>
              <a:gdLst>
                <a:gd name="T0" fmla="*/ 18 w 32"/>
                <a:gd name="T1" fmla="*/ 27 h 29"/>
                <a:gd name="T2" fmla="*/ 10 w 32"/>
                <a:gd name="T3" fmla="*/ 19 h 29"/>
                <a:gd name="T4" fmla="*/ 1 w 32"/>
                <a:gd name="T5" fmla="*/ 15 h 29"/>
                <a:gd name="T6" fmla="*/ 0 w 32"/>
                <a:gd name="T7" fmla="*/ 13 h 29"/>
                <a:gd name="T8" fmla="*/ 4 w 32"/>
                <a:gd name="T9" fmla="*/ 12 h 29"/>
                <a:gd name="T10" fmla="*/ 11 w 32"/>
                <a:gd name="T11" fmla="*/ 14 h 29"/>
                <a:gd name="T12" fmla="*/ 11 w 32"/>
                <a:gd name="T13" fmla="*/ 12 h 29"/>
                <a:gd name="T14" fmla="*/ 13 w 32"/>
                <a:gd name="T15" fmla="*/ 11 h 29"/>
                <a:gd name="T16" fmla="*/ 7 w 32"/>
                <a:gd name="T17" fmla="*/ 8 h 29"/>
                <a:gd name="T18" fmla="*/ 7 w 32"/>
                <a:gd name="T19" fmla="*/ 6 h 29"/>
                <a:gd name="T20" fmla="*/ 10 w 32"/>
                <a:gd name="T21" fmla="*/ 7 h 29"/>
                <a:gd name="T22" fmla="*/ 11 w 32"/>
                <a:gd name="T23" fmla="*/ 5 h 29"/>
                <a:gd name="T24" fmla="*/ 8 w 32"/>
                <a:gd name="T25" fmla="*/ 4 h 29"/>
                <a:gd name="T26" fmla="*/ 10 w 32"/>
                <a:gd name="T27" fmla="*/ 3 h 29"/>
                <a:gd name="T28" fmla="*/ 14 w 32"/>
                <a:gd name="T29" fmla="*/ 4 h 29"/>
                <a:gd name="T30" fmla="*/ 13 w 32"/>
                <a:gd name="T31" fmla="*/ 3 h 29"/>
                <a:gd name="T32" fmla="*/ 19 w 32"/>
                <a:gd name="T33" fmla="*/ 5 h 29"/>
                <a:gd name="T34" fmla="*/ 18 w 32"/>
                <a:gd name="T35" fmla="*/ 3 h 29"/>
                <a:gd name="T36" fmla="*/ 19 w 32"/>
                <a:gd name="T37" fmla="*/ 3 h 29"/>
                <a:gd name="T38" fmla="*/ 17 w 32"/>
                <a:gd name="T39" fmla="*/ 2 h 29"/>
                <a:gd name="T40" fmla="*/ 25 w 32"/>
                <a:gd name="T41" fmla="*/ 1 h 29"/>
                <a:gd name="T42" fmla="*/ 23 w 32"/>
                <a:gd name="T43" fmla="*/ 3 h 29"/>
                <a:gd name="T44" fmla="*/ 28 w 32"/>
                <a:gd name="T45" fmla="*/ 4 h 29"/>
                <a:gd name="T46" fmla="*/ 27 w 32"/>
                <a:gd name="T47" fmla="*/ 7 h 29"/>
                <a:gd name="T48" fmla="*/ 26 w 32"/>
                <a:gd name="T49" fmla="*/ 8 h 29"/>
                <a:gd name="T50" fmla="*/ 23 w 32"/>
                <a:gd name="T51" fmla="*/ 10 h 29"/>
                <a:gd name="T52" fmla="*/ 21 w 32"/>
                <a:gd name="T53" fmla="*/ 13 h 29"/>
                <a:gd name="T54" fmla="*/ 24 w 32"/>
                <a:gd name="T55" fmla="*/ 11 h 29"/>
                <a:gd name="T56" fmla="*/ 26 w 32"/>
                <a:gd name="T57" fmla="*/ 13 h 29"/>
                <a:gd name="T58" fmla="*/ 29 w 32"/>
                <a:gd name="T59" fmla="*/ 13 h 29"/>
                <a:gd name="T60" fmla="*/ 28 w 32"/>
                <a:gd name="T61" fmla="*/ 10 h 29"/>
                <a:gd name="T62" fmla="*/ 30 w 32"/>
                <a:gd name="T63" fmla="*/ 11 h 29"/>
                <a:gd name="T64" fmla="*/ 30 w 32"/>
                <a:gd name="T65" fmla="*/ 14 h 29"/>
                <a:gd name="T66" fmla="*/ 31 w 32"/>
                <a:gd name="T67" fmla="*/ 17 h 29"/>
                <a:gd name="T68" fmla="*/ 28 w 32"/>
                <a:gd name="T69" fmla="*/ 23 h 29"/>
                <a:gd name="T70" fmla="*/ 22 w 32"/>
                <a:gd name="T71" fmla="*/ 23 h 29"/>
                <a:gd name="T72" fmla="*/ 21 w 32"/>
                <a:gd name="T73" fmla="*/ 23 h 29"/>
                <a:gd name="T74" fmla="*/ 23 w 32"/>
                <a:gd name="T75" fmla="*/ 26 h 29"/>
                <a:gd name="T76" fmla="*/ 18 w 32"/>
                <a:gd name="T77" fmla="*/ 27 h 29"/>
                <a:gd name="T78" fmla="*/ 18 w 32"/>
                <a:gd name="T79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" h="29">
                  <a:moveTo>
                    <a:pt x="18" y="27"/>
                  </a:moveTo>
                  <a:cubicBezTo>
                    <a:pt x="15" y="25"/>
                    <a:pt x="13" y="21"/>
                    <a:pt x="10" y="19"/>
                  </a:cubicBezTo>
                  <a:cubicBezTo>
                    <a:pt x="7" y="18"/>
                    <a:pt x="4" y="16"/>
                    <a:pt x="1" y="15"/>
                  </a:cubicBezTo>
                  <a:cubicBezTo>
                    <a:pt x="0" y="14"/>
                    <a:pt x="0" y="14"/>
                    <a:pt x="0" y="13"/>
                  </a:cubicBezTo>
                  <a:cubicBezTo>
                    <a:pt x="0" y="10"/>
                    <a:pt x="2" y="11"/>
                    <a:pt x="4" y="12"/>
                  </a:cubicBezTo>
                  <a:cubicBezTo>
                    <a:pt x="6" y="13"/>
                    <a:pt x="8" y="15"/>
                    <a:pt x="11" y="14"/>
                  </a:cubicBezTo>
                  <a:cubicBezTo>
                    <a:pt x="12" y="14"/>
                    <a:pt x="11" y="12"/>
                    <a:pt x="11" y="12"/>
                  </a:cubicBezTo>
                  <a:cubicBezTo>
                    <a:pt x="11" y="11"/>
                    <a:pt x="13" y="12"/>
                    <a:pt x="13" y="11"/>
                  </a:cubicBezTo>
                  <a:cubicBezTo>
                    <a:pt x="14" y="10"/>
                    <a:pt x="7" y="8"/>
                    <a:pt x="7" y="8"/>
                  </a:cubicBezTo>
                  <a:cubicBezTo>
                    <a:pt x="5" y="7"/>
                    <a:pt x="6" y="6"/>
                    <a:pt x="7" y="6"/>
                  </a:cubicBezTo>
                  <a:cubicBezTo>
                    <a:pt x="9" y="5"/>
                    <a:pt x="9" y="6"/>
                    <a:pt x="10" y="7"/>
                  </a:cubicBezTo>
                  <a:cubicBezTo>
                    <a:pt x="10" y="7"/>
                    <a:pt x="11" y="5"/>
                    <a:pt x="11" y="5"/>
                  </a:cubicBezTo>
                  <a:cubicBezTo>
                    <a:pt x="12" y="5"/>
                    <a:pt x="8" y="4"/>
                    <a:pt x="8" y="4"/>
                  </a:cubicBezTo>
                  <a:cubicBezTo>
                    <a:pt x="8" y="4"/>
                    <a:pt x="10" y="3"/>
                    <a:pt x="10" y="3"/>
                  </a:cubicBezTo>
                  <a:cubicBezTo>
                    <a:pt x="11" y="3"/>
                    <a:pt x="13" y="4"/>
                    <a:pt x="14" y="4"/>
                  </a:cubicBezTo>
                  <a:cubicBezTo>
                    <a:pt x="14" y="4"/>
                    <a:pt x="13" y="3"/>
                    <a:pt x="13" y="3"/>
                  </a:cubicBezTo>
                  <a:cubicBezTo>
                    <a:pt x="14" y="2"/>
                    <a:pt x="18" y="5"/>
                    <a:pt x="19" y="5"/>
                  </a:cubicBezTo>
                  <a:cubicBezTo>
                    <a:pt x="20" y="4"/>
                    <a:pt x="18" y="4"/>
                    <a:pt x="18" y="3"/>
                  </a:cubicBezTo>
                  <a:cubicBezTo>
                    <a:pt x="18" y="3"/>
                    <a:pt x="19" y="3"/>
                    <a:pt x="19" y="3"/>
                  </a:cubicBezTo>
                  <a:cubicBezTo>
                    <a:pt x="19" y="3"/>
                    <a:pt x="17" y="3"/>
                    <a:pt x="17" y="2"/>
                  </a:cubicBezTo>
                  <a:cubicBezTo>
                    <a:pt x="17" y="2"/>
                    <a:pt x="24" y="0"/>
                    <a:pt x="25" y="1"/>
                  </a:cubicBezTo>
                  <a:cubicBezTo>
                    <a:pt x="26" y="1"/>
                    <a:pt x="23" y="2"/>
                    <a:pt x="23" y="3"/>
                  </a:cubicBezTo>
                  <a:cubicBezTo>
                    <a:pt x="24" y="4"/>
                    <a:pt x="27" y="3"/>
                    <a:pt x="28" y="4"/>
                  </a:cubicBezTo>
                  <a:cubicBezTo>
                    <a:pt x="28" y="5"/>
                    <a:pt x="24" y="7"/>
                    <a:pt x="27" y="7"/>
                  </a:cubicBezTo>
                  <a:cubicBezTo>
                    <a:pt x="28" y="7"/>
                    <a:pt x="27" y="8"/>
                    <a:pt x="26" y="8"/>
                  </a:cubicBezTo>
                  <a:cubicBezTo>
                    <a:pt x="25" y="8"/>
                    <a:pt x="24" y="8"/>
                    <a:pt x="23" y="10"/>
                  </a:cubicBezTo>
                  <a:cubicBezTo>
                    <a:pt x="23" y="10"/>
                    <a:pt x="21" y="13"/>
                    <a:pt x="21" y="13"/>
                  </a:cubicBezTo>
                  <a:cubicBezTo>
                    <a:pt x="22" y="13"/>
                    <a:pt x="23" y="11"/>
                    <a:pt x="24" y="11"/>
                  </a:cubicBezTo>
                  <a:cubicBezTo>
                    <a:pt x="25" y="11"/>
                    <a:pt x="25" y="12"/>
                    <a:pt x="26" y="13"/>
                  </a:cubicBezTo>
                  <a:cubicBezTo>
                    <a:pt x="27" y="13"/>
                    <a:pt x="30" y="17"/>
                    <a:pt x="29" y="13"/>
                  </a:cubicBezTo>
                  <a:cubicBezTo>
                    <a:pt x="29" y="12"/>
                    <a:pt x="27" y="11"/>
                    <a:pt x="28" y="10"/>
                  </a:cubicBezTo>
                  <a:cubicBezTo>
                    <a:pt x="29" y="10"/>
                    <a:pt x="30" y="10"/>
                    <a:pt x="30" y="11"/>
                  </a:cubicBezTo>
                  <a:cubicBezTo>
                    <a:pt x="30" y="12"/>
                    <a:pt x="29" y="13"/>
                    <a:pt x="30" y="14"/>
                  </a:cubicBezTo>
                  <a:cubicBezTo>
                    <a:pt x="31" y="15"/>
                    <a:pt x="32" y="16"/>
                    <a:pt x="31" y="17"/>
                  </a:cubicBezTo>
                  <a:cubicBezTo>
                    <a:pt x="29" y="19"/>
                    <a:pt x="32" y="22"/>
                    <a:pt x="28" y="23"/>
                  </a:cubicBezTo>
                  <a:cubicBezTo>
                    <a:pt x="28" y="23"/>
                    <a:pt x="21" y="25"/>
                    <a:pt x="22" y="23"/>
                  </a:cubicBezTo>
                  <a:cubicBezTo>
                    <a:pt x="22" y="22"/>
                    <a:pt x="21" y="22"/>
                    <a:pt x="21" y="23"/>
                  </a:cubicBezTo>
                  <a:cubicBezTo>
                    <a:pt x="22" y="24"/>
                    <a:pt x="22" y="25"/>
                    <a:pt x="23" y="26"/>
                  </a:cubicBezTo>
                  <a:cubicBezTo>
                    <a:pt x="23" y="28"/>
                    <a:pt x="19" y="27"/>
                    <a:pt x="18" y="27"/>
                  </a:cubicBezTo>
                  <a:cubicBezTo>
                    <a:pt x="17" y="26"/>
                    <a:pt x="22" y="29"/>
                    <a:pt x="18" y="2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3" name="Freeform 575">
              <a:extLst>
                <a:ext uri="{FF2B5EF4-FFF2-40B4-BE49-F238E27FC236}">
                  <a16:creationId xmlns:a16="http://schemas.microsoft.com/office/drawing/2014/main" id="{998292BF-8FB6-ECD4-DBE1-0DB9A903C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9991" y="2780170"/>
              <a:ext cx="327205" cy="274471"/>
            </a:xfrm>
            <a:custGeom>
              <a:avLst/>
              <a:gdLst>
                <a:gd name="T0" fmla="*/ 7 w 28"/>
                <a:gd name="T1" fmla="*/ 22 h 22"/>
                <a:gd name="T2" fmla="*/ 3 w 28"/>
                <a:gd name="T3" fmla="*/ 19 h 22"/>
                <a:gd name="T4" fmla="*/ 1 w 28"/>
                <a:gd name="T5" fmla="*/ 11 h 22"/>
                <a:gd name="T6" fmla="*/ 1 w 28"/>
                <a:gd name="T7" fmla="*/ 4 h 22"/>
                <a:gd name="T8" fmla="*/ 6 w 28"/>
                <a:gd name="T9" fmla="*/ 4 h 22"/>
                <a:gd name="T10" fmla="*/ 5 w 28"/>
                <a:gd name="T11" fmla="*/ 1 h 22"/>
                <a:gd name="T12" fmla="*/ 16 w 28"/>
                <a:gd name="T13" fmla="*/ 2 h 22"/>
                <a:gd name="T14" fmla="*/ 25 w 28"/>
                <a:gd name="T15" fmla="*/ 3 h 22"/>
                <a:gd name="T16" fmla="*/ 23 w 28"/>
                <a:gd name="T17" fmla="*/ 8 h 22"/>
                <a:gd name="T18" fmla="*/ 19 w 28"/>
                <a:gd name="T19" fmla="*/ 13 h 22"/>
                <a:gd name="T20" fmla="*/ 12 w 28"/>
                <a:gd name="T21" fmla="*/ 13 h 22"/>
                <a:gd name="T22" fmla="*/ 10 w 28"/>
                <a:gd name="T23" fmla="*/ 14 h 22"/>
                <a:gd name="T24" fmla="*/ 11 w 28"/>
                <a:gd name="T25" fmla="*/ 17 h 22"/>
                <a:gd name="T26" fmla="*/ 7 w 28"/>
                <a:gd name="T27" fmla="*/ 22 h 22"/>
                <a:gd name="T28" fmla="*/ 7 w 28"/>
                <a:gd name="T2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22">
                  <a:moveTo>
                    <a:pt x="7" y="22"/>
                  </a:moveTo>
                  <a:cubicBezTo>
                    <a:pt x="5" y="21"/>
                    <a:pt x="3" y="21"/>
                    <a:pt x="3" y="19"/>
                  </a:cubicBezTo>
                  <a:cubicBezTo>
                    <a:pt x="3" y="16"/>
                    <a:pt x="0" y="14"/>
                    <a:pt x="1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4"/>
                    <a:pt x="6" y="5"/>
                    <a:pt x="6" y="4"/>
                  </a:cubicBezTo>
                  <a:cubicBezTo>
                    <a:pt x="6" y="3"/>
                    <a:pt x="0" y="3"/>
                    <a:pt x="5" y="1"/>
                  </a:cubicBezTo>
                  <a:cubicBezTo>
                    <a:pt x="9" y="0"/>
                    <a:pt x="12" y="1"/>
                    <a:pt x="16" y="2"/>
                  </a:cubicBezTo>
                  <a:cubicBezTo>
                    <a:pt x="19" y="2"/>
                    <a:pt x="22" y="2"/>
                    <a:pt x="25" y="3"/>
                  </a:cubicBezTo>
                  <a:cubicBezTo>
                    <a:pt x="28" y="4"/>
                    <a:pt x="25" y="6"/>
                    <a:pt x="23" y="8"/>
                  </a:cubicBezTo>
                  <a:cubicBezTo>
                    <a:pt x="22" y="10"/>
                    <a:pt x="21" y="12"/>
                    <a:pt x="19" y="13"/>
                  </a:cubicBezTo>
                  <a:cubicBezTo>
                    <a:pt x="18" y="15"/>
                    <a:pt x="14" y="13"/>
                    <a:pt x="12" y="13"/>
                  </a:cubicBezTo>
                  <a:cubicBezTo>
                    <a:pt x="12" y="13"/>
                    <a:pt x="9" y="13"/>
                    <a:pt x="10" y="14"/>
                  </a:cubicBezTo>
                  <a:cubicBezTo>
                    <a:pt x="10" y="15"/>
                    <a:pt x="12" y="15"/>
                    <a:pt x="11" y="17"/>
                  </a:cubicBezTo>
                  <a:cubicBezTo>
                    <a:pt x="10" y="17"/>
                    <a:pt x="8" y="22"/>
                    <a:pt x="7" y="22"/>
                  </a:cubicBezTo>
                  <a:cubicBezTo>
                    <a:pt x="5" y="21"/>
                    <a:pt x="8" y="22"/>
                    <a:pt x="7" y="2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4" name="Freeform 576">
              <a:extLst>
                <a:ext uri="{FF2B5EF4-FFF2-40B4-BE49-F238E27FC236}">
                  <a16:creationId xmlns:a16="http://schemas.microsoft.com/office/drawing/2014/main" id="{9FACB732-DE52-DD56-C8FE-5740DC4B6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237" y="2746389"/>
              <a:ext cx="630473" cy="409596"/>
            </a:xfrm>
            <a:custGeom>
              <a:avLst/>
              <a:gdLst>
                <a:gd name="T0" fmla="*/ 52 w 54"/>
                <a:gd name="T1" fmla="*/ 10 h 33"/>
                <a:gd name="T2" fmla="*/ 45 w 54"/>
                <a:gd name="T3" fmla="*/ 4 h 33"/>
                <a:gd name="T4" fmla="*/ 41 w 54"/>
                <a:gd name="T5" fmla="*/ 3 h 33"/>
                <a:gd name="T6" fmla="*/ 35 w 54"/>
                <a:gd name="T7" fmla="*/ 4 h 33"/>
                <a:gd name="T8" fmla="*/ 32 w 54"/>
                <a:gd name="T9" fmla="*/ 3 h 33"/>
                <a:gd name="T10" fmla="*/ 27 w 54"/>
                <a:gd name="T11" fmla="*/ 1 h 33"/>
                <a:gd name="T12" fmla="*/ 20 w 54"/>
                <a:gd name="T13" fmla="*/ 0 h 33"/>
                <a:gd name="T14" fmla="*/ 11 w 54"/>
                <a:gd name="T15" fmla="*/ 1 h 33"/>
                <a:gd name="T16" fmla="*/ 8 w 54"/>
                <a:gd name="T17" fmla="*/ 3 h 33"/>
                <a:gd name="T18" fmla="*/ 7 w 54"/>
                <a:gd name="T19" fmla="*/ 11 h 33"/>
                <a:gd name="T20" fmla="*/ 7 w 54"/>
                <a:gd name="T21" fmla="*/ 15 h 33"/>
                <a:gd name="T22" fmla="*/ 4 w 54"/>
                <a:gd name="T23" fmla="*/ 18 h 33"/>
                <a:gd name="T24" fmla="*/ 0 w 54"/>
                <a:gd name="T25" fmla="*/ 24 h 33"/>
                <a:gd name="T26" fmla="*/ 7 w 54"/>
                <a:gd name="T27" fmla="*/ 26 h 33"/>
                <a:gd name="T28" fmla="*/ 15 w 54"/>
                <a:gd name="T29" fmla="*/ 32 h 33"/>
                <a:gd name="T30" fmla="*/ 19 w 54"/>
                <a:gd name="T31" fmla="*/ 30 h 33"/>
                <a:gd name="T32" fmla="*/ 25 w 54"/>
                <a:gd name="T33" fmla="*/ 29 h 33"/>
                <a:gd name="T34" fmla="*/ 28 w 54"/>
                <a:gd name="T35" fmla="*/ 26 h 33"/>
                <a:gd name="T36" fmla="*/ 31 w 54"/>
                <a:gd name="T37" fmla="*/ 21 h 33"/>
                <a:gd name="T38" fmla="*/ 37 w 54"/>
                <a:gd name="T39" fmla="*/ 17 h 33"/>
                <a:gd name="T40" fmla="*/ 46 w 54"/>
                <a:gd name="T41" fmla="*/ 13 h 33"/>
                <a:gd name="T42" fmla="*/ 52 w 54"/>
                <a:gd name="T43" fmla="*/ 10 h 33"/>
                <a:gd name="T44" fmla="*/ 52 w 54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33">
                  <a:moveTo>
                    <a:pt x="52" y="10"/>
                  </a:moveTo>
                  <a:cubicBezTo>
                    <a:pt x="50" y="8"/>
                    <a:pt x="48" y="6"/>
                    <a:pt x="45" y="4"/>
                  </a:cubicBezTo>
                  <a:cubicBezTo>
                    <a:pt x="44" y="4"/>
                    <a:pt x="42" y="3"/>
                    <a:pt x="41" y="3"/>
                  </a:cubicBezTo>
                  <a:cubicBezTo>
                    <a:pt x="38" y="2"/>
                    <a:pt x="37" y="3"/>
                    <a:pt x="35" y="4"/>
                  </a:cubicBezTo>
                  <a:cubicBezTo>
                    <a:pt x="34" y="4"/>
                    <a:pt x="33" y="3"/>
                    <a:pt x="32" y="3"/>
                  </a:cubicBezTo>
                  <a:cubicBezTo>
                    <a:pt x="31" y="2"/>
                    <a:pt x="29" y="2"/>
                    <a:pt x="27" y="1"/>
                  </a:cubicBezTo>
                  <a:cubicBezTo>
                    <a:pt x="25" y="1"/>
                    <a:pt x="22" y="0"/>
                    <a:pt x="20" y="0"/>
                  </a:cubicBezTo>
                  <a:cubicBezTo>
                    <a:pt x="17" y="0"/>
                    <a:pt x="14" y="1"/>
                    <a:pt x="11" y="1"/>
                  </a:cubicBezTo>
                  <a:cubicBezTo>
                    <a:pt x="9" y="2"/>
                    <a:pt x="6" y="1"/>
                    <a:pt x="8" y="3"/>
                  </a:cubicBezTo>
                  <a:cubicBezTo>
                    <a:pt x="10" y="7"/>
                    <a:pt x="10" y="8"/>
                    <a:pt x="7" y="11"/>
                  </a:cubicBezTo>
                  <a:cubicBezTo>
                    <a:pt x="5" y="13"/>
                    <a:pt x="7" y="14"/>
                    <a:pt x="7" y="15"/>
                  </a:cubicBezTo>
                  <a:cubicBezTo>
                    <a:pt x="6" y="16"/>
                    <a:pt x="4" y="16"/>
                    <a:pt x="4" y="18"/>
                  </a:cubicBezTo>
                  <a:cubicBezTo>
                    <a:pt x="3" y="20"/>
                    <a:pt x="1" y="22"/>
                    <a:pt x="0" y="24"/>
                  </a:cubicBezTo>
                  <a:cubicBezTo>
                    <a:pt x="0" y="25"/>
                    <a:pt x="6" y="26"/>
                    <a:pt x="7" y="26"/>
                  </a:cubicBezTo>
                  <a:cubicBezTo>
                    <a:pt x="10" y="28"/>
                    <a:pt x="12" y="32"/>
                    <a:pt x="15" y="32"/>
                  </a:cubicBezTo>
                  <a:cubicBezTo>
                    <a:pt x="16" y="33"/>
                    <a:pt x="18" y="31"/>
                    <a:pt x="19" y="30"/>
                  </a:cubicBezTo>
                  <a:cubicBezTo>
                    <a:pt x="21" y="29"/>
                    <a:pt x="23" y="30"/>
                    <a:pt x="25" y="29"/>
                  </a:cubicBezTo>
                  <a:cubicBezTo>
                    <a:pt x="27" y="29"/>
                    <a:pt x="27" y="28"/>
                    <a:pt x="28" y="26"/>
                  </a:cubicBezTo>
                  <a:cubicBezTo>
                    <a:pt x="28" y="24"/>
                    <a:pt x="28" y="23"/>
                    <a:pt x="31" y="21"/>
                  </a:cubicBezTo>
                  <a:cubicBezTo>
                    <a:pt x="33" y="20"/>
                    <a:pt x="34" y="18"/>
                    <a:pt x="37" y="17"/>
                  </a:cubicBezTo>
                  <a:cubicBezTo>
                    <a:pt x="40" y="15"/>
                    <a:pt x="43" y="14"/>
                    <a:pt x="46" y="13"/>
                  </a:cubicBezTo>
                  <a:cubicBezTo>
                    <a:pt x="46" y="13"/>
                    <a:pt x="53" y="10"/>
                    <a:pt x="52" y="10"/>
                  </a:cubicBezTo>
                  <a:cubicBezTo>
                    <a:pt x="51" y="9"/>
                    <a:pt x="54" y="11"/>
                    <a:pt x="52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5" name="Freeform 577">
              <a:extLst>
                <a:ext uri="{FF2B5EF4-FFF2-40B4-BE49-F238E27FC236}">
                  <a16:creationId xmlns:a16="http://schemas.microsoft.com/office/drawing/2014/main" id="{455E0E90-CDCD-2FA6-A374-BCE09919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268" y="2632378"/>
              <a:ext cx="83797" cy="50672"/>
            </a:xfrm>
            <a:custGeom>
              <a:avLst/>
              <a:gdLst>
                <a:gd name="T0" fmla="*/ 4 w 7"/>
                <a:gd name="T1" fmla="*/ 4 h 4"/>
                <a:gd name="T2" fmla="*/ 1 w 7"/>
                <a:gd name="T3" fmla="*/ 3 h 4"/>
                <a:gd name="T4" fmla="*/ 3 w 7"/>
                <a:gd name="T5" fmla="*/ 0 h 4"/>
                <a:gd name="T6" fmla="*/ 4 w 7"/>
                <a:gd name="T7" fmla="*/ 4 h 4"/>
                <a:gd name="T8" fmla="*/ 4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4" y="4"/>
                  </a:moveTo>
                  <a:cubicBezTo>
                    <a:pt x="3" y="4"/>
                    <a:pt x="1" y="4"/>
                    <a:pt x="1" y="3"/>
                  </a:cubicBezTo>
                  <a:cubicBezTo>
                    <a:pt x="0" y="2"/>
                    <a:pt x="3" y="0"/>
                    <a:pt x="3" y="0"/>
                  </a:cubicBezTo>
                  <a:cubicBezTo>
                    <a:pt x="6" y="0"/>
                    <a:pt x="7" y="4"/>
                    <a:pt x="4" y="4"/>
                  </a:cubicBezTo>
                  <a:cubicBezTo>
                    <a:pt x="1" y="3"/>
                    <a:pt x="6" y="4"/>
                    <a:pt x="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6" name="Freeform 578">
              <a:extLst>
                <a:ext uri="{FF2B5EF4-FFF2-40B4-BE49-F238E27FC236}">
                  <a16:creationId xmlns:a16="http://schemas.microsoft.com/office/drawing/2014/main" id="{A60BF1FB-8AEF-56FB-5454-9722813BC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018" y="2408580"/>
              <a:ext cx="702297" cy="350479"/>
            </a:xfrm>
            <a:custGeom>
              <a:avLst/>
              <a:gdLst>
                <a:gd name="T0" fmla="*/ 50 w 60"/>
                <a:gd name="T1" fmla="*/ 22 h 28"/>
                <a:gd name="T2" fmla="*/ 48 w 60"/>
                <a:gd name="T3" fmla="*/ 21 h 28"/>
                <a:gd name="T4" fmla="*/ 46 w 60"/>
                <a:gd name="T5" fmla="*/ 23 h 28"/>
                <a:gd name="T6" fmla="*/ 43 w 60"/>
                <a:gd name="T7" fmla="*/ 22 h 28"/>
                <a:gd name="T8" fmla="*/ 40 w 60"/>
                <a:gd name="T9" fmla="*/ 23 h 28"/>
                <a:gd name="T10" fmla="*/ 24 w 60"/>
                <a:gd name="T11" fmla="*/ 27 h 28"/>
                <a:gd name="T12" fmla="*/ 19 w 60"/>
                <a:gd name="T13" fmla="*/ 28 h 28"/>
                <a:gd name="T14" fmla="*/ 17 w 60"/>
                <a:gd name="T15" fmla="*/ 24 h 28"/>
                <a:gd name="T16" fmla="*/ 24 w 60"/>
                <a:gd name="T17" fmla="*/ 22 h 28"/>
                <a:gd name="T18" fmla="*/ 29 w 60"/>
                <a:gd name="T19" fmla="*/ 22 h 28"/>
                <a:gd name="T20" fmla="*/ 31 w 60"/>
                <a:gd name="T21" fmla="*/ 20 h 28"/>
                <a:gd name="T22" fmla="*/ 24 w 60"/>
                <a:gd name="T23" fmla="*/ 20 h 28"/>
                <a:gd name="T24" fmla="*/ 19 w 60"/>
                <a:gd name="T25" fmla="*/ 21 h 28"/>
                <a:gd name="T26" fmla="*/ 19 w 60"/>
                <a:gd name="T27" fmla="*/ 19 h 28"/>
                <a:gd name="T28" fmla="*/ 12 w 60"/>
                <a:gd name="T29" fmla="*/ 21 h 28"/>
                <a:gd name="T30" fmla="*/ 11 w 60"/>
                <a:gd name="T31" fmla="*/ 22 h 28"/>
                <a:gd name="T32" fmla="*/ 9 w 60"/>
                <a:gd name="T33" fmla="*/ 23 h 28"/>
                <a:gd name="T34" fmla="*/ 5 w 60"/>
                <a:gd name="T35" fmla="*/ 21 h 28"/>
                <a:gd name="T36" fmla="*/ 0 w 60"/>
                <a:gd name="T37" fmla="*/ 20 h 28"/>
                <a:gd name="T38" fmla="*/ 4 w 60"/>
                <a:gd name="T39" fmla="*/ 18 h 28"/>
                <a:gd name="T40" fmla="*/ 9 w 60"/>
                <a:gd name="T41" fmla="*/ 17 h 28"/>
                <a:gd name="T42" fmla="*/ 11 w 60"/>
                <a:gd name="T43" fmla="*/ 16 h 28"/>
                <a:gd name="T44" fmla="*/ 5 w 60"/>
                <a:gd name="T45" fmla="*/ 16 h 28"/>
                <a:gd name="T46" fmla="*/ 4 w 60"/>
                <a:gd name="T47" fmla="*/ 14 h 28"/>
                <a:gd name="T48" fmla="*/ 12 w 60"/>
                <a:gd name="T49" fmla="*/ 13 h 28"/>
                <a:gd name="T50" fmla="*/ 4 w 60"/>
                <a:gd name="T51" fmla="*/ 12 h 28"/>
                <a:gd name="T52" fmla="*/ 13 w 60"/>
                <a:gd name="T53" fmla="*/ 10 h 28"/>
                <a:gd name="T54" fmla="*/ 9 w 60"/>
                <a:gd name="T55" fmla="*/ 8 h 28"/>
                <a:gd name="T56" fmla="*/ 14 w 60"/>
                <a:gd name="T57" fmla="*/ 6 h 28"/>
                <a:gd name="T58" fmla="*/ 17 w 60"/>
                <a:gd name="T59" fmla="*/ 10 h 28"/>
                <a:gd name="T60" fmla="*/ 25 w 60"/>
                <a:gd name="T61" fmla="*/ 11 h 28"/>
                <a:gd name="T62" fmla="*/ 29 w 60"/>
                <a:gd name="T63" fmla="*/ 14 h 28"/>
                <a:gd name="T64" fmla="*/ 32 w 60"/>
                <a:gd name="T65" fmla="*/ 17 h 28"/>
                <a:gd name="T66" fmla="*/ 39 w 60"/>
                <a:gd name="T67" fmla="*/ 16 h 28"/>
                <a:gd name="T68" fmla="*/ 37 w 60"/>
                <a:gd name="T69" fmla="*/ 13 h 28"/>
                <a:gd name="T70" fmla="*/ 38 w 60"/>
                <a:gd name="T71" fmla="*/ 9 h 28"/>
                <a:gd name="T72" fmla="*/ 36 w 60"/>
                <a:gd name="T73" fmla="*/ 8 h 28"/>
                <a:gd name="T74" fmla="*/ 38 w 60"/>
                <a:gd name="T75" fmla="*/ 5 h 28"/>
                <a:gd name="T76" fmla="*/ 43 w 60"/>
                <a:gd name="T77" fmla="*/ 3 h 28"/>
                <a:gd name="T78" fmla="*/ 44 w 60"/>
                <a:gd name="T79" fmla="*/ 7 h 28"/>
                <a:gd name="T80" fmla="*/ 45 w 60"/>
                <a:gd name="T81" fmla="*/ 9 h 28"/>
                <a:gd name="T82" fmla="*/ 44 w 60"/>
                <a:gd name="T83" fmla="*/ 10 h 28"/>
                <a:gd name="T84" fmla="*/ 47 w 60"/>
                <a:gd name="T85" fmla="*/ 11 h 28"/>
                <a:gd name="T86" fmla="*/ 51 w 60"/>
                <a:gd name="T87" fmla="*/ 14 h 28"/>
                <a:gd name="T88" fmla="*/ 53 w 60"/>
                <a:gd name="T89" fmla="*/ 13 h 28"/>
                <a:gd name="T90" fmla="*/ 57 w 60"/>
                <a:gd name="T91" fmla="*/ 12 h 28"/>
                <a:gd name="T92" fmla="*/ 59 w 60"/>
                <a:gd name="T93" fmla="*/ 15 h 28"/>
                <a:gd name="T94" fmla="*/ 58 w 60"/>
                <a:gd name="T95" fmla="*/ 20 h 28"/>
                <a:gd name="T96" fmla="*/ 50 w 60"/>
                <a:gd name="T97" fmla="*/ 22 h 28"/>
                <a:gd name="T98" fmla="*/ 50 w 60"/>
                <a:gd name="T99" fmla="*/ 2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0" h="28">
                  <a:moveTo>
                    <a:pt x="50" y="22"/>
                  </a:moveTo>
                  <a:cubicBezTo>
                    <a:pt x="49" y="22"/>
                    <a:pt x="49" y="21"/>
                    <a:pt x="48" y="21"/>
                  </a:cubicBezTo>
                  <a:cubicBezTo>
                    <a:pt x="48" y="21"/>
                    <a:pt x="46" y="22"/>
                    <a:pt x="46" y="23"/>
                  </a:cubicBezTo>
                  <a:cubicBezTo>
                    <a:pt x="45" y="23"/>
                    <a:pt x="44" y="23"/>
                    <a:pt x="43" y="22"/>
                  </a:cubicBezTo>
                  <a:cubicBezTo>
                    <a:pt x="42" y="22"/>
                    <a:pt x="41" y="22"/>
                    <a:pt x="40" y="23"/>
                  </a:cubicBezTo>
                  <a:cubicBezTo>
                    <a:pt x="35" y="25"/>
                    <a:pt x="30" y="26"/>
                    <a:pt x="24" y="27"/>
                  </a:cubicBezTo>
                  <a:cubicBezTo>
                    <a:pt x="23" y="27"/>
                    <a:pt x="20" y="28"/>
                    <a:pt x="19" y="28"/>
                  </a:cubicBezTo>
                  <a:cubicBezTo>
                    <a:pt x="17" y="27"/>
                    <a:pt x="13" y="26"/>
                    <a:pt x="17" y="24"/>
                  </a:cubicBezTo>
                  <a:cubicBezTo>
                    <a:pt x="19" y="24"/>
                    <a:pt x="22" y="22"/>
                    <a:pt x="24" y="22"/>
                  </a:cubicBezTo>
                  <a:cubicBezTo>
                    <a:pt x="26" y="22"/>
                    <a:pt x="28" y="22"/>
                    <a:pt x="29" y="22"/>
                  </a:cubicBezTo>
                  <a:cubicBezTo>
                    <a:pt x="29" y="22"/>
                    <a:pt x="32" y="20"/>
                    <a:pt x="31" y="20"/>
                  </a:cubicBezTo>
                  <a:cubicBezTo>
                    <a:pt x="30" y="19"/>
                    <a:pt x="25" y="20"/>
                    <a:pt x="24" y="20"/>
                  </a:cubicBezTo>
                  <a:cubicBezTo>
                    <a:pt x="22" y="21"/>
                    <a:pt x="21" y="21"/>
                    <a:pt x="19" y="21"/>
                  </a:cubicBezTo>
                  <a:cubicBezTo>
                    <a:pt x="17" y="21"/>
                    <a:pt x="19" y="20"/>
                    <a:pt x="19" y="19"/>
                  </a:cubicBezTo>
                  <a:cubicBezTo>
                    <a:pt x="19" y="16"/>
                    <a:pt x="13" y="21"/>
                    <a:pt x="12" y="21"/>
                  </a:cubicBezTo>
                  <a:cubicBezTo>
                    <a:pt x="12" y="21"/>
                    <a:pt x="11" y="22"/>
                    <a:pt x="11" y="22"/>
                  </a:cubicBezTo>
                  <a:cubicBezTo>
                    <a:pt x="9" y="20"/>
                    <a:pt x="9" y="22"/>
                    <a:pt x="9" y="23"/>
                  </a:cubicBezTo>
                  <a:cubicBezTo>
                    <a:pt x="9" y="23"/>
                    <a:pt x="6" y="21"/>
                    <a:pt x="5" y="21"/>
                  </a:cubicBezTo>
                  <a:cubicBezTo>
                    <a:pt x="4" y="21"/>
                    <a:pt x="0" y="22"/>
                    <a:pt x="0" y="20"/>
                  </a:cubicBezTo>
                  <a:cubicBezTo>
                    <a:pt x="0" y="18"/>
                    <a:pt x="2" y="19"/>
                    <a:pt x="4" y="18"/>
                  </a:cubicBezTo>
                  <a:cubicBezTo>
                    <a:pt x="6" y="18"/>
                    <a:pt x="8" y="18"/>
                    <a:pt x="9" y="17"/>
                  </a:cubicBezTo>
                  <a:cubicBezTo>
                    <a:pt x="9" y="17"/>
                    <a:pt x="12" y="16"/>
                    <a:pt x="11" y="16"/>
                  </a:cubicBezTo>
                  <a:cubicBezTo>
                    <a:pt x="9" y="15"/>
                    <a:pt x="6" y="16"/>
                    <a:pt x="5" y="16"/>
                  </a:cubicBezTo>
                  <a:cubicBezTo>
                    <a:pt x="2" y="16"/>
                    <a:pt x="0" y="14"/>
                    <a:pt x="4" y="14"/>
                  </a:cubicBezTo>
                  <a:cubicBezTo>
                    <a:pt x="6" y="14"/>
                    <a:pt x="10" y="13"/>
                    <a:pt x="12" y="13"/>
                  </a:cubicBezTo>
                  <a:cubicBezTo>
                    <a:pt x="11" y="13"/>
                    <a:pt x="4" y="14"/>
                    <a:pt x="4" y="12"/>
                  </a:cubicBezTo>
                  <a:cubicBezTo>
                    <a:pt x="3" y="10"/>
                    <a:pt x="12" y="11"/>
                    <a:pt x="13" y="10"/>
                  </a:cubicBezTo>
                  <a:cubicBezTo>
                    <a:pt x="13" y="10"/>
                    <a:pt x="9" y="9"/>
                    <a:pt x="9" y="8"/>
                  </a:cubicBezTo>
                  <a:cubicBezTo>
                    <a:pt x="8" y="7"/>
                    <a:pt x="14" y="6"/>
                    <a:pt x="14" y="6"/>
                  </a:cubicBezTo>
                  <a:cubicBezTo>
                    <a:pt x="17" y="6"/>
                    <a:pt x="15" y="10"/>
                    <a:pt x="17" y="10"/>
                  </a:cubicBezTo>
                  <a:cubicBezTo>
                    <a:pt x="20" y="10"/>
                    <a:pt x="22" y="10"/>
                    <a:pt x="25" y="11"/>
                  </a:cubicBezTo>
                  <a:cubicBezTo>
                    <a:pt x="26" y="12"/>
                    <a:pt x="28" y="13"/>
                    <a:pt x="29" y="14"/>
                  </a:cubicBezTo>
                  <a:cubicBezTo>
                    <a:pt x="31" y="16"/>
                    <a:pt x="30" y="17"/>
                    <a:pt x="32" y="17"/>
                  </a:cubicBezTo>
                  <a:cubicBezTo>
                    <a:pt x="35" y="17"/>
                    <a:pt x="37" y="17"/>
                    <a:pt x="39" y="16"/>
                  </a:cubicBezTo>
                  <a:cubicBezTo>
                    <a:pt x="43" y="15"/>
                    <a:pt x="37" y="14"/>
                    <a:pt x="37" y="13"/>
                  </a:cubicBezTo>
                  <a:cubicBezTo>
                    <a:pt x="37" y="13"/>
                    <a:pt x="45" y="12"/>
                    <a:pt x="38" y="9"/>
                  </a:cubicBezTo>
                  <a:cubicBezTo>
                    <a:pt x="37" y="9"/>
                    <a:pt x="35" y="9"/>
                    <a:pt x="36" y="8"/>
                  </a:cubicBezTo>
                  <a:cubicBezTo>
                    <a:pt x="37" y="7"/>
                    <a:pt x="38" y="6"/>
                    <a:pt x="38" y="5"/>
                  </a:cubicBezTo>
                  <a:cubicBezTo>
                    <a:pt x="39" y="4"/>
                    <a:pt x="43" y="0"/>
                    <a:pt x="43" y="3"/>
                  </a:cubicBezTo>
                  <a:cubicBezTo>
                    <a:pt x="43" y="4"/>
                    <a:pt x="44" y="5"/>
                    <a:pt x="44" y="7"/>
                  </a:cubicBezTo>
                  <a:cubicBezTo>
                    <a:pt x="45" y="7"/>
                    <a:pt x="45" y="8"/>
                    <a:pt x="45" y="9"/>
                  </a:cubicBezTo>
                  <a:cubicBezTo>
                    <a:pt x="46" y="10"/>
                    <a:pt x="44" y="9"/>
                    <a:pt x="44" y="10"/>
                  </a:cubicBezTo>
                  <a:cubicBezTo>
                    <a:pt x="44" y="12"/>
                    <a:pt x="47" y="10"/>
                    <a:pt x="47" y="11"/>
                  </a:cubicBezTo>
                  <a:cubicBezTo>
                    <a:pt x="47" y="13"/>
                    <a:pt x="50" y="14"/>
                    <a:pt x="51" y="14"/>
                  </a:cubicBezTo>
                  <a:cubicBezTo>
                    <a:pt x="53" y="14"/>
                    <a:pt x="53" y="15"/>
                    <a:pt x="53" y="13"/>
                  </a:cubicBezTo>
                  <a:cubicBezTo>
                    <a:pt x="53" y="11"/>
                    <a:pt x="55" y="11"/>
                    <a:pt x="57" y="12"/>
                  </a:cubicBezTo>
                  <a:cubicBezTo>
                    <a:pt x="58" y="12"/>
                    <a:pt x="60" y="14"/>
                    <a:pt x="59" y="15"/>
                  </a:cubicBezTo>
                  <a:cubicBezTo>
                    <a:pt x="59" y="16"/>
                    <a:pt x="58" y="19"/>
                    <a:pt x="58" y="20"/>
                  </a:cubicBezTo>
                  <a:cubicBezTo>
                    <a:pt x="57" y="21"/>
                    <a:pt x="51" y="22"/>
                    <a:pt x="50" y="22"/>
                  </a:cubicBezTo>
                  <a:cubicBezTo>
                    <a:pt x="48" y="21"/>
                    <a:pt x="51" y="22"/>
                    <a:pt x="50" y="2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7" name="Freeform 579">
              <a:extLst>
                <a:ext uri="{FF2B5EF4-FFF2-40B4-BE49-F238E27FC236}">
                  <a16:creationId xmlns:a16="http://schemas.microsoft.com/office/drawing/2014/main" id="{C00294F1-16A2-DBE7-7CD8-E983C8BA2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06" y="2547927"/>
              <a:ext cx="119709" cy="84453"/>
            </a:xfrm>
            <a:custGeom>
              <a:avLst/>
              <a:gdLst>
                <a:gd name="T0" fmla="*/ 9 w 10"/>
                <a:gd name="T1" fmla="*/ 1 h 7"/>
                <a:gd name="T2" fmla="*/ 0 w 10"/>
                <a:gd name="T3" fmla="*/ 5 h 7"/>
                <a:gd name="T4" fmla="*/ 6 w 10"/>
                <a:gd name="T5" fmla="*/ 5 h 7"/>
                <a:gd name="T6" fmla="*/ 9 w 10"/>
                <a:gd name="T7" fmla="*/ 1 h 7"/>
                <a:gd name="T8" fmla="*/ 9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9" y="1"/>
                  </a:moveTo>
                  <a:cubicBezTo>
                    <a:pt x="8" y="1"/>
                    <a:pt x="0" y="5"/>
                    <a:pt x="0" y="5"/>
                  </a:cubicBezTo>
                  <a:cubicBezTo>
                    <a:pt x="2" y="6"/>
                    <a:pt x="5" y="7"/>
                    <a:pt x="6" y="5"/>
                  </a:cubicBezTo>
                  <a:cubicBezTo>
                    <a:pt x="7" y="4"/>
                    <a:pt x="9" y="0"/>
                    <a:pt x="9" y="1"/>
                  </a:cubicBezTo>
                  <a:cubicBezTo>
                    <a:pt x="7" y="1"/>
                    <a:pt x="10" y="0"/>
                    <a:pt x="9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8" name="Freeform 580">
              <a:extLst>
                <a:ext uri="{FF2B5EF4-FFF2-40B4-BE49-F238E27FC236}">
                  <a16:creationId xmlns:a16="http://schemas.microsoft.com/office/drawing/2014/main" id="{E4ABE20E-A50B-51DD-112C-23A9F2D65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811" y="2362133"/>
              <a:ext cx="430956" cy="211134"/>
            </a:xfrm>
            <a:custGeom>
              <a:avLst/>
              <a:gdLst>
                <a:gd name="T0" fmla="*/ 30 w 37"/>
                <a:gd name="T1" fmla="*/ 12 h 17"/>
                <a:gd name="T2" fmla="*/ 27 w 37"/>
                <a:gd name="T3" fmla="*/ 13 h 17"/>
                <a:gd name="T4" fmla="*/ 26 w 37"/>
                <a:gd name="T5" fmla="*/ 10 h 17"/>
                <a:gd name="T6" fmla="*/ 23 w 37"/>
                <a:gd name="T7" fmla="*/ 8 h 17"/>
                <a:gd name="T8" fmla="*/ 22 w 37"/>
                <a:gd name="T9" fmla="*/ 10 h 17"/>
                <a:gd name="T10" fmla="*/ 21 w 37"/>
                <a:gd name="T11" fmla="*/ 9 h 17"/>
                <a:gd name="T12" fmla="*/ 20 w 37"/>
                <a:gd name="T13" fmla="*/ 13 h 17"/>
                <a:gd name="T14" fmla="*/ 17 w 37"/>
                <a:gd name="T15" fmla="*/ 14 h 17"/>
                <a:gd name="T16" fmla="*/ 16 w 37"/>
                <a:gd name="T17" fmla="*/ 16 h 17"/>
                <a:gd name="T18" fmla="*/ 12 w 37"/>
                <a:gd name="T19" fmla="*/ 17 h 17"/>
                <a:gd name="T20" fmla="*/ 10 w 37"/>
                <a:gd name="T21" fmla="*/ 15 h 17"/>
                <a:gd name="T22" fmla="*/ 5 w 37"/>
                <a:gd name="T23" fmla="*/ 16 h 17"/>
                <a:gd name="T24" fmla="*/ 1 w 37"/>
                <a:gd name="T25" fmla="*/ 17 h 17"/>
                <a:gd name="T26" fmla="*/ 2 w 37"/>
                <a:gd name="T27" fmla="*/ 13 h 17"/>
                <a:gd name="T28" fmla="*/ 0 w 37"/>
                <a:gd name="T29" fmla="*/ 14 h 17"/>
                <a:gd name="T30" fmla="*/ 6 w 37"/>
                <a:gd name="T31" fmla="*/ 12 h 17"/>
                <a:gd name="T32" fmla="*/ 9 w 37"/>
                <a:gd name="T33" fmla="*/ 10 h 17"/>
                <a:gd name="T34" fmla="*/ 13 w 37"/>
                <a:gd name="T35" fmla="*/ 7 h 17"/>
                <a:gd name="T36" fmla="*/ 18 w 37"/>
                <a:gd name="T37" fmla="*/ 3 h 17"/>
                <a:gd name="T38" fmla="*/ 24 w 37"/>
                <a:gd name="T39" fmla="*/ 3 h 17"/>
                <a:gd name="T40" fmla="*/ 30 w 37"/>
                <a:gd name="T41" fmla="*/ 3 h 17"/>
                <a:gd name="T42" fmla="*/ 32 w 37"/>
                <a:gd name="T43" fmla="*/ 0 h 17"/>
                <a:gd name="T44" fmla="*/ 36 w 37"/>
                <a:gd name="T45" fmla="*/ 2 h 17"/>
                <a:gd name="T46" fmla="*/ 34 w 37"/>
                <a:gd name="T47" fmla="*/ 4 h 17"/>
                <a:gd name="T48" fmla="*/ 34 w 37"/>
                <a:gd name="T49" fmla="*/ 7 h 17"/>
                <a:gd name="T50" fmla="*/ 35 w 37"/>
                <a:gd name="T51" fmla="*/ 9 h 17"/>
                <a:gd name="T52" fmla="*/ 31 w 37"/>
                <a:gd name="T53" fmla="*/ 10 h 17"/>
                <a:gd name="T54" fmla="*/ 30 w 37"/>
                <a:gd name="T55" fmla="*/ 12 h 17"/>
                <a:gd name="T56" fmla="*/ 30 w 37"/>
                <a:gd name="T57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17">
                  <a:moveTo>
                    <a:pt x="30" y="12"/>
                  </a:moveTo>
                  <a:cubicBezTo>
                    <a:pt x="29" y="13"/>
                    <a:pt x="27" y="13"/>
                    <a:pt x="27" y="13"/>
                  </a:cubicBezTo>
                  <a:cubicBezTo>
                    <a:pt x="24" y="13"/>
                    <a:pt x="25" y="11"/>
                    <a:pt x="26" y="10"/>
                  </a:cubicBezTo>
                  <a:cubicBezTo>
                    <a:pt x="27" y="8"/>
                    <a:pt x="24" y="7"/>
                    <a:pt x="23" y="8"/>
                  </a:cubicBezTo>
                  <a:cubicBezTo>
                    <a:pt x="23" y="9"/>
                    <a:pt x="23" y="10"/>
                    <a:pt x="22" y="10"/>
                  </a:cubicBezTo>
                  <a:cubicBezTo>
                    <a:pt x="22" y="10"/>
                    <a:pt x="21" y="10"/>
                    <a:pt x="21" y="9"/>
                  </a:cubicBezTo>
                  <a:cubicBezTo>
                    <a:pt x="20" y="10"/>
                    <a:pt x="21" y="12"/>
                    <a:pt x="20" y="13"/>
                  </a:cubicBezTo>
                  <a:cubicBezTo>
                    <a:pt x="19" y="15"/>
                    <a:pt x="18" y="13"/>
                    <a:pt x="17" y="14"/>
                  </a:cubicBezTo>
                  <a:cubicBezTo>
                    <a:pt x="16" y="14"/>
                    <a:pt x="17" y="16"/>
                    <a:pt x="16" y="16"/>
                  </a:cubicBezTo>
                  <a:cubicBezTo>
                    <a:pt x="16" y="17"/>
                    <a:pt x="13" y="17"/>
                    <a:pt x="12" y="17"/>
                  </a:cubicBezTo>
                  <a:cubicBezTo>
                    <a:pt x="11" y="16"/>
                    <a:pt x="11" y="14"/>
                    <a:pt x="10" y="15"/>
                  </a:cubicBezTo>
                  <a:cubicBezTo>
                    <a:pt x="8" y="16"/>
                    <a:pt x="7" y="16"/>
                    <a:pt x="5" y="16"/>
                  </a:cubicBezTo>
                  <a:cubicBezTo>
                    <a:pt x="4" y="16"/>
                    <a:pt x="2" y="17"/>
                    <a:pt x="1" y="17"/>
                  </a:cubicBezTo>
                  <a:cubicBezTo>
                    <a:pt x="0" y="17"/>
                    <a:pt x="3" y="14"/>
                    <a:pt x="2" y="13"/>
                  </a:cubicBezTo>
                  <a:cubicBezTo>
                    <a:pt x="2" y="13"/>
                    <a:pt x="1" y="14"/>
                    <a:pt x="0" y="14"/>
                  </a:cubicBezTo>
                  <a:cubicBezTo>
                    <a:pt x="0" y="13"/>
                    <a:pt x="5" y="12"/>
                    <a:pt x="6" y="12"/>
                  </a:cubicBezTo>
                  <a:cubicBezTo>
                    <a:pt x="8" y="12"/>
                    <a:pt x="8" y="11"/>
                    <a:pt x="9" y="10"/>
                  </a:cubicBezTo>
                  <a:cubicBezTo>
                    <a:pt x="11" y="8"/>
                    <a:pt x="12" y="8"/>
                    <a:pt x="13" y="7"/>
                  </a:cubicBezTo>
                  <a:cubicBezTo>
                    <a:pt x="15" y="5"/>
                    <a:pt x="16" y="3"/>
                    <a:pt x="18" y="3"/>
                  </a:cubicBezTo>
                  <a:cubicBezTo>
                    <a:pt x="20" y="2"/>
                    <a:pt x="22" y="2"/>
                    <a:pt x="24" y="3"/>
                  </a:cubicBezTo>
                  <a:cubicBezTo>
                    <a:pt x="26" y="3"/>
                    <a:pt x="29" y="4"/>
                    <a:pt x="30" y="3"/>
                  </a:cubicBezTo>
                  <a:cubicBezTo>
                    <a:pt x="31" y="2"/>
                    <a:pt x="30" y="0"/>
                    <a:pt x="32" y="0"/>
                  </a:cubicBezTo>
                  <a:cubicBezTo>
                    <a:pt x="32" y="0"/>
                    <a:pt x="36" y="1"/>
                    <a:pt x="36" y="2"/>
                  </a:cubicBezTo>
                  <a:cubicBezTo>
                    <a:pt x="37" y="2"/>
                    <a:pt x="34" y="3"/>
                    <a:pt x="34" y="4"/>
                  </a:cubicBezTo>
                  <a:cubicBezTo>
                    <a:pt x="34" y="5"/>
                    <a:pt x="37" y="6"/>
                    <a:pt x="34" y="7"/>
                  </a:cubicBezTo>
                  <a:cubicBezTo>
                    <a:pt x="33" y="8"/>
                    <a:pt x="36" y="9"/>
                    <a:pt x="35" y="9"/>
                  </a:cubicBezTo>
                  <a:cubicBezTo>
                    <a:pt x="33" y="10"/>
                    <a:pt x="32" y="10"/>
                    <a:pt x="31" y="10"/>
                  </a:cubicBezTo>
                  <a:cubicBezTo>
                    <a:pt x="31" y="11"/>
                    <a:pt x="31" y="11"/>
                    <a:pt x="30" y="12"/>
                  </a:cubicBezTo>
                  <a:cubicBezTo>
                    <a:pt x="29" y="13"/>
                    <a:pt x="31" y="11"/>
                    <a:pt x="30" y="1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59" name="Freeform 581">
              <a:extLst>
                <a:ext uri="{FF2B5EF4-FFF2-40B4-BE49-F238E27FC236}">
                  <a16:creationId xmlns:a16="http://schemas.microsoft.com/office/drawing/2014/main" id="{A2B73F3F-6B92-CE8D-E04A-54E0AA8FF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680" y="2446579"/>
              <a:ext cx="91777" cy="25337"/>
            </a:xfrm>
            <a:custGeom>
              <a:avLst/>
              <a:gdLst>
                <a:gd name="T0" fmla="*/ 6 w 8"/>
                <a:gd name="T1" fmla="*/ 2 h 2"/>
                <a:gd name="T2" fmla="*/ 3 w 8"/>
                <a:gd name="T3" fmla="*/ 0 h 2"/>
                <a:gd name="T4" fmla="*/ 6 w 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6" y="2"/>
                  </a:moveTo>
                  <a:cubicBezTo>
                    <a:pt x="4" y="2"/>
                    <a:pt x="0" y="1"/>
                    <a:pt x="3" y="0"/>
                  </a:cubicBezTo>
                  <a:cubicBezTo>
                    <a:pt x="5" y="0"/>
                    <a:pt x="8" y="2"/>
                    <a:pt x="6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0" name="Freeform 582">
              <a:extLst>
                <a:ext uri="{FF2B5EF4-FFF2-40B4-BE49-F238E27FC236}">
                  <a16:creationId xmlns:a16="http://schemas.microsoft.com/office/drawing/2014/main" id="{8505B6D0-6BE8-5975-29E4-C378B5247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0487" y="2273458"/>
              <a:ext cx="247401" cy="122456"/>
            </a:xfrm>
            <a:custGeom>
              <a:avLst/>
              <a:gdLst>
                <a:gd name="T0" fmla="*/ 7 w 21"/>
                <a:gd name="T1" fmla="*/ 9 h 10"/>
                <a:gd name="T2" fmla="*/ 2 w 21"/>
                <a:gd name="T3" fmla="*/ 4 h 10"/>
                <a:gd name="T4" fmla="*/ 9 w 21"/>
                <a:gd name="T5" fmla="*/ 2 h 10"/>
                <a:gd name="T6" fmla="*/ 17 w 21"/>
                <a:gd name="T7" fmla="*/ 0 h 10"/>
                <a:gd name="T8" fmla="*/ 19 w 21"/>
                <a:gd name="T9" fmla="*/ 2 h 10"/>
                <a:gd name="T10" fmla="*/ 14 w 21"/>
                <a:gd name="T11" fmla="*/ 4 h 10"/>
                <a:gd name="T12" fmla="*/ 15 w 21"/>
                <a:gd name="T13" fmla="*/ 7 h 10"/>
                <a:gd name="T14" fmla="*/ 7 w 21"/>
                <a:gd name="T15" fmla="*/ 9 h 10"/>
                <a:gd name="T16" fmla="*/ 7 w 21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">
                  <a:moveTo>
                    <a:pt x="7" y="9"/>
                  </a:moveTo>
                  <a:cubicBezTo>
                    <a:pt x="6" y="9"/>
                    <a:pt x="0" y="6"/>
                    <a:pt x="2" y="4"/>
                  </a:cubicBezTo>
                  <a:cubicBezTo>
                    <a:pt x="4" y="2"/>
                    <a:pt x="7" y="2"/>
                    <a:pt x="9" y="2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18" y="0"/>
                    <a:pt x="21" y="1"/>
                    <a:pt x="19" y="2"/>
                  </a:cubicBezTo>
                  <a:cubicBezTo>
                    <a:pt x="18" y="3"/>
                    <a:pt x="15" y="2"/>
                    <a:pt x="14" y="4"/>
                  </a:cubicBezTo>
                  <a:cubicBezTo>
                    <a:pt x="14" y="4"/>
                    <a:pt x="19" y="6"/>
                    <a:pt x="15" y="7"/>
                  </a:cubicBezTo>
                  <a:cubicBezTo>
                    <a:pt x="13" y="8"/>
                    <a:pt x="10" y="10"/>
                    <a:pt x="7" y="9"/>
                  </a:cubicBezTo>
                  <a:cubicBezTo>
                    <a:pt x="5" y="9"/>
                    <a:pt x="9" y="10"/>
                    <a:pt x="7" y="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1" name="Freeform 583">
              <a:extLst>
                <a:ext uri="{FF2B5EF4-FFF2-40B4-BE49-F238E27FC236}">
                  <a16:creationId xmlns:a16="http://schemas.microsoft.com/office/drawing/2014/main" id="{392FB08B-3863-A8A8-6E5C-A0E230221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737" y="2298791"/>
              <a:ext cx="91777" cy="50672"/>
            </a:xfrm>
            <a:custGeom>
              <a:avLst/>
              <a:gdLst>
                <a:gd name="T0" fmla="*/ 6 w 8"/>
                <a:gd name="T1" fmla="*/ 4 h 4"/>
                <a:gd name="T2" fmla="*/ 3 w 8"/>
                <a:gd name="T3" fmla="*/ 0 h 4"/>
                <a:gd name="T4" fmla="*/ 6 w 8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4">
                  <a:moveTo>
                    <a:pt x="6" y="4"/>
                  </a:moveTo>
                  <a:cubicBezTo>
                    <a:pt x="4" y="4"/>
                    <a:pt x="0" y="0"/>
                    <a:pt x="3" y="0"/>
                  </a:cubicBezTo>
                  <a:cubicBezTo>
                    <a:pt x="6" y="0"/>
                    <a:pt x="8" y="3"/>
                    <a:pt x="6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2" name="Freeform 584">
              <a:extLst>
                <a:ext uri="{FF2B5EF4-FFF2-40B4-BE49-F238E27FC236}">
                  <a16:creationId xmlns:a16="http://schemas.microsoft.com/office/drawing/2014/main" id="{58EDF11D-0182-8706-3B9F-44E3F134B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4429" y="2184779"/>
              <a:ext cx="247401" cy="88675"/>
            </a:xfrm>
            <a:custGeom>
              <a:avLst/>
              <a:gdLst>
                <a:gd name="T0" fmla="*/ 1 w 21"/>
                <a:gd name="T1" fmla="*/ 5 h 7"/>
                <a:gd name="T2" fmla="*/ 4 w 21"/>
                <a:gd name="T3" fmla="*/ 4 h 7"/>
                <a:gd name="T4" fmla="*/ 9 w 21"/>
                <a:gd name="T5" fmla="*/ 1 h 7"/>
                <a:gd name="T6" fmla="*/ 18 w 21"/>
                <a:gd name="T7" fmla="*/ 3 h 7"/>
                <a:gd name="T8" fmla="*/ 11 w 21"/>
                <a:gd name="T9" fmla="*/ 6 h 7"/>
                <a:gd name="T10" fmla="*/ 6 w 21"/>
                <a:gd name="T11" fmla="*/ 6 h 7"/>
                <a:gd name="T12" fmla="*/ 1 w 21"/>
                <a:gd name="T13" fmla="*/ 5 h 7"/>
                <a:gd name="T14" fmla="*/ 1 w 21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7">
                  <a:moveTo>
                    <a:pt x="1" y="5"/>
                  </a:moveTo>
                  <a:cubicBezTo>
                    <a:pt x="0" y="5"/>
                    <a:pt x="3" y="4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2" y="0"/>
                    <a:pt x="15" y="1"/>
                    <a:pt x="18" y="3"/>
                  </a:cubicBezTo>
                  <a:cubicBezTo>
                    <a:pt x="21" y="6"/>
                    <a:pt x="12" y="6"/>
                    <a:pt x="11" y="6"/>
                  </a:cubicBezTo>
                  <a:cubicBezTo>
                    <a:pt x="9" y="6"/>
                    <a:pt x="8" y="7"/>
                    <a:pt x="6" y="6"/>
                  </a:cubicBezTo>
                  <a:cubicBezTo>
                    <a:pt x="4" y="5"/>
                    <a:pt x="2" y="6"/>
                    <a:pt x="1" y="5"/>
                  </a:cubicBezTo>
                  <a:cubicBezTo>
                    <a:pt x="0" y="4"/>
                    <a:pt x="2" y="6"/>
                    <a:pt x="1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3" name="Freeform 585">
              <a:extLst>
                <a:ext uri="{FF2B5EF4-FFF2-40B4-BE49-F238E27FC236}">
                  <a16:creationId xmlns:a16="http://schemas.microsoft.com/office/drawing/2014/main" id="{B3B54907-D8EB-1CAC-BBBD-DA7D5C831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976" y="2446579"/>
              <a:ext cx="327205" cy="236471"/>
            </a:xfrm>
            <a:custGeom>
              <a:avLst/>
              <a:gdLst>
                <a:gd name="T0" fmla="*/ 22 w 28"/>
                <a:gd name="T1" fmla="*/ 19 h 19"/>
                <a:gd name="T2" fmla="*/ 15 w 28"/>
                <a:gd name="T3" fmla="*/ 19 h 19"/>
                <a:gd name="T4" fmla="*/ 15 w 28"/>
                <a:gd name="T5" fmla="*/ 17 h 19"/>
                <a:gd name="T6" fmla="*/ 12 w 28"/>
                <a:gd name="T7" fmla="*/ 15 h 19"/>
                <a:gd name="T8" fmla="*/ 17 w 28"/>
                <a:gd name="T9" fmla="*/ 13 h 19"/>
                <a:gd name="T10" fmla="*/ 16 w 28"/>
                <a:gd name="T11" fmla="*/ 12 h 19"/>
                <a:gd name="T12" fmla="*/ 9 w 28"/>
                <a:gd name="T13" fmla="*/ 13 h 19"/>
                <a:gd name="T14" fmla="*/ 2 w 28"/>
                <a:gd name="T15" fmla="*/ 13 h 19"/>
                <a:gd name="T16" fmla="*/ 1 w 28"/>
                <a:gd name="T17" fmla="*/ 12 h 19"/>
                <a:gd name="T18" fmla="*/ 7 w 28"/>
                <a:gd name="T19" fmla="*/ 10 h 19"/>
                <a:gd name="T20" fmla="*/ 4 w 28"/>
                <a:gd name="T21" fmla="*/ 8 h 19"/>
                <a:gd name="T22" fmla="*/ 7 w 28"/>
                <a:gd name="T23" fmla="*/ 6 h 19"/>
                <a:gd name="T24" fmla="*/ 3 w 28"/>
                <a:gd name="T25" fmla="*/ 6 h 19"/>
                <a:gd name="T26" fmla="*/ 7 w 28"/>
                <a:gd name="T27" fmla="*/ 4 h 19"/>
                <a:gd name="T28" fmla="*/ 13 w 28"/>
                <a:gd name="T29" fmla="*/ 8 h 19"/>
                <a:gd name="T30" fmla="*/ 16 w 28"/>
                <a:gd name="T31" fmla="*/ 9 h 19"/>
                <a:gd name="T32" fmla="*/ 13 w 28"/>
                <a:gd name="T33" fmla="*/ 7 h 19"/>
                <a:gd name="T34" fmla="*/ 14 w 28"/>
                <a:gd name="T35" fmla="*/ 5 h 19"/>
                <a:gd name="T36" fmla="*/ 11 w 28"/>
                <a:gd name="T37" fmla="*/ 4 h 19"/>
                <a:gd name="T38" fmla="*/ 11 w 28"/>
                <a:gd name="T39" fmla="*/ 2 h 19"/>
                <a:gd name="T40" fmla="*/ 7 w 28"/>
                <a:gd name="T41" fmla="*/ 3 h 19"/>
                <a:gd name="T42" fmla="*/ 13 w 28"/>
                <a:gd name="T43" fmla="*/ 1 h 19"/>
                <a:gd name="T44" fmla="*/ 12 w 28"/>
                <a:gd name="T45" fmla="*/ 2 h 19"/>
                <a:gd name="T46" fmla="*/ 15 w 28"/>
                <a:gd name="T47" fmla="*/ 3 h 19"/>
                <a:gd name="T48" fmla="*/ 21 w 28"/>
                <a:gd name="T49" fmla="*/ 2 h 19"/>
                <a:gd name="T50" fmla="*/ 26 w 28"/>
                <a:gd name="T51" fmla="*/ 8 h 19"/>
                <a:gd name="T52" fmla="*/ 27 w 28"/>
                <a:gd name="T53" fmla="*/ 12 h 19"/>
                <a:gd name="T54" fmla="*/ 26 w 28"/>
                <a:gd name="T55" fmla="*/ 14 h 19"/>
                <a:gd name="T56" fmla="*/ 26 w 28"/>
                <a:gd name="T57" fmla="*/ 17 h 19"/>
                <a:gd name="T58" fmla="*/ 22 w 28"/>
                <a:gd name="T5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19">
                  <a:moveTo>
                    <a:pt x="22" y="19"/>
                  </a:moveTo>
                  <a:cubicBezTo>
                    <a:pt x="20" y="19"/>
                    <a:pt x="17" y="19"/>
                    <a:pt x="15" y="19"/>
                  </a:cubicBezTo>
                  <a:cubicBezTo>
                    <a:pt x="12" y="19"/>
                    <a:pt x="15" y="18"/>
                    <a:pt x="15" y="17"/>
                  </a:cubicBezTo>
                  <a:cubicBezTo>
                    <a:pt x="16" y="16"/>
                    <a:pt x="11" y="16"/>
                    <a:pt x="12" y="15"/>
                  </a:cubicBezTo>
                  <a:cubicBezTo>
                    <a:pt x="13" y="14"/>
                    <a:pt x="15" y="13"/>
                    <a:pt x="17" y="13"/>
                  </a:cubicBezTo>
                  <a:cubicBezTo>
                    <a:pt x="18" y="12"/>
                    <a:pt x="17" y="12"/>
                    <a:pt x="16" y="12"/>
                  </a:cubicBezTo>
                  <a:cubicBezTo>
                    <a:pt x="14" y="11"/>
                    <a:pt x="12" y="12"/>
                    <a:pt x="9" y="13"/>
                  </a:cubicBezTo>
                  <a:cubicBezTo>
                    <a:pt x="7" y="13"/>
                    <a:pt x="5" y="13"/>
                    <a:pt x="2" y="13"/>
                  </a:cubicBezTo>
                  <a:cubicBezTo>
                    <a:pt x="2" y="14"/>
                    <a:pt x="0" y="14"/>
                    <a:pt x="1" y="12"/>
                  </a:cubicBezTo>
                  <a:cubicBezTo>
                    <a:pt x="3" y="10"/>
                    <a:pt x="5" y="11"/>
                    <a:pt x="7" y="10"/>
                  </a:cubicBezTo>
                  <a:cubicBezTo>
                    <a:pt x="11" y="9"/>
                    <a:pt x="4" y="9"/>
                    <a:pt x="4" y="8"/>
                  </a:cubicBezTo>
                  <a:cubicBezTo>
                    <a:pt x="3" y="8"/>
                    <a:pt x="7" y="6"/>
                    <a:pt x="7" y="6"/>
                  </a:cubicBezTo>
                  <a:cubicBezTo>
                    <a:pt x="7" y="6"/>
                    <a:pt x="4" y="6"/>
                    <a:pt x="3" y="6"/>
                  </a:cubicBezTo>
                  <a:cubicBezTo>
                    <a:pt x="3" y="5"/>
                    <a:pt x="6" y="4"/>
                    <a:pt x="7" y="4"/>
                  </a:cubicBezTo>
                  <a:cubicBezTo>
                    <a:pt x="9" y="4"/>
                    <a:pt x="11" y="7"/>
                    <a:pt x="13" y="8"/>
                  </a:cubicBezTo>
                  <a:cubicBezTo>
                    <a:pt x="14" y="8"/>
                    <a:pt x="15" y="10"/>
                    <a:pt x="16" y="9"/>
                  </a:cubicBezTo>
                  <a:cubicBezTo>
                    <a:pt x="19" y="7"/>
                    <a:pt x="13" y="7"/>
                    <a:pt x="13" y="7"/>
                  </a:cubicBezTo>
                  <a:cubicBezTo>
                    <a:pt x="14" y="7"/>
                    <a:pt x="18" y="6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9" y="3"/>
                    <a:pt x="11" y="3"/>
                    <a:pt x="11" y="2"/>
                  </a:cubicBezTo>
                  <a:cubicBezTo>
                    <a:pt x="10" y="2"/>
                    <a:pt x="7" y="3"/>
                    <a:pt x="7" y="3"/>
                  </a:cubicBezTo>
                  <a:cubicBezTo>
                    <a:pt x="6" y="2"/>
                    <a:pt x="13" y="1"/>
                    <a:pt x="13" y="1"/>
                  </a:cubicBezTo>
                  <a:cubicBezTo>
                    <a:pt x="13" y="1"/>
                    <a:pt x="12" y="2"/>
                    <a:pt x="12" y="2"/>
                  </a:cubicBezTo>
                  <a:cubicBezTo>
                    <a:pt x="11" y="3"/>
                    <a:pt x="14" y="3"/>
                    <a:pt x="15" y="3"/>
                  </a:cubicBezTo>
                  <a:cubicBezTo>
                    <a:pt x="18" y="4"/>
                    <a:pt x="19" y="4"/>
                    <a:pt x="21" y="2"/>
                  </a:cubicBezTo>
                  <a:cubicBezTo>
                    <a:pt x="24" y="0"/>
                    <a:pt x="27" y="6"/>
                    <a:pt x="26" y="8"/>
                  </a:cubicBezTo>
                  <a:cubicBezTo>
                    <a:pt x="26" y="10"/>
                    <a:pt x="26" y="11"/>
                    <a:pt x="27" y="12"/>
                  </a:cubicBezTo>
                  <a:cubicBezTo>
                    <a:pt x="28" y="14"/>
                    <a:pt x="28" y="15"/>
                    <a:pt x="26" y="14"/>
                  </a:cubicBezTo>
                  <a:cubicBezTo>
                    <a:pt x="24" y="12"/>
                    <a:pt x="25" y="16"/>
                    <a:pt x="26" y="17"/>
                  </a:cubicBezTo>
                  <a:cubicBezTo>
                    <a:pt x="27" y="18"/>
                    <a:pt x="23" y="19"/>
                    <a:pt x="22" y="1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4" name="Freeform 586">
              <a:extLst>
                <a:ext uri="{FF2B5EF4-FFF2-40B4-BE49-F238E27FC236}">
                  <a16:creationId xmlns:a16="http://schemas.microsoft.com/office/drawing/2014/main" id="{07DEFA74-F486-8B2D-7FF6-070075C84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065" y="2560595"/>
              <a:ext cx="103749" cy="33781"/>
            </a:xfrm>
            <a:custGeom>
              <a:avLst/>
              <a:gdLst>
                <a:gd name="T0" fmla="*/ 1 w 9"/>
                <a:gd name="T1" fmla="*/ 3 h 3"/>
                <a:gd name="T2" fmla="*/ 7 w 9"/>
                <a:gd name="T3" fmla="*/ 0 h 3"/>
                <a:gd name="T4" fmla="*/ 1 w 9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3">
                  <a:moveTo>
                    <a:pt x="1" y="3"/>
                  </a:moveTo>
                  <a:cubicBezTo>
                    <a:pt x="4" y="2"/>
                    <a:pt x="9" y="0"/>
                    <a:pt x="7" y="0"/>
                  </a:cubicBezTo>
                  <a:cubicBezTo>
                    <a:pt x="4" y="0"/>
                    <a:pt x="0" y="3"/>
                    <a:pt x="1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5" name="Freeform 587">
              <a:extLst>
                <a:ext uri="{FF2B5EF4-FFF2-40B4-BE49-F238E27FC236}">
                  <a16:creationId xmlns:a16="http://schemas.microsoft.com/office/drawing/2014/main" id="{1898479C-3359-59CB-61DD-A9E7593F4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3122" y="2547927"/>
              <a:ext cx="95766" cy="25337"/>
            </a:xfrm>
            <a:custGeom>
              <a:avLst/>
              <a:gdLst>
                <a:gd name="T0" fmla="*/ 1 w 8"/>
                <a:gd name="T1" fmla="*/ 2 h 2"/>
                <a:gd name="T2" fmla="*/ 6 w 8"/>
                <a:gd name="T3" fmla="*/ 0 h 2"/>
                <a:gd name="T4" fmla="*/ 1 w 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1" y="2"/>
                  </a:moveTo>
                  <a:cubicBezTo>
                    <a:pt x="0" y="2"/>
                    <a:pt x="4" y="0"/>
                    <a:pt x="6" y="0"/>
                  </a:cubicBezTo>
                  <a:cubicBezTo>
                    <a:pt x="8" y="0"/>
                    <a:pt x="4" y="2"/>
                    <a:pt x="1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6" name="Freeform 588">
              <a:extLst>
                <a:ext uri="{FF2B5EF4-FFF2-40B4-BE49-F238E27FC236}">
                  <a16:creationId xmlns:a16="http://schemas.microsoft.com/office/drawing/2014/main" id="{351C6428-8313-2BDD-D154-3C0C78DA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238" y="2509921"/>
              <a:ext cx="119709" cy="63342"/>
            </a:xfrm>
            <a:custGeom>
              <a:avLst/>
              <a:gdLst>
                <a:gd name="T0" fmla="*/ 2 w 10"/>
                <a:gd name="T1" fmla="*/ 3 h 5"/>
                <a:gd name="T2" fmla="*/ 10 w 10"/>
                <a:gd name="T3" fmla="*/ 1 h 5"/>
                <a:gd name="T4" fmla="*/ 2 w 10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5">
                  <a:moveTo>
                    <a:pt x="2" y="3"/>
                  </a:moveTo>
                  <a:cubicBezTo>
                    <a:pt x="0" y="2"/>
                    <a:pt x="10" y="0"/>
                    <a:pt x="10" y="1"/>
                  </a:cubicBezTo>
                  <a:cubicBezTo>
                    <a:pt x="10" y="2"/>
                    <a:pt x="6" y="5"/>
                    <a:pt x="2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7" name="Freeform 589">
              <a:extLst>
                <a:ext uri="{FF2B5EF4-FFF2-40B4-BE49-F238E27FC236}">
                  <a16:creationId xmlns:a16="http://schemas.microsoft.com/office/drawing/2014/main" id="{6574FFB4-C799-705C-6586-B797380C0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210" y="2459253"/>
              <a:ext cx="83797" cy="63342"/>
            </a:xfrm>
            <a:custGeom>
              <a:avLst/>
              <a:gdLst>
                <a:gd name="T0" fmla="*/ 1 w 7"/>
                <a:gd name="T1" fmla="*/ 5 h 5"/>
                <a:gd name="T2" fmla="*/ 0 w 7"/>
                <a:gd name="T3" fmla="*/ 1 h 5"/>
                <a:gd name="T4" fmla="*/ 4 w 7"/>
                <a:gd name="T5" fmla="*/ 2 h 5"/>
                <a:gd name="T6" fmla="*/ 7 w 7"/>
                <a:gd name="T7" fmla="*/ 4 h 5"/>
                <a:gd name="T8" fmla="*/ 1 w 7"/>
                <a:gd name="T9" fmla="*/ 5 h 5"/>
                <a:gd name="T10" fmla="*/ 1 w 7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1"/>
                    <a:pt x="4" y="2"/>
                  </a:cubicBezTo>
                  <a:cubicBezTo>
                    <a:pt x="4" y="2"/>
                    <a:pt x="7" y="3"/>
                    <a:pt x="7" y="4"/>
                  </a:cubicBezTo>
                  <a:cubicBezTo>
                    <a:pt x="7" y="4"/>
                    <a:pt x="2" y="5"/>
                    <a:pt x="1" y="5"/>
                  </a:cubicBezTo>
                  <a:cubicBezTo>
                    <a:pt x="0" y="4"/>
                    <a:pt x="4" y="5"/>
                    <a:pt x="1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8" name="Freeform 590">
              <a:extLst>
                <a:ext uri="{FF2B5EF4-FFF2-40B4-BE49-F238E27FC236}">
                  <a16:creationId xmlns:a16="http://schemas.microsoft.com/office/drawing/2014/main" id="{0E318F39-C58E-96D3-D11F-8AE0D216F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491" y="2311456"/>
              <a:ext cx="139661" cy="109792"/>
            </a:xfrm>
            <a:custGeom>
              <a:avLst/>
              <a:gdLst>
                <a:gd name="T0" fmla="*/ 8 w 12"/>
                <a:gd name="T1" fmla="*/ 8 h 9"/>
                <a:gd name="T2" fmla="*/ 3 w 12"/>
                <a:gd name="T3" fmla="*/ 1 h 9"/>
                <a:gd name="T4" fmla="*/ 8 w 12"/>
                <a:gd name="T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9">
                  <a:moveTo>
                    <a:pt x="8" y="8"/>
                  </a:moveTo>
                  <a:cubicBezTo>
                    <a:pt x="6" y="9"/>
                    <a:pt x="0" y="0"/>
                    <a:pt x="3" y="1"/>
                  </a:cubicBezTo>
                  <a:cubicBezTo>
                    <a:pt x="6" y="3"/>
                    <a:pt x="12" y="8"/>
                    <a:pt x="8" y="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69" name="Freeform 591">
              <a:extLst>
                <a:ext uri="{FF2B5EF4-FFF2-40B4-BE49-F238E27FC236}">
                  <a16:creationId xmlns:a16="http://schemas.microsoft.com/office/drawing/2014/main" id="{BD7FE8B7-A261-7A05-109E-DC6191EF6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949" y="2298791"/>
              <a:ext cx="103749" cy="38003"/>
            </a:xfrm>
            <a:custGeom>
              <a:avLst/>
              <a:gdLst>
                <a:gd name="T0" fmla="*/ 2 w 9"/>
                <a:gd name="T1" fmla="*/ 1 h 3"/>
                <a:gd name="T2" fmla="*/ 8 w 9"/>
                <a:gd name="T3" fmla="*/ 2 h 3"/>
                <a:gd name="T4" fmla="*/ 2 w 9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3">
                  <a:moveTo>
                    <a:pt x="2" y="1"/>
                  </a:moveTo>
                  <a:cubicBezTo>
                    <a:pt x="5" y="0"/>
                    <a:pt x="9" y="2"/>
                    <a:pt x="8" y="2"/>
                  </a:cubicBezTo>
                  <a:cubicBezTo>
                    <a:pt x="3" y="3"/>
                    <a:pt x="0" y="2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0" name="Freeform 592">
              <a:extLst>
                <a:ext uri="{FF2B5EF4-FFF2-40B4-BE49-F238E27FC236}">
                  <a16:creationId xmlns:a16="http://schemas.microsoft.com/office/drawing/2014/main" id="{EAE2B0EB-577D-C7CE-7377-B2CE81B86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430" y="2100326"/>
              <a:ext cx="418984" cy="236471"/>
            </a:xfrm>
            <a:custGeom>
              <a:avLst/>
              <a:gdLst>
                <a:gd name="T0" fmla="*/ 28 w 36"/>
                <a:gd name="T1" fmla="*/ 17 h 19"/>
                <a:gd name="T2" fmla="*/ 27 w 36"/>
                <a:gd name="T3" fmla="*/ 15 h 19"/>
                <a:gd name="T4" fmla="*/ 22 w 36"/>
                <a:gd name="T5" fmla="*/ 13 h 19"/>
                <a:gd name="T6" fmla="*/ 14 w 36"/>
                <a:gd name="T7" fmla="*/ 14 h 19"/>
                <a:gd name="T8" fmla="*/ 18 w 36"/>
                <a:gd name="T9" fmla="*/ 12 h 19"/>
                <a:gd name="T10" fmla="*/ 8 w 36"/>
                <a:gd name="T11" fmla="*/ 12 h 19"/>
                <a:gd name="T12" fmla="*/ 13 w 36"/>
                <a:gd name="T13" fmla="*/ 10 h 19"/>
                <a:gd name="T14" fmla="*/ 12 w 36"/>
                <a:gd name="T15" fmla="*/ 9 h 19"/>
                <a:gd name="T16" fmla="*/ 13 w 36"/>
                <a:gd name="T17" fmla="*/ 8 h 19"/>
                <a:gd name="T18" fmla="*/ 11 w 36"/>
                <a:gd name="T19" fmla="*/ 8 h 19"/>
                <a:gd name="T20" fmla="*/ 10 w 36"/>
                <a:gd name="T21" fmla="*/ 6 h 19"/>
                <a:gd name="T22" fmla="*/ 6 w 36"/>
                <a:gd name="T23" fmla="*/ 6 h 19"/>
                <a:gd name="T24" fmla="*/ 3 w 36"/>
                <a:gd name="T25" fmla="*/ 5 h 19"/>
                <a:gd name="T26" fmla="*/ 9 w 36"/>
                <a:gd name="T27" fmla="*/ 2 h 19"/>
                <a:gd name="T28" fmla="*/ 16 w 36"/>
                <a:gd name="T29" fmla="*/ 1 h 19"/>
                <a:gd name="T30" fmla="*/ 18 w 36"/>
                <a:gd name="T31" fmla="*/ 5 h 19"/>
                <a:gd name="T32" fmla="*/ 22 w 36"/>
                <a:gd name="T33" fmla="*/ 4 h 19"/>
                <a:gd name="T34" fmla="*/ 25 w 36"/>
                <a:gd name="T35" fmla="*/ 7 h 19"/>
                <a:gd name="T36" fmla="*/ 30 w 36"/>
                <a:gd name="T37" fmla="*/ 7 h 19"/>
                <a:gd name="T38" fmla="*/ 33 w 36"/>
                <a:gd name="T39" fmla="*/ 12 h 19"/>
                <a:gd name="T40" fmla="*/ 34 w 36"/>
                <a:gd name="T41" fmla="*/ 16 h 19"/>
                <a:gd name="T42" fmla="*/ 28 w 36"/>
                <a:gd name="T43" fmla="*/ 17 h 19"/>
                <a:gd name="T44" fmla="*/ 28 w 36"/>
                <a:gd name="T45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6" h="19">
                  <a:moveTo>
                    <a:pt x="28" y="17"/>
                  </a:moveTo>
                  <a:cubicBezTo>
                    <a:pt x="27" y="17"/>
                    <a:pt x="27" y="16"/>
                    <a:pt x="27" y="15"/>
                  </a:cubicBezTo>
                  <a:cubicBezTo>
                    <a:pt x="26" y="14"/>
                    <a:pt x="23" y="13"/>
                    <a:pt x="22" y="13"/>
                  </a:cubicBezTo>
                  <a:cubicBezTo>
                    <a:pt x="21" y="13"/>
                    <a:pt x="14" y="15"/>
                    <a:pt x="14" y="14"/>
                  </a:cubicBezTo>
                  <a:cubicBezTo>
                    <a:pt x="14" y="14"/>
                    <a:pt x="18" y="12"/>
                    <a:pt x="18" y="12"/>
                  </a:cubicBezTo>
                  <a:cubicBezTo>
                    <a:pt x="15" y="11"/>
                    <a:pt x="11" y="14"/>
                    <a:pt x="8" y="12"/>
                  </a:cubicBezTo>
                  <a:cubicBezTo>
                    <a:pt x="2" y="9"/>
                    <a:pt x="13" y="10"/>
                    <a:pt x="13" y="10"/>
                  </a:cubicBezTo>
                  <a:cubicBezTo>
                    <a:pt x="13" y="10"/>
                    <a:pt x="12" y="9"/>
                    <a:pt x="12" y="9"/>
                  </a:cubicBezTo>
                  <a:cubicBezTo>
                    <a:pt x="12" y="9"/>
                    <a:pt x="13" y="8"/>
                    <a:pt x="13" y="8"/>
                  </a:cubicBezTo>
                  <a:cubicBezTo>
                    <a:pt x="14" y="7"/>
                    <a:pt x="11" y="8"/>
                    <a:pt x="11" y="8"/>
                  </a:cubicBezTo>
                  <a:cubicBezTo>
                    <a:pt x="10" y="7"/>
                    <a:pt x="12" y="6"/>
                    <a:pt x="10" y="6"/>
                  </a:cubicBezTo>
                  <a:cubicBezTo>
                    <a:pt x="9" y="6"/>
                    <a:pt x="7" y="7"/>
                    <a:pt x="6" y="6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0" y="0"/>
                    <a:pt x="7" y="2"/>
                    <a:pt x="9" y="2"/>
                  </a:cubicBezTo>
                  <a:cubicBezTo>
                    <a:pt x="11" y="1"/>
                    <a:pt x="14" y="0"/>
                    <a:pt x="16" y="1"/>
                  </a:cubicBezTo>
                  <a:cubicBezTo>
                    <a:pt x="19" y="2"/>
                    <a:pt x="14" y="7"/>
                    <a:pt x="18" y="5"/>
                  </a:cubicBezTo>
                  <a:cubicBezTo>
                    <a:pt x="19" y="5"/>
                    <a:pt x="21" y="3"/>
                    <a:pt x="22" y="4"/>
                  </a:cubicBezTo>
                  <a:cubicBezTo>
                    <a:pt x="23" y="5"/>
                    <a:pt x="24" y="7"/>
                    <a:pt x="25" y="7"/>
                  </a:cubicBezTo>
                  <a:cubicBezTo>
                    <a:pt x="26" y="7"/>
                    <a:pt x="29" y="6"/>
                    <a:pt x="30" y="7"/>
                  </a:cubicBezTo>
                  <a:cubicBezTo>
                    <a:pt x="32" y="8"/>
                    <a:pt x="32" y="11"/>
                    <a:pt x="33" y="12"/>
                  </a:cubicBezTo>
                  <a:cubicBezTo>
                    <a:pt x="34" y="14"/>
                    <a:pt x="36" y="15"/>
                    <a:pt x="34" y="16"/>
                  </a:cubicBezTo>
                  <a:cubicBezTo>
                    <a:pt x="33" y="18"/>
                    <a:pt x="30" y="18"/>
                    <a:pt x="28" y="17"/>
                  </a:cubicBezTo>
                  <a:cubicBezTo>
                    <a:pt x="27" y="16"/>
                    <a:pt x="31" y="19"/>
                    <a:pt x="28" y="1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1" name="Freeform 593">
              <a:extLst>
                <a:ext uri="{FF2B5EF4-FFF2-40B4-BE49-F238E27FC236}">
                  <a16:creationId xmlns:a16="http://schemas.microsoft.com/office/drawing/2014/main" id="{E6763FD6-2C7C-5EA7-1834-99DDE755D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638" y="1986314"/>
              <a:ext cx="127688" cy="63342"/>
            </a:xfrm>
            <a:custGeom>
              <a:avLst/>
              <a:gdLst>
                <a:gd name="T0" fmla="*/ 8 w 11"/>
                <a:gd name="T1" fmla="*/ 5 h 5"/>
                <a:gd name="T2" fmla="*/ 4 w 11"/>
                <a:gd name="T3" fmla="*/ 4 h 5"/>
                <a:gd name="T4" fmla="*/ 2 w 11"/>
                <a:gd name="T5" fmla="*/ 3 h 5"/>
                <a:gd name="T6" fmla="*/ 7 w 11"/>
                <a:gd name="T7" fmla="*/ 2 h 5"/>
                <a:gd name="T8" fmla="*/ 8 w 11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8" y="5"/>
                  </a:moveTo>
                  <a:cubicBezTo>
                    <a:pt x="6" y="5"/>
                    <a:pt x="6" y="4"/>
                    <a:pt x="4" y="4"/>
                  </a:cubicBezTo>
                  <a:cubicBezTo>
                    <a:pt x="4" y="4"/>
                    <a:pt x="0" y="4"/>
                    <a:pt x="2" y="3"/>
                  </a:cubicBezTo>
                  <a:cubicBezTo>
                    <a:pt x="3" y="1"/>
                    <a:pt x="6" y="0"/>
                    <a:pt x="7" y="2"/>
                  </a:cubicBezTo>
                  <a:cubicBezTo>
                    <a:pt x="9" y="3"/>
                    <a:pt x="11" y="5"/>
                    <a:pt x="8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2" name="Freeform 594">
              <a:extLst>
                <a:ext uri="{FF2B5EF4-FFF2-40B4-BE49-F238E27FC236}">
                  <a16:creationId xmlns:a16="http://schemas.microsoft.com/office/drawing/2014/main" id="{60F7483A-F2C6-E91B-4D6F-3F9872A20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6387" y="2184779"/>
              <a:ext cx="235428" cy="139348"/>
            </a:xfrm>
            <a:custGeom>
              <a:avLst/>
              <a:gdLst>
                <a:gd name="T0" fmla="*/ 8 w 20"/>
                <a:gd name="T1" fmla="*/ 7 h 11"/>
                <a:gd name="T2" fmla="*/ 3 w 20"/>
                <a:gd name="T3" fmla="*/ 5 h 11"/>
                <a:gd name="T4" fmla="*/ 4 w 20"/>
                <a:gd name="T5" fmla="*/ 3 h 11"/>
                <a:gd name="T6" fmla="*/ 1 w 20"/>
                <a:gd name="T7" fmla="*/ 1 h 11"/>
                <a:gd name="T8" fmla="*/ 6 w 20"/>
                <a:gd name="T9" fmla="*/ 1 h 11"/>
                <a:gd name="T10" fmla="*/ 12 w 20"/>
                <a:gd name="T11" fmla="*/ 3 h 11"/>
                <a:gd name="T12" fmla="*/ 16 w 20"/>
                <a:gd name="T13" fmla="*/ 3 h 11"/>
                <a:gd name="T14" fmla="*/ 19 w 20"/>
                <a:gd name="T15" fmla="*/ 4 h 11"/>
                <a:gd name="T16" fmla="*/ 18 w 20"/>
                <a:gd name="T17" fmla="*/ 8 h 11"/>
                <a:gd name="T18" fmla="*/ 15 w 20"/>
                <a:gd name="T19" fmla="*/ 10 h 11"/>
                <a:gd name="T20" fmla="*/ 9 w 20"/>
                <a:gd name="T21" fmla="*/ 11 h 11"/>
                <a:gd name="T22" fmla="*/ 4 w 20"/>
                <a:gd name="T23" fmla="*/ 8 h 11"/>
                <a:gd name="T24" fmla="*/ 8 w 20"/>
                <a:gd name="T25" fmla="*/ 7 h 11"/>
                <a:gd name="T26" fmla="*/ 8 w 20"/>
                <a:gd name="T27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1">
                  <a:moveTo>
                    <a:pt x="8" y="7"/>
                  </a:moveTo>
                  <a:cubicBezTo>
                    <a:pt x="6" y="7"/>
                    <a:pt x="4" y="6"/>
                    <a:pt x="3" y="5"/>
                  </a:cubicBezTo>
                  <a:cubicBezTo>
                    <a:pt x="0" y="4"/>
                    <a:pt x="4" y="3"/>
                    <a:pt x="4" y="3"/>
                  </a:cubicBezTo>
                  <a:cubicBezTo>
                    <a:pt x="4" y="2"/>
                    <a:pt x="2" y="1"/>
                    <a:pt x="1" y="1"/>
                  </a:cubicBezTo>
                  <a:cubicBezTo>
                    <a:pt x="1" y="0"/>
                    <a:pt x="6" y="1"/>
                    <a:pt x="6" y="1"/>
                  </a:cubicBezTo>
                  <a:cubicBezTo>
                    <a:pt x="8" y="1"/>
                    <a:pt x="10" y="2"/>
                    <a:pt x="12" y="3"/>
                  </a:cubicBezTo>
                  <a:cubicBezTo>
                    <a:pt x="14" y="3"/>
                    <a:pt x="15" y="3"/>
                    <a:pt x="16" y="3"/>
                  </a:cubicBezTo>
                  <a:cubicBezTo>
                    <a:pt x="17" y="3"/>
                    <a:pt x="20" y="4"/>
                    <a:pt x="19" y="4"/>
                  </a:cubicBezTo>
                  <a:cubicBezTo>
                    <a:pt x="17" y="6"/>
                    <a:pt x="16" y="5"/>
                    <a:pt x="18" y="8"/>
                  </a:cubicBezTo>
                  <a:cubicBezTo>
                    <a:pt x="19" y="9"/>
                    <a:pt x="16" y="9"/>
                    <a:pt x="15" y="10"/>
                  </a:cubicBezTo>
                  <a:cubicBezTo>
                    <a:pt x="13" y="10"/>
                    <a:pt x="11" y="11"/>
                    <a:pt x="9" y="11"/>
                  </a:cubicBezTo>
                  <a:cubicBezTo>
                    <a:pt x="8" y="10"/>
                    <a:pt x="4" y="9"/>
                    <a:pt x="4" y="8"/>
                  </a:cubicBezTo>
                  <a:cubicBezTo>
                    <a:pt x="4" y="8"/>
                    <a:pt x="10" y="7"/>
                    <a:pt x="8" y="7"/>
                  </a:cubicBezTo>
                  <a:cubicBezTo>
                    <a:pt x="5" y="6"/>
                    <a:pt x="10" y="7"/>
                    <a:pt x="8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3" name="Freeform 595">
              <a:extLst>
                <a:ext uri="{FF2B5EF4-FFF2-40B4-BE49-F238E27FC236}">
                  <a16:creationId xmlns:a16="http://schemas.microsoft.com/office/drawing/2014/main" id="{6961CE06-E5C4-3E47-4B46-A5BD428E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8069" y="2311456"/>
              <a:ext cx="207496" cy="63342"/>
            </a:xfrm>
            <a:custGeom>
              <a:avLst/>
              <a:gdLst>
                <a:gd name="T0" fmla="*/ 14 w 18"/>
                <a:gd name="T1" fmla="*/ 5 h 5"/>
                <a:gd name="T2" fmla="*/ 16 w 18"/>
                <a:gd name="T3" fmla="*/ 2 h 5"/>
                <a:gd name="T4" fmla="*/ 13 w 18"/>
                <a:gd name="T5" fmla="*/ 1 h 5"/>
                <a:gd name="T6" fmla="*/ 3 w 18"/>
                <a:gd name="T7" fmla="*/ 1 h 5"/>
                <a:gd name="T8" fmla="*/ 4 w 18"/>
                <a:gd name="T9" fmla="*/ 4 h 5"/>
                <a:gd name="T10" fmla="*/ 14 w 18"/>
                <a:gd name="T11" fmla="*/ 5 h 5"/>
                <a:gd name="T12" fmla="*/ 14 w 1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5">
                  <a:moveTo>
                    <a:pt x="14" y="5"/>
                  </a:moveTo>
                  <a:cubicBezTo>
                    <a:pt x="14" y="4"/>
                    <a:pt x="18" y="2"/>
                    <a:pt x="16" y="2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0" y="1"/>
                    <a:pt x="6" y="0"/>
                    <a:pt x="3" y="1"/>
                  </a:cubicBezTo>
                  <a:cubicBezTo>
                    <a:pt x="0" y="1"/>
                    <a:pt x="1" y="4"/>
                    <a:pt x="4" y="4"/>
                  </a:cubicBezTo>
                  <a:cubicBezTo>
                    <a:pt x="7" y="4"/>
                    <a:pt x="11" y="5"/>
                    <a:pt x="14" y="5"/>
                  </a:cubicBezTo>
                  <a:cubicBezTo>
                    <a:pt x="16" y="4"/>
                    <a:pt x="12" y="5"/>
                    <a:pt x="14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4" name="Freeform 596">
              <a:extLst>
                <a:ext uri="{FF2B5EF4-FFF2-40B4-BE49-F238E27FC236}">
                  <a16:creationId xmlns:a16="http://schemas.microsoft.com/office/drawing/2014/main" id="{E802FD0E-509C-F5EB-376C-215C7FE52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6100" y="2594375"/>
              <a:ext cx="195526" cy="139348"/>
            </a:xfrm>
            <a:custGeom>
              <a:avLst/>
              <a:gdLst>
                <a:gd name="T0" fmla="*/ 7 w 17"/>
                <a:gd name="T1" fmla="*/ 1 h 11"/>
                <a:gd name="T2" fmla="*/ 1 w 17"/>
                <a:gd name="T3" fmla="*/ 6 h 11"/>
                <a:gd name="T4" fmla="*/ 10 w 17"/>
                <a:gd name="T5" fmla="*/ 10 h 11"/>
                <a:gd name="T6" fmla="*/ 15 w 17"/>
                <a:gd name="T7" fmla="*/ 10 h 11"/>
                <a:gd name="T8" fmla="*/ 15 w 17"/>
                <a:gd name="T9" fmla="*/ 8 h 11"/>
                <a:gd name="T10" fmla="*/ 16 w 17"/>
                <a:gd name="T11" fmla="*/ 6 h 11"/>
                <a:gd name="T12" fmla="*/ 7 w 17"/>
                <a:gd name="T13" fmla="*/ 1 h 11"/>
                <a:gd name="T14" fmla="*/ 7 w 17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1">
                  <a:moveTo>
                    <a:pt x="7" y="1"/>
                  </a:moveTo>
                  <a:cubicBezTo>
                    <a:pt x="5" y="0"/>
                    <a:pt x="2" y="4"/>
                    <a:pt x="1" y="6"/>
                  </a:cubicBezTo>
                  <a:cubicBezTo>
                    <a:pt x="0" y="8"/>
                    <a:pt x="8" y="10"/>
                    <a:pt x="10" y="10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6" y="10"/>
                    <a:pt x="15" y="9"/>
                    <a:pt x="15" y="8"/>
                  </a:cubicBezTo>
                  <a:cubicBezTo>
                    <a:pt x="15" y="7"/>
                    <a:pt x="15" y="6"/>
                    <a:pt x="16" y="6"/>
                  </a:cubicBezTo>
                  <a:cubicBezTo>
                    <a:pt x="17" y="4"/>
                    <a:pt x="9" y="1"/>
                    <a:pt x="7" y="1"/>
                  </a:cubicBezTo>
                  <a:cubicBezTo>
                    <a:pt x="5" y="0"/>
                    <a:pt x="8" y="1"/>
                    <a:pt x="7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5" name="Freeform 597">
              <a:extLst>
                <a:ext uri="{FF2B5EF4-FFF2-40B4-BE49-F238E27FC236}">
                  <a16:creationId xmlns:a16="http://schemas.microsoft.com/office/drawing/2014/main" id="{4B00B9E9-5951-2A5A-E435-AB78EA62A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7875" y="2560595"/>
              <a:ext cx="47884" cy="33781"/>
            </a:xfrm>
            <a:custGeom>
              <a:avLst/>
              <a:gdLst>
                <a:gd name="T0" fmla="*/ 3 w 4"/>
                <a:gd name="T1" fmla="*/ 2 h 3"/>
                <a:gd name="T2" fmla="*/ 1 w 4"/>
                <a:gd name="T3" fmla="*/ 1 h 3"/>
                <a:gd name="T4" fmla="*/ 3 w 4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3" y="2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2" y="0"/>
                    <a:pt x="4" y="2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6" name="Freeform 598">
              <a:extLst>
                <a:ext uri="{FF2B5EF4-FFF2-40B4-BE49-F238E27FC236}">
                  <a16:creationId xmlns:a16="http://schemas.microsoft.com/office/drawing/2014/main" id="{3EB1F696-7263-10B4-0CFA-9B1E69CCB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9362" y="2336793"/>
              <a:ext cx="103749" cy="71783"/>
            </a:xfrm>
            <a:custGeom>
              <a:avLst/>
              <a:gdLst>
                <a:gd name="T0" fmla="*/ 1 w 9"/>
                <a:gd name="T1" fmla="*/ 5 h 6"/>
                <a:gd name="T2" fmla="*/ 1 w 9"/>
                <a:gd name="T3" fmla="*/ 1 h 6"/>
                <a:gd name="T4" fmla="*/ 5 w 9"/>
                <a:gd name="T5" fmla="*/ 1 h 6"/>
                <a:gd name="T6" fmla="*/ 9 w 9"/>
                <a:gd name="T7" fmla="*/ 3 h 6"/>
                <a:gd name="T8" fmla="*/ 5 w 9"/>
                <a:gd name="T9" fmla="*/ 5 h 6"/>
                <a:gd name="T10" fmla="*/ 1 w 9"/>
                <a:gd name="T11" fmla="*/ 5 h 6"/>
                <a:gd name="T12" fmla="*/ 1 w 9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">
                  <a:moveTo>
                    <a:pt x="1" y="5"/>
                  </a:moveTo>
                  <a:cubicBezTo>
                    <a:pt x="1" y="5"/>
                    <a:pt x="2" y="2"/>
                    <a:pt x="1" y="1"/>
                  </a:cubicBezTo>
                  <a:cubicBezTo>
                    <a:pt x="1" y="0"/>
                    <a:pt x="4" y="1"/>
                    <a:pt x="5" y="1"/>
                  </a:cubicBezTo>
                  <a:cubicBezTo>
                    <a:pt x="6" y="1"/>
                    <a:pt x="9" y="2"/>
                    <a:pt x="9" y="3"/>
                  </a:cubicBezTo>
                  <a:cubicBezTo>
                    <a:pt x="8" y="4"/>
                    <a:pt x="6" y="5"/>
                    <a:pt x="5" y="5"/>
                  </a:cubicBezTo>
                  <a:cubicBezTo>
                    <a:pt x="3" y="6"/>
                    <a:pt x="3" y="6"/>
                    <a:pt x="1" y="5"/>
                  </a:cubicBezTo>
                  <a:cubicBezTo>
                    <a:pt x="0" y="4"/>
                    <a:pt x="2" y="6"/>
                    <a:pt x="1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7" name="Freeform 599">
              <a:extLst>
                <a:ext uri="{FF2B5EF4-FFF2-40B4-BE49-F238E27FC236}">
                  <a16:creationId xmlns:a16="http://schemas.microsoft.com/office/drawing/2014/main" id="{F35965DA-D19A-F906-5256-D94E5444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226" y="2446579"/>
              <a:ext cx="35912" cy="50672"/>
            </a:xfrm>
            <a:custGeom>
              <a:avLst/>
              <a:gdLst>
                <a:gd name="T0" fmla="*/ 2 w 3"/>
                <a:gd name="T1" fmla="*/ 1 h 4"/>
                <a:gd name="T2" fmla="*/ 1 w 3"/>
                <a:gd name="T3" fmla="*/ 3 h 4"/>
                <a:gd name="T4" fmla="*/ 2 w 3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2" y="1"/>
                  </a:moveTo>
                  <a:cubicBezTo>
                    <a:pt x="0" y="0"/>
                    <a:pt x="0" y="3"/>
                    <a:pt x="1" y="3"/>
                  </a:cubicBezTo>
                  <a:cubicBezTo>
                    <a:pt x="2" y="4"/>
                    <a:pt x="3" y="2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8" name="Freeform 600">
              <a:extLst>
                <a:ext uri="{FF2B5EF4-FFF2-40B4-BE49-F238E27FC236}">
                  <a16:creationId xmlns:a16="http://schemas.microsoft.com/office/drawing/2014/main" id="{E8DDD7EE-D44F-01BB-6BBD-ACD5A155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2154" y="2408580"/>
              <a:ext cx="1041477" cy="337813"/>
            </a:xfrm>
            <a:custGeom>
              <a:avLst/>
              <a:gdLst>
                <a:gd name="T0" fmla="*/ 17 w 89"/>
                <a:gd name="T1" fmla="*/ 7 h 27"/>
                <a:gd name="T2" fmla="*/ 19 w 89"/>
                <a:gd name="T3" fmla="*/ 4 h 27"/>
                <a:gd name="T4" fmla="*/ 15 w 89"/>
                <a:gd name="T5" fmla="*/ 2 h 27"/>
                <a:gd name="T6" fmla="*/ 12 w 89"/>
                <a:gd name="T7" fmla="*/ 2 h 27"/>
                <a:gd name="T8" fmla="*/ 4 w 89"/>
                <a:gd name="T9" fmla="*/ 1 h 27"/>
                <a:gd name="T10" fmla="*/ 4 w 89"/>
                <a:gd name="T11" fmla="*/ 3 h 27"/>
                <a:gd name="T12" fmla="*/ 0 w 89"/>
                <a:gd name="T13" fmla="*/ 4 h 27"/>
                <a:gd name="T14" fmla="*/ 5 w 89"/>
                <a:gd name="T15" fmla="*/ 5 h 27"/>
                <a:gd name="T16" fmla="*/ 7 w 89"/>
                <a:gd name="T17" fmla="*/ 6 h 27"/>
                <a:gd name="T18" fmla="*/ 6 w 89"/>
                <a:gd name="T19" fmla="*/ 7 h 27"/>
                <a:gd name="T20" fmla="*/ 24 w 89"/>
                <a:gd name="T21" fmla="*/ 13 h 27"/>
                <a:gd name="T22" fmla="*/ 25 w 89"/>
                <a:gd name="T23" fmla="*/ 16 h 27"/>
                <a:gd name="T24" fmla="*/ 24 w 89"/>
                <a:gd name="T25" fmla="*/ 21 h 27"/>
                <a:gd name="T26" fmla="*/ 27 w 89"/>
                <a:gd name="T27" fmla="*/ 25 h 27"/>
                <a:gd name="T28" fmla="*/ 30 w 89"/>
                <a:gd name="T29" fmla="*/ 24 h 27"/>
                <a:gd name="T30" fmla="*/ 33 w 89"/>
                <a:gd name="T31" fmla="*/ 26 h 27"/>
                <a:gd name="T32" fmla="*/ 38 w 89"/>
                <a:gd name="T33" fmla="*/ 26 h 27"/>
                <a:gd name="T34" fmla="*/ 42 w 89"/>
                <a:gd name="T35" fmla="*/ 23 h 27"/>
                <a:gd name="T36" fmla="*/ 45 w 89"/>
                <a:gd name="T37" fmla="*/ 26 h 27"/>
                <a:gd name="T38" fmla="*/ 52 w 89"/>
                <a:gd name="T39" fmla="*/ 27 h 27"/>
                <a:gd name="T40" fmla="*/ 62 w 89"/>
                <a:gd name="T41" fmla="*/ 27 h 27"/>
                <a:gd name="T42" fmla="*/ 65 w 89"/>
                <a:gd name="T43" fmla="*/ 27 h 27"/>
                <a:gd name="T44" fmla="*/ 67 w 89"/>
                <a:gd name="T45" fmla="*/ 24 h 27"/>
                <a:gd name="T46" fmla="*/ 70 w 89"/>
                <a:gd name="T47" fmla="*/ 25 h 27"/>
                <a:gd name="T48" fmla="*/ 76 w 89"/>
                <a:gd name="T49" fmla="*/ 27 h 27"/>
                <a:gd name="T50" fmla="*/ 82 w 89"/>
                <a:gd name="T51" fmla="*/ 26 h 27"/>
                <a:gd name="T52" fmla="*/ 85 w 89"/>
                <a:gd name="T53" fmla="*/ 24 h 27"/>
                <a:gd name="T54" fmla="*/ 85 w 89"/>
                <a:gd name="T55" fmla="*/ 22 h 27"/>
                <a:gd name="T56" fmla="*/ 82 w 89"/>
                <a:gd name="T57" fmla="*/ 22 h 27"/>
                <a:gd name="T58" fmla="*/ 85 w 89"/>
                <a:gd name="T59" fmla="*/ 17 h 27"/>
                <a:gd name="T60" fmla="*/ 80 w 89"/>
                <a:gd name="T61" fmla="*/ 16 h 27"/>
                <a:gd name="T62" fmla="*/ 78 w 89"/>
                <a:gd name="T63" fmla="*/ 14 h 27"/>
                <a:gd name="T64" fmla="*/ 70 w 89"/>
                <a:gd name="T65" fmla="*/ 14 h 27"/>
                <a:gd name="T66" fmla="*/ 65 w 89"/>
                <a:gd name="T67" fmla="*/ 14 h 27"/>
                <a:gd name="T68" fmla="*/ 55 w 89"/>
                <a:gd name="T69" fmla="*/ 17 h 27"/>
                <a:gd name="T70" fmla="*/ 56 w 89"/>
                <a:gd name="T71" fmla="*/ 18 h 27"/>
                <a:gd name="T72" fmla="*/ 52 w 89"/>
                <a:gd name="T73" fmla="*/ 18 h 27"/>
                <a:gd name="T74" fmla="*/ 49 w 89"/>
                <a:gd name="T75" fmla="*/ 16 h 27"/>
                <a:gd name="T76" fmla="*/ 46 w 89"/>
                <a:gd name="T77" fmla="*/ 17 h 27"/>
                <a:gd name="T78" fmla="*/ 42 w 89"/>
                <a:gd name="T79" fmla="*/ 16 h 27"/>
                <a:gd name="T80" fmla="*/ 41 w 89"/>
                <a:gd name="T81" fmla="*/ 18 h 27"/>
                <a:gd name="T82" fmla="*/ 38 w 89"/>
                <a:gd name="T83" fmla="*/ 16 h 27"/>
                <a:gd name="T84" fmla="*/ 39 w 89"/>
                <a:gd name="T85" fmla="*/ 14 h 27"/>
                <a:gd name="T86" fmla="*/ 34 w 89"/>
                <a:gd name="T87" fmla="*/ 12 h 27"/>
                <a:gd name="T88" fmla="*/ 30 w 89"/>
                <a:gd name="T89" fmla="*/ 13 h 27"/>
                <a:gd name="T90" fmla="*/ 32 w 89"/>
                <a:gd name="T91" fmla="*/ 12 h 27"/>
                <a:gd name="T92" fmla="*/ 28 w 89"/>
                <a:gd name="T93" fmla="*/ 9 h 27"/>
                <a:gd name="T94" fmla="*/ 38 w 89"/>
                <a:gd name="T95" fmla="*/ 10 h 27"/>
                <a:gd name="T96" fmla="*/ 33 w 89"/>
                <a:gd name="T97" fmla="*/ 7 h 27"/>
                <a:gd name="T98" fmla="*/ 28 w 89"/>
                <a:gd name="T99" fmla="*/ 7 h 27"/>
                <a:gd name="T100" fmla="*/ 32 w 89"/>
                <a:gd name="T101" fmla="*/ 6 h 27"/>
                <a:gd name="T102" fmla="*/ 27 w 89"/>
                <a:gd name="T103" fmla="*/ 5 h 27"/>
                <a:gd name="T104" fmla="*/ 17 w 89"/>
                <a:gd name="T105" fmla="*/ 7 h 27"/>
                <a:gd name="T106" fmla="*/ 17 w 89"/>
                <a:gd name="T107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9" h="27">
                  <a:moveTo>
                    <a:pt x="17" y="7"/>
                  </a:moveTo>
                  <a:cubicBezTo>
                    <a:pt x="18" y="7"/>
                    <a:pt x="20" y="5"/>
                    <a:pt x="19" y="4"/>
                  </a:cubicBezTo>
                  <a:cubicBezTo>
                    <a:pt x="18" y="3"/>
                    <a:pt x="16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9" y="1"/>
                    <a:pt x="7" y="0"/>
                    <a:pt x="4" y="1"/>
                  </a:cubicBezTo>
                  <a:cubicBezTo>
                    <a:pt x="0" y="2"/>
                    <a:pt x="3" y="2"/>
                    <a:pt x="4" y="3"/>
                  </a:cubicBezTo>
                  <a:cubicBezTo>
                    <a:pt x="4" y="3"/>
                    <a:pt x="0" y="3"/>
                    <a:pt x="0" y="4"/>
                  </a:cubicBezTo>
                  <a:cubicBezTo>
                    <a:pt x="0" y="5"/>
                    <a:pt x="4" y="5"/>
                    <a:pt x="5" y="5"/>
                  </a:cubicBezTo>
                  <a:cubicBezTo>
                    <a:pt x="5" y="6"/>
                    <a:pt x="7" y="6"/>
                    <a:pt x="7" y="6"/>
                  </a:cubicBezTo>
                  <a:cubicBezTo>
                    <a:pt x="7" y="7"/>
                    <a:pt x="6" y="7"/>
                    <a:pt x="6" y="7"/>
                  </a:cubicBezTo>
                  <a:cubicBezTo>
                    <a:pt x="12" y="11"/>
                    <a:pt x="21" y="5"/>
                    <a:pt x="24" y="13"/>
                  </a:cubicBezTo>
                  <a:cubicBezTo>
                    <a:pt x="24" y="14"/>
                    <a:pt x="26" y="15"/>
                    <a:pt x="25" y="16"/>
                  </a:cubicBezTo>
                  <a:cubicBezTo>
                    <a:pt x="24" y="18"/>
                    <a:pt x="23" y="19"/>
                    <a:pt x="24" y="21"/>
                  </a:cubicBezTo>
                  <a:cubicBezTo>
                    <a:pt x="24" y="21"/>
                    <a:pt x="26" y="25"/>
                    <a:pt x="27" y="25"/>
                  </a:cubicBezTo>
                  <a:cubicBezTo>
                    <a:pt x="28" y="26"/>
                    <a:pt x="30" y="23"/>
                    <a:pt x="30" y="24"/>
                  </a:cubicBezTo>
                  <a:cubicBezTo>
                    <a:pt x="31" y="24"/>
                    <a:pt x="32" y="26"/>
                    <a:pt x="33" y="26"/>
                  </a:cubicBezTo>
                  <a:cubicBezTo>
                    <a:pt x="35" y="27"/>
                    <a:pt x="37" y="26"/>
                    <a:pt x="38" y="26"/>
                  </a:cubicBezTo>
                  <a:cubicBezTo>
                    <a:pt x="39" y="25"/>
                    <a:pt x="41" y="23"/>
                    <a:pt x="42" y="23"/>
                  </a:cubicBezTo>
                  <a:cubicBezTo>
                    <a:pt x="42" y="23"/>
                    <a:pt x="44" y="26"/>
                    <a:pt x="45" y="26"/>
                  </a:cubicBezTo>
                  <a:cubicBezTo>
                    <a:pt x="47" y="27"/>
                    <a:pt x="50" y="27"/>
                    <a:pt x="52" y="27"/>
                  </a:cubicBezTo>
                  <a:cubicBezTo>
                    <a:pt x="56" y="27"/>
                    <a:pt x="59" y="27"/>
                    <a:pt x="62" y="27"/>
                  </a:cubicBezTo>
                  <a:cubicBezTo>
                    <a:pt x="63" y="27"/>
                    <a:pt x="64" y="27"/>
                    <a:pt x="65" y="27"/>
                  </a:cubicBezTo>
                  <a:cubicBezTo>
                    <a:pt x="67" y="26"/>
                    <a:pt x="66" y="24"/>
                    <a:pt x="67" y="24"/>
                  </a:cubicBezTo>
                  <a:cubicBezTo>
                    <a:pt x="68" y="23"/>
                    <a:pt x="69" y="24"/>
                    <a:pt x="70" y="25"/>
                  </a:cubicBezTo>
                  <a:cubicBezTo>
                    <a:pt x="71" y="26"/>
                    <a:pt x="74" y="27"/>
                    <a:pt x="76" y="27"/>
                  </a:cubicBezTo>
                  <a:cubicBezTo>
                    <a:pt x="78" y="27"/>
                    <a:pt x="80" y="27"/>
                    <a:pt x="82" y="26"/>
                  </a:cubicBezTo>
                  <a:cubicBezTo>
                    <a:pt x="84" y="26"/>
                    <a:pt x="83" y="24"/>
                    <a:pt x="85" y="24"/>
                  </a:cubicBezTo>
                  <a:cubicBezTo>
                    <a:pt x="86" y="24"/>
                    <a:pt x="87" y="21"/>
                    <a:pt x="85" y="22"/>
                  </a:cubicBezTo>
                  <a:cubicBezTo>
                    <a:pt x="85" y="22"/>
                    <a:pt x="83" y="22"/>
                    <a:pt x="82" y="22"/>
                  </a:cubicBezTo>
                  <a:cubicBezTo>
                    <a:pt x="82" y="22"/>
                    <a:pt x="89" y="18"/>
                    <a:pt x="85" y="17"/>
                  </a:cubicBezTo>
                  <a:cubicBezTo>
                    <a:pt x="84" y="17"/>
                    <a:pt x="82" y="16"/>
                    <a:pt x="80" y="16"/>
                  </a:cubicBezTo>
                  <a:cubicBezTo>
                    <a:pt x="78" y="16"/>
                    <a:pt x="80" y="14"/>
                    <a:pt x="78" y="14"/>
                  </a:cubicBezTo>
                  <a:cubicBezTo>
                    <a:pt x="75" y="14"/>
                    <a:pt x="73" y="14"/>
                    <a:pt x="70" y="14"/>
                  </a:cubicBezTo>
                  <a:cubicBezTo>
                    <a:pt x="68" y="14"/>
                    <a:pt x="67" y="13"/>
                    <a:pt x="65" y="14"/>
                  </a:cubicBezTo>
                  <a:cubicBezTo>
                    <a:pt x="64" y="14"/>
                    <a:pt x="55" y="16"/>
                    <a:pt x="55" y="17"/>
                  </a:cubicBezTo>
                  <a:cubicBezTo>
                    <a:pt x="55" y="17"/>
                    <a:pt x="56" y="17"/>
                    <a:pt x="56" y="18"/>
                  </a:cubicBezTo>
                  <a:cubicBezTo>
                    <a:pt x="56" y="18"/>
                    <a:pt x="53" y="18"/>
                    <a:pt x="52" y="18"/>
                  </a:cubicBezTo>
                  <a:cubicBezTo>
                    <a:pt x="51" y="18"/>
                    <a:pt x="50" y="17"/>
                    <a:pt x="49" y="16"/>
                  </a:cubicBezTo>
                  <a:cubicBezTo>
                    <a:pt x="48" y="16"/>
                    <a:pt x="47" y="17"/>
                    <a:pt x="46" y="17"/>
                  </a:cubicBezTo>
                  <a:cubicBezTo>
                    <a:pt x="45" y="17"/>
                    <a:pt x="43" y="16"/>
                    <a:pt x="42" y="16"/>
                  </a:cubicBezTo>
                  <a:cubicBezTo>
                    <a:pt x="41" y="16"/>
                    <a:pt x="42" y="18"/>
                    <a:pt x="41" y="18"/>
                  </a:cubicBezTo>
                  <a:cubicBezTo>
                    <a:pt x="40" y="18"/>
                    <a:pt x="39" y="16"/>
                    <a:pt x="38" y="16"/>
                  </a:cubicBezTo>
                  <a:cubicBezTo>
                    <a:pt x="35" y="16"/>
                    <a:pt x="39" y="15"/>
                    <a:pt x="39" y="14"/>
                  </a:cubicBezTo>
                  <a:cubicBezTo>
                    <a:pt x="39" y="13"/>
                    <a:pt x="35" y="12"/>
                    <a:pt x="34" y="12"/>
                  </a:cubicBezTo>
                  <a:cubicBezTo>
                    <a:pt x="34" y="12"/>
                    <a:pt x="30" y="13"/>
                    <a:pt x="30" y="13"/>
                  </a:cubicBezTo>
                  <a:cubicBezTo>
                    <a:pt x="30" y="12"/>
                    <a:pt x="32" y="12"/>
                    <a:pt x="32" y="12"/>
                  </a:cubicBezTo>
                  <a:cubicBezTo>
                    <a:pt x="32" y="11"/>
                    <a:pt x="27" y="10"/>
                    <a:pt x="28" y="9"/>
                  </a:cubicBezTo>
                  <a:cubicBezTo>
                    <a:pt x="28" y="9"/>
                    <a:pt x="38" y="10"/>
                    <a:pt x="38" y="10"/>
                  </a:cubicBezTo>
                  <a:cubicBezTo>
                    <a:pt x="38" y="9"/>
                    <a:pt x="34" y="8"/>
                    <a:pt x="33" y="7"/>
                  </a:cubicBezTo>
                  <a:cubicBezTo>
                    <a:pt x="32" y="7"/>
                    <a:pt x="30" y="7"/>
                    <a:pt x="28" y="7"/>
                  </a:cubicBezTo>
                  <a:cubicBezTo>
                    <a:pt x="29" y="7"/>
                    <a:pt x="31" y="7"/>
                    <a:pt x="32" y="6"/>
                  </a:cubicBezTo>
                  <a:cubicBezTo>
                    <a:pt x="32" y="5"/>
                    <a:pt x="27" y="5"/>
                    <a:pt x="27" y="5"/>
                  </a:cubicBezTo>
                  <a:cubicBezTo>
                    <a:pt x="23" y="5"/>
                    <a:pt x="21" y="6"/>
                    <a:pt x="17" y="7"/>
                  </a:cubicBezTo>
                  <a:cubicBezTo>
                    <a:pt x="17" y="7"/>
                    <a:pt x="18" y="7"/>
                    <a:pt x="17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79" name="Freeform 601">
              <a:extLst>
                <a:ext uri="{FF2B5EF4-FFF2-40B4-BE49-F238E27FC236}">
                  <a16:creationId xmlns:a16="http://schemas.microsoft.com/office/drawing/2014/main" id="{B8A3805C-51A0-F573-FC3F-080CEAD8B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6100" y="1825855"/>
              <a:ext cx="690327" cy="460269"/>
            </a:xfrm>
            <a:custGeom>
              <a:avLst/>
              <a:gdLst>
                <a:gd name="T0" fmla="*/ 55 w 59"/>
                <a:gd name="T1" fmla="*/ 21 h 37"/>
                <a:gd name="T2" fmla="*/ 46 w 59"/>
                <a:gd name="T3" fmla="*/ 20 h 37"/>
                <a:gd name="T4" fmla="*/ 46 w 59"/>
                <a:gd name="T5" fmla="*/ 18 h 37"/>
                <a:gd name="T6" fmla="*/ 44 w 59"/>
                <a:gd name="T7" fmla="*/ 15 h 37"/>
                <a:gd name="T8" fmla="*/ 44 w 59"/>
                <a:gd name="T9" fmla="*/ 11 h 37"/>
                <a:gd name="T10" fmla="*/ 43 w 59"/>
                <a:gd name="T11" fmla="*/ 15 h 37"/>
                <a:gd name="T12" fmla="*/ 35 w 59"/>
                <a:gd name="T13" fmla="*/ 10 h 37"/>
                <a:gd name="T14" fmla="*/ 24 w 59"/>
                <a:gd name="T15" fmla="*/ 2 h 37"/>
                <a:gd name="T16" fmla="*/ 12 w 59"/>
                <a:gd name="T17" fmla="*/ 1 h 37"/>
                <a:gd name="T18" fmla="*/ 12 w 59"/>
                <a:gd name="T19" fmla="*/ 3 h 37"/>
                <a:gd name="T20" fmla="*/ 6 w 59"/>
                <a:gd name="T21" fmla="*/ 5 h 37"/>
                <a:gd name="T22" fmla="*/ 11 w 59"/>
                <a:gd name="T23" fmla="*/ 9 h 37"/>
                <a:gd name="T24" fmla="*/ 6 w 59"/>
                <a:gd name="T25" fmla="*/ 9 h 37"/>
                <a:gd name="T26" fmla="*/ 5 w 59"/>
                <a:gd name="T27" fmla="*/ 11 h 37"/>
                <a:gd name="T28" fmla="*/ 6 w 59"/>
                <a:gd name="T29" fmla="*/ 14 h 37"/>
                <a:gd name="T30" fmla="*/ 10 w 59"/>
                <a:gd name="T31" fmla="*/ 14 h 37"/>
                <a:gd name="T32" fmla="*/ 0 w 59"/>
                <a:gd name="T33" fmla="*/ 15 h 37"/>
                <a:gd name="T34" fmla="*/ 7 w 59"/>
                <a:gd name="T35" fmla="*/ 20 h 37"/>
                <a:gd name="T36" fmla="*/ 8 w 59"/>
                <a:gd name="T37" fmla="*/ 23 h 37"/>
                <a:gd name="T38" fmla="*/ 14 w 59"/>
                <a:gd name="T39" fmla="*/ 23 h 37"/>
                <a:gd name="T40" fmla="*/ 26 w 59"/>
                <a:gd name="T41" fmla="*/ 23 h 37"/>
                <a:gd name="T42" fmla="*/ 28 w 59"/>
                <a:gd name="T43" fmla="*/ 24 h 37"/>
                <a:gd name="T44" fmla="*/ 16 w 59"/>
                <a:gd name="T45" fmla="*/ 25 h 37"/>
                <a:gd name="T46" fmla="*/ 16 w 59"/>
                <a:gd name="T47" fmla="*/ 30 h 37"/>
                <a:gd name="T48" fmla="*/ 19 w 59"/>
                <a:gd name="T49" fmla="*/ 33 h 37"/>
                <a:gd name="T50" fmla="*/ 32 w 59"/>
                <a:gd name="T51" fmla="*/ 35 h 37"/>
                <a:gd name="T52" fmla="*/ 34 w 59"/>
                <a:gd name="T53" fmla="*/ 36 h 37"/>
                <a:gd name="T54" fmla="*/ 40 w 59"/>
                <a:gd name="T55" fmla="*/ 35 h 37"/>
                <a:gd name="T56" fmla="*/ 41 w 59"/>
                <a:gd name="T57" fmla="*/ 35 h 37"/>
                <a:gd name="T58" fmla="*/ 41 w 59"/>
                <a:gd name="T59" fmla="*/ 29 h 37"/>
                <a:gd name="T60" fmla="*/ 46 w 59"/>
                <a:gd name="T61" fmla="*/ 30 h 37"/>
                <a:gd name="T62" fmla="*/ 51 w 59"/>
                <a:gd name="T63" fmla="*/ 28 h 37"/>
                <a:gd name="T64" fmla="*/ 54 w 59"/>
                <a:gd name="T65" fmla="*/ 26 h 37"/>
                <a:gd name="T66" fmla="*/ 58 w 59"/>
                <a:gd name="T67" fmla="*/ 2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9" h="37">
                  <a:moveTo>
                    <a:pt x="58" y="24"/>
                  </a:moveTo>
                  <a:cubicBezTo>
                    <a:pt x="58" y="22"/>
                    <a:pt x="56" y="22"/>
                    <a:pt x="55" y="21"/>
                  </a:cubicBezTo>
                  <a:cubicBezTo>
                    <a:pt x="54" y="20"/>
                    <a:pt x="53" y="22"/>
                    <a:pt x="52" y="21"/>
                  </a:cubicBezTo>
                  <a:cubicBezTo>
                    <a:pt x="50" y="19"/>
                    <a:pt x="48" y="21"/>
                    <a:pt x="46" y="20"/>
                  </a:cubicBezTo>
                  <a:cubicBezTo>
                    <a:pt x="46" y="20"/>
                    <a:pt x="48" y="19"/>
                    <a:pt x="48" y="18"/>
                  </a:cubicBezTo>
                  <a:cubicBezTo>
                    <a:pt x="48" y="18"/>
                    <a:pt x="46" y="18"/>
                    <a:pt x="46" y="18"/>
                  </a:cubicBezTo>
                  <a:cubicBezTo>
                    <a:pt x="46" y="17"/>
                    <a:pt x="47" y="17"/>
                    <a:pt x="47" y="16"/>
                  </a:cubicBezTo>
                  <a:cubicBezTo>
                    <a:pt x="47" y="15"/>
                    <a:pt x="44" y="16"/>
                    <a:pt x="44" y="15"/>
                  </a:cubicBezTo>
                  <a:cubicBezTo>
                    <a:pt x="43" y="15"/>
                    <a:pt x="45" y="14"/>
                    <a:pt x="45" y="14"/>
                  </a:cubicBezTo>
                  <a:cubicBezTo>
                    <a:pt x="46" y="13"/>
                    <a:pt x="44" y="12"/>
                    <a:pt x="44" y="11"/>
                  </a:cubicBezTo>
                  <a:cubicBezTo>
                    <a:pt x="43" y="10"/>
                    <a:pt x="38" y="11"/>
                    <a:pt x="38" y="11"/>
                  </a:cubicBezTo>
                  <a:cubicBezTo>
                    <a:pt x="38" y="12"/>
                    <a:pt x="43" y="14"/>
                    <a:pt x="43" y="15"/>
                  </a:cubicBezTo>
                  <a:cubicBezTo>
                    <a:pt x="42" y="16"/>
                    <a:pt x="39" y="14"/>
                    <a:pt x="38" y="13"/>
                  </a:cubicBezTo>
                  <a:cubicBezTo>
                    <a:pt x="36" y="12"/>
                    <a:pt x="39" y="10"/>
                    <a:pt x="35" y="10"/>
                  </a:cubicBezTo>
                  <a:cubicBezTo>
                    <a:pt x="33" y="10"/>
                    <a:pt x="30" y="10"/>
                    <a:pt x="29" y="8"/>
                  </a:cubicBezTo>
                  <a:cubicBezTo>
                    <a:pt x="28" y="6"/>
                    <a:pt x="26" y="3"/>
                    <a:pt x="24" y="2"/>
                  </a:cubicBezTo>
                  <a:cubicBezTo>
                    <a:pt x="21" y="1"/>
                    <a:pt x="18" y="0"/>
                    <a:pt x="16" y="0"/>
                  </a:cubicBezTo>
                  <a:cubicBezTo>
                    <a:pt x="15" y="0"/>
                    <a:pt x="10" y="0"/>
                    <a:pt x="12" y="1"/>
                  </a:cubicBezTo>
                  <a:cubicBezTo>
                    <a:pt x="13" y="1"/>
                    <a:pt x="17" y="2"/>
                    <a:pt x="17" y="2"/>
                  </a:cubicBezTo>
                  <a:cubicBezTo>
                    <a:pt x="17" y="4"/>
                    <a:pt x="13" y="3"/>
                    <a:pt x="12" y="3"/>
                  </a:cubicBezTo>
                  <a:cubicBezTo>
                    <a:pt x="12" y="3"/>
                    <a:pt x="13" y="4"/>
                    <a:pt x="13" y="4"/>
                  </a:cubicBezTo>
                  <a:cubicBezTo>
                    <a:pt x="13" y="5"/>
                    <a:pt x="7" y="2"/>
                    <a:pt x="6" y="5"/>
                  </a:cubicBezTo>
                  <a:cubicBezTo>
                    <a:pt x="6" y="5"/>
                    <a:pt x="11" y="7"/>
                    <a:pt x="12" y="7"/>
                  </a:cubicBezTo>
                  <a:cubicBezTo>
                    <a:pt x="10" y="6"/>
                    <a:pt x="11" y="9"/>
                    <a:pt x="11" y="9"/>
                  </a:cubicBezTo>
                  <a:cubicBezTo>
                    <a:pt x="11" y="10"/>
                    <a:pt x="4" y="7"/>
                    <a:pt x="3" y="8"/>
                  </a:cubicBezTo>
                  <a:cubicBezTo>
                    <a:pt x="3" y="7"/>
                    <a:pt x="6" y="8"/>
                    <a:pt x="6" y="9"/>
                  </a:cubicBezTo>
                  <a:cubicBezTo>
                    <a:pt x="6" y="8"/>
                    <a:pt x="4" y="9"/>
                    <a:pt x="4" y="9"/>
                  </a:cubicBezTo>
                  <a:cubicBezTo>
                    <a:pt x="3" y="10"/>
                    <a:pt x="5" y="11"/>
                    <a:pt x="5" y="11"/>
                  </a:cubicBezTo>
                  <a:cubicBezTo>
                    <a:pt x="6" y="12"/>
                    <a:pt x="2" y="12"/>
                    <a:pt x="1" y="12"/>
                  </a:cubicBezTo>
                  <a:cubicBezTo>
                    <a:pt x="2" y="12"/>
                    <a:pt x="4" y="13"/>
                    <a:pt x="6" y="14"/>
                  </a:cubicBezTo>
                  <a:cubicBezTo>
                    <a:pt x="8" y="14"/>
                    <a:pt x="10" y="13"/>
                    <a:pt x="12" y="13"/>
                  </a:cubicBezTo>
                  <a:cubicBezTo>
                    <a:pt x="12" y="13"/>
                    <a:pt x="10" y="14"/>
                    <a:pt x="10" y="14"/>
                  </a:cubicBezTo>
                  <a:cubicBezTo>
                    <a:pt x="10" y="15"/>
                    <a:pt x="11" y="15"/>
                    <a:pt x="11" y="15"/>
                  </a:cubicBezTo>
                  <a:cubicBezTo>
                    <a:pt x="11" y="16"/>
                    <a:pt x="0" y="15"/>
                    <a:pt x="0" y="15"/>
                  </a:cubicBezTo>
                  <a:cubicBezTo>
                    <a:pt x="0" y="15"/>
                    <a:pt x="2" y="18"/>
                    <a:pt x="2" y="18"/>
                  </a:cubicBezTo>
                  <a:cubicBezTo>
                    <a:pt x="3" y="19"/>
                    <a:pt x="7" y="21"/>
                    <a:pt x="7" y="20"/>
                  </a:cubicBezTo>
                  <a:cubicBezTo>
                    <a:pt x="7" y="21"/>
                    <a:pt x="5" y="20"/>
                    <a:pt x="6" y="22"/>
                  </a:cubicBezTo>
                  <a:cubicBezTo>
                    <a:pt x="6" y="22"/>
                    <a:pt x="7" y="23"/>
                    <a:pt x="8" y="23"/>
                  </a:cubicBezTo>
                  <a:cubicBezTo>
                    <a:pt x="9" y="24"/>
                    <a:pt x="10" y="23"/>
                    <a:pt x="11" y="23"/>
                  </a:cubicBezTo>
                  <a:cubicBezTo>
                    <a:pt x="12" y="22"/>
                    <a:pt x="13" y="24"/>
                    <a:pt x="14" y="23"/>
                  </a:cubicBezTo>
                  <a:cubicBezTo>
                    <a:pt x="17" y="22"/>
                    <a:pt x="19" y="21"/>
                    <a:pt x="21" y="22"/>
                  </a:cubicBezTo>
                  <a:cubicBezTo>
                    <a:pt x="23" y="23"/>
                    <a:pt x="24" y="23"/>
                    <a:pt x="26" y="23"/>
                  </a:cubicBezTo>
                  <a:cubicBezTo>
                    <a:pt x="25" y="23"/>
                    <a:pt x="23" y="23"/>
                    <a:pt x="21" y="23"/>
                  </a:cubicBezTo>
                  <a:cubicBezTo>
                    <a:pt x="23" y="23"/>
                    <a:pt x="27" y="23"/>
                    <a:pt x="28" y="24"/>
                  </a:cubicBezTo>
                  <a:cubicBezTo>
                    <a:pt x="28" y="24"/>
                    <a:pt x="23" y="25"/>
                    <a:pt x="23" y="25"/>
                  </a:cubicBezTo>
                  <a:cubicBezTo>
                    <a:pt x="21" y="25"/>
                    <a:pt x="18" y="25"/>
                    <a:pt x="16" y="25"/>
                  </a:cubicBezTo>
                  <a:cubicBezTo>
                    <a:pt x="16" y="26"/>
                    <a:pt x="12" y="27"/>
                    <a:pt x="13" y="27"/>
                  </a:cubicBezTo>
                  <a:cubicBezTo>
                    <a:pt x="14" y="28"/>
                    <a:pt x="15" y="28"/>
                    <a:pt x="16" y="30"/>
                  </a:cubicBezTo>
                  <a:cubicBezTo>
                    <a:pt x="16" y="32"/>
                    <a:pt x="22" y="30"/>
                    <a:pt x="23" y="32"/>
                  </a:cubicBezTo>
                  <a:cubicBezTo>
                    <a:pt x="23" y="32"/>
                    <a:pt x="19" y="32"/>
                    <a:pt x="19" y="33"/>
                  </a:cubicBezTo>
                  <a:cubicBezTo>
                    <a:pt x="20" y="34"/>
                    <a:pt x="25" y="36"/>
                    <a:pt x="26" y="36"/>
                  </a:cubicBezTo>
                  <a:cubicBezTo>
                    <a:pt x="26" y="36"/>
                    <a:pt x="32" y="36"/>
                    <a:pt x="32" y="35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1" y="33"/>
                    <a:pt x="35" y="36"/>
                    <a:pt x="34" y="36"/>
                  </a:cubicBezTo>
                  <a:cubicBezTo>
                    <a:pt x="35" y="36"/>
                    <a:pt x="33" y="33"/>
                    <a:pt x="33" y="32"/>
                  </a:cubicBezTo>
                  <a:cubicBezTo>
                    <a:pt x="35" y="31"/>
                    <a:pt x="37" y="37"/>
                    <a:pt x="40" y="35"/>
                  </a:cubicBezTo>
                  <a:cubicBezTo>
                    <a:pt x="41" y="34"/>
                    <a:pt x="39" y="32"/>
                    <a:pt x="40" y="32"/>
                  </a:cubicBezTo>
                  <a:cubicBezTo>
                    <a:pt x="41" y="32"/>
                    <a:pt x="41" y="34"/>
                    <a:pt x="41" y="35"/>
                  </a:cubicBezTo>
                  <a:cubicBezTo>
                    <a:pt x="42" y="35"/>
                    <a:pt x="43" y="31"/>
                    <a:pt x="42" y="31"/>
                  </a:cubicBezTo>
                  <a:cubicBezTo>
                    <a:pt x="42" y="30"/>
                    <a:pt x="42" y="29"/>
                    <a:pt x="41" y="29"/>
                  </a:cubicBezTo>
                  <a:cubicBezTo>
                    <a:pt x="41" y="28"/>
                    <a:pt x="42" y="26"/>
                    <a:pt x="43" y="27"/>
                  </a:cubicBezTo>
                  <a:cubicBezTo>
                    <a:pt x="44" y="28"/>
                    <a:pt x="43" y="32"/>
                    <a:pt x="46" y="30"/>
                  </a:cubicBezTo>
                  <a:cubicBezTo>
                    <a:pt x="47" y="29"/>
                    <a:pt x="50" y="25"/>
                    <a:pt x="52" y="27"/>
                  </a:cubicBezTo>
                  <a:cubicBezTo>
                    <a:pt x="53" y="27"/>
                    <a:pt x="51" y="28"/>
                    <a:pt x="51" y="28"/>
                  </a:cubicBezTo>
                  <a:cubicBezTo>
                    <a:pt x="51" y="28"/>
                    <a:pt x="56" y="27"/>
                    <a:pt x="56" y="27"/>
                  </a:cubicBezTo>
                  <a:cubicBezTo>
                    <a:pt x="56" y="27"/>
                    <a:pt x="54" y="27"/>
                    <a:pt x="54" y="26"/>
                  </a:cubicBezTo>
                  <a:cubicBezTo>
                    <a:pt x="54" y="25"/>
                    <a:pt x="59" y="25"/>
                    <a:pt x="58" y="24"/>
                  </a:cubicBezTo>
                  <a:cubicBezTo>
                    <a:pt x="58" y="22"/>
                    <a:pt x="58" y="25"/>
                    <a:pt x="58" y="2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0" name="Freeform 602">
              <a:extLst>
                <a:ext uri="{FF2B5EF4-FFF2-40B4-BE49-F238E27FC236}">
                  <a16:creationId xmlns:a16="http://schemas.microsoft.com/office/drawing/2014/main" id="{3955763D-5DB0-365E-6DB9-B5AEF5072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5419" y="1542940"/>
              <a:ext cx="1823581" cy="1004987"/>
            </a:xfrm>
            <a:custGeom>
              <a:avLst/>
              <a:gdLst>
                <a:gd name="T0" fmla="*/ 15 w 156"/>
                <a:gd name="T1" fmla="*/ 77 h 81"/>
                <a:gd name="T2" fmla="*/ 27 w 156"/>
                <a:gd name="T3" fmla="*/ 76 h 81"/>
                <a:gd name="T4" fmla="*/ 37 w 156"/>
                <a:gd name="T5" fmla="*/ 78 h 81"/>
                <a:gd name="T6" fmla="*/ 48 w 156"/>
                <a:gd name="T7" fmla="*/ 77 h 81"/>
                <a:gd name="T8" fmla="*/ 65 w 156"/>
                <a:gd name="T9" fmla="*/ 76 h 81"/>
                <a:gd name="T10" fmla="*/ 59 w 156"/>
                <a:gd name="T11" fmla="*/ 70 h 81"/>
                <a:gd name="T12" fmla="*/ 50 w 156"/>
                <a:gd name="T13" fmla="*/ 65 h 81"/>
                <a:gd name="T14" fmla="*/ 73 w 156"/>
                <a:gd name="T15" fmla="*/ 61 h 81"/>
                <a:gd name="T16" fmla="*/ 76 w 156"/>
                <a:gd name="T17" fmla="*/ 55 h 81"/>
                <a:gd name="T18" fmla="*/ 71 w 156"/>
                <a:gd name="T19" fmla="*/ 50 h 81"/>
                <a:gd name="T20" fmla="*/ 72 w 156"/>
                <a:gd name="T21" fmla="*/ 48 h 81"/>
                <a:gd name="T22" fmla="*/ 78 w 156"/>
                <a:gd name="T23" fmla="*/ 45 h 81"/>
                <a:gd name="T24" fmla="*/ 90 w 156"/>
                <a:gd name="T25" fmla="*/ 44 h 81"/>
                <a:gd name="T26" fmla="*/ 105 w 156"/>
                <a:gd name="T27" fmla="*/ 37 h 81"/>
                <a:gd name="T28" fmla="*/ 105 w 156"/>
                <a:gd name="T29" fmla="*/ 32 h 81"/>
                <a:gd name="T30" fmla="*/ 136 w 156"/>
                <a:gd name="T31" fmla="*/ 21 h 81"/>
                <a:gd name="T32" fmla="*/ 115 w 156"/>
                <a:gd name="T33" fmla="*/ 23 h 81"/>
                <a:gd name="T34" fmla="*/ 134 w 156"/>
                <a:gd name="T35" fmla="*/ 18 h 81"/>
                <a:gd name="T36" fmla="*/ 146 w 156"/>
                <a:gd name="T37" fmla="*/ 10 h 81"/>
                <a:gd name="T38" fmla="*/ 133 w 156"/>
                <a:gd name="T39" fmla="*/ 5 h 81"/>
                <a:gd name="T40" fmla="*/ 121 w 156"/>
                <a:gd name="T41" fmla="*/ 5 h 81"/>
                <a:gd name="T42" fmla="*/ 100 w 156"/>
                <a:gd name="T43" fmla="*/ 2 h 81"/>
                <a:gd name="T44" fmla="*/ 91 w 156"/>
                <a:gd name="T45" fmla="*/ 5 h 81"/>
                <a:gd name="T46" fmla="*/ 80 w 156"/>
                <a:gd name="T47" fmla="*/ 8 h 81"/>
                <a:gd name="T48" fmla="*/ 58 w 156"/>
                <a:gd name="T49" fmla="*/ 4 h 81"/>
                <a:gd name="T50" fmla="*/ 52 w 156"/>
                <a:gd name="T51" fmla="*/ 5 h 81"/>
                <a:gd name="T52" fmla="*/ 46 w 156"/>
                <a:gd name="T53" fmla="*/ 10 h 81"/>
                <a:gd name="T54" fmla="*/ 45 w 156"/>
                <a:gd name="T55" fmla="*/ 12 h 81"/>
                <a:gd name="T56" fmla="*/ 31 w 156"/>
                <a:gd name="T57" fmla="*/ 10 h 81"/>
                <a:gd name="T58" fmla="*/ 34 w 156"/>
                <a:gd name="T59" fmla="*/ 16 h 81"/>
                <a:gd name="T60" fmla="*/ 23 w 156"/>
                <a:gd name="T61" fmla="*/ 16 h 81"/>
                <a:gd name="T62" fmla="*/ 5 w 156"/>
                <a:gd name="T63" fmla="*/ 17 h 81"/>
                <a:gd name="T64" fmla="*/ 11 w 156"/>
                <a:gd name="T65" fmla="*/ 21 h 81"/>
                <a:gd name="T66" fmla="*/ 13 w 156"/>
                <a:gd name="T67" fmla="*/ 26 h 81"/>
                <a:gd name="T68" fmla="*/ 23 w 156"/>
                <a:gd name="T69" fmla="*/ 27 h 81"/>
                <a:gd name="T70" fmla="*/ 20 w 156"/>
                <a:gd name="T71" fmla="*/ 31 h 81"/>
                <a:gd name="T72" fmla="*/ 26 w 156"/>
                <a:gd name="T73" fmla="*/ 30 h 81"/>
                <a:gd name="T74" fmla="*/ 42 w 156"/>
                <a:gd name="T75" fmla="*/ 30 h 81"/>
                <a:gd name="T76" fmla="*/ 52 w 156"/>
                <a:gd name="T77" fmla="*/ 31 h 81"/>
                <a:gd name="T78" fmla="*/ 73 w 156"/>
                <a:gd name="T79" fmla="*/ 21 h 81"/>
                <a:gd name="T80" fmla="*/ 60 w 156"/>
                <a:gd name="T81" fmla="*/ 31 h 81"/>
                <a:gd name="T82" fmla="*/ 44 w 156"/>
                <a:gd name="T83" fmla="*/ 35 h 81"/>
                <a:gd name="T84" fmla="*/ 58 w 156"/>
                <a:gd name="T85" fmla="*/ 42 h 81"/>
                <a:gd name="T86" fmla="*/ 32 w 156"/>
                <a:gd name="T87" fmla="*/ 39 h 81"/>
                <a:gd name="T88" fmla="*/ 42 w 156"/>
                <a:gd name="T89" fmla="*/ 50 h 81"/>
                <a:gd name="T90" fmla="*/ 44 w 156"/>
                <a:gd name="T91" fmla="*/ 52 h 81"/>
                <a:gd name="T92" fmla="*/ 30 w 156"/>
                <a:gd name="T93" fmla="*/ 52 h 81"/>
                <a:gd name="T94" fmla="*/ 27 w 156"/>
                <a:gd name="T95" fmla="*/ 59 h 81"/>
                <a:gd name="T96" fmla="*/ 36 w 156"/>
                <a:gd name="T97" fmla="*/ 57 h 81"/>
                <a:gd name="T98" fmla="*/ 34 w 156"/>
                <a:gd name="T99" fmla="*/ 60 h 81"/>
                <a:gd name="T100" fmla="*/ 37 w 156"/>
                <a:gd name="T101" fmla="*/ 65 h 81"/>
                <a:gd name="T102" fmla="*/ 38 w 156"/>
                <a:gd name="T103" fmla="*/ 68 h 81"/>
                <a:gd name="T104" fmla="*/ 19 w 156"/>
                <a:gd name="T105" fmla="*/ 6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6" h="81">
                  <a:moveTo>
                    <a:pt x="26" y="70"/>
                  </a:moveTo>
                  <a:cubicBezTo>
                    <a:pt x="22" y="70"/>
                    <a:pt x="17" y="70"/>
                    <a:pt x="13" y="71"/>
                  </a:cubicBezTo>
                  <a:cubicBezTo>
                    <a:pt x="11" y="72"/>
                    <a:pt x="11" y="75"/>
                    <a:pt x="12" y="76"/>
                  </a:cubicBezTo>
                  <a:cubicBezTo>
                    <a:pt x="13" y="77"/>
                    <a:pt x="15" y="78"/>
                    <a:pt x="15" y="77"/>
                  </a:cubicBezTo>
                  <a:cubicBezTo>
                    <a:pt x="17" y="77"/>
                    <a:pt x="16" y="76"/>
                    <a:pt x="17" y="75"/>
                  </a:cubicBezTo>
                  <a:cubicBezTo>
                    <a:pt x="17" y="75"/>
                    <a:pt x="17" y="78"/>
                    <a:pt x="17" y="78"/>
                  </a:cubicBezTo>
                  <a:cubicBezTo>
                    <a:pt x="19" y="78"/>
                    <a:pt x="22" y="78"/>
                    <a:pt x="24" y="78"/>
                  </a:cubicBezTo>
                  <a:cubicBezTo>
                    <a:pt x="26" y="78"/>
                    <a:pt x="26" y="76"/>
                    <a:pt x="27" y="76"/>
                  </a:cubicBezTo>
                  <a:cubicBezTo>
                    <a:pt x="29" y="76"/>
                    <a:pt x="27" y="78"/>
                    <a:pt x="27" y="78"/>
                  </a:cubicBezTo>
                  <a:cubicBezTo>
                    <a:pt x="27" y="78"/>
                    <a:pt x="37" y="79"/>
                    <a:pt x="37" y="78"/>
                  </a:cubicBezTo>
                  <a:cubicBezTo>
                    <a:pt x="37" y="78"/>
                    <a:pt x="35" y="77"/>
                    <a:pt x="34" y="76"/>
                  </a:cubicBezTo>
                  <a:cubicBezTo>
                    <a:pt x="34" y="76"/>
                    <a:pt x="38" y="77"/>
                    <a:pt x="37" y="78"/>
                  </a:cubicBezTo>
                  <a:cubicBezTo>
                    <a:pt x="38" y="77"/>
                    <a:pt x="37" y="76"/>
                    <a:pt x="38" y="76"/>
                  </a:cubicBezTo>
                  <a:cubicBezTo>
                    <a:pt x="38" y="76"/>
                    <a:pt x="40" y="77"/>
                    <a:pt x="41" y="77"/>
                  </a:cubicBezTo>
                  <a:cubicBezTo>
                    <a:pt x="43" y="79"/>
                    <a:pt x="41" y="76"/>
                    <a:pt x="42" y="75"/>
                  </a:cubicBezTo>
                  <a:cubicBezTo>
                    <a:pt x="42" y="75"/>
                    <a:pt x="48" y="78"/>
                    <a:pt x="48" y="77"/>
                  </a:cubicBezTo>
                  <a:cubicBezTo>
                    <a:pt x="48" y="76"/>
                    <a:pt x="46" y="76"/>
                    <a:pt x="46" y="75"/>
                  </a:cubicBezTo>
                  <a:cubicBezTo>
                    <a:pt x="46" y="75"/>
                    <a:pt x="53" y="76"/>
                    <a:pt x="53" y="76"/>
                  </a:cubicBezTo>
                  <a:cubicBezTo>
                    <a:pt x="57" y="76"/>
                    <a:pt x="52" y="79"/>
                    <a:pt x="52" y="80"/>
                  </a:cubicBezTo>
                  <a:cubicBezTo>
                    <a:pt x="52" y="81"/>
                    <a:pt x="64" y="76"/>
                    <a:pt x="65" y="76"/>
                  </a:cubicBezTo>
                  <a:cubicBezTo>
                    <a:pt x="67" y="76"/>
                    <a:pt x="72" y="73"/>
                    <a:pt x="68" y="72"/>
                  </a:cubicBezTo>
                  <a:cubicBezTo>
                    <a:pt x="66" y="71"/>
                    <a:pt x="63" y="73"/>
                    <a:pt x="61" y="72"/>
                  </a:cubicBezTo>
                  <a:cubicBezTo>
                    <a:pt x="61" y="72"/>
                    <a:pt x="63" y="70"/>
                    <a:pt x="63" y="70"/>
                  </a:cubicBezTo>
                  <a:cubicBezTo>
                    <a:pt x="63" y="69"/>
                    <a:pt x="60" y="70"/>
                    <a:pt x="59" y="70"/>
                  </a:cubicBezTo>
                  <a:cubicBezTo>
                    <a:pt x="57" y="70"/>
                    <a:pt x="56" y="68"/>
                    <a:pt x="54" y="68"/>
                  </a:cubicBezTo>
                  <a:cubicBezTo>
                    <a:pt x="53" y="69"/>
                    <a:pt x="50" y="70"/>
                    <a:pt x="48" y="69"/>
                  </a:cubicBezTo>
                  <a:cubicBezTo>
                    <a:pt x="49" y="69"/>
                    <a:pt x="50" y="69"/>
                    <a:pt x="51" y="69"/>
                  </a:cubicBezTo>
                  <a:cubicBezTo>
                    <a:pt x="52" y="68"/>
                    <a:pt x="50" y="66"/>
                    <a:pt x="50" y="65"/>
                  </a:cubicBezTo>
                  <a:cubicBezTo>
                    <a:pt x="50" y="67"/>
                    <a:pt x="59" y="68"/>
                    <a:pt x="60" y="68"/>
                  </a:cubicBezTo>
                  <a:cubicBezTo>
                    <a:pt x="61" y="68"/>
                    <a:pt x="63" y="68"/>
                    <a:pt x="65" y="68"/>
                  </a:cubicBezTo>
                  <a:cubicBezTo>
                    <a:pt x="67" y="68"/>
                    <a:pt x="69" y="65"/>
                    <a:pt x="68" y="64"/>
                  </a:cubicBezTo>
                  <a:cubicBezTo>
                    <a:pt x="65" y="61"/>
                    <a:pt x="71" y="61"/>
                    <a:pt x="73" y="61"/>
                  </a:cubicBezTo>
                  <a:cubicBezTo>
                    <a:pt x="74" y="61"/>
                    <a:pt x="79" y="61"/>
                    <a:pt x="80" y="60"/>
                  </a:cubicBezTo>
                  <a:cubicBezTo>
                    <a:pt x="80" y="60"/>
                    <a:pt x="75" y="58"/>
                    <a:pt x="75" y="58"/>
                  </a:cubicBezTo>
                  <a:cubicBezTo>
                    <a:pt x="77" y="57"/>
                    <a:pt x="81" y="59"/>
                    <a:pt x="82" y="57"/>
                  </a:cubicBezTo>
                  <a:cubicBezTo>
                    <a:pt x="83" y="56"/>
                    <a:pt x="77" y="55"/>
                    <a:pt x="76" y="55"/>
                  </a:cubicBezTo>
                  <a:cubicBezTo>
                    <a:pt x="77" y="55"/>
                    <a:pt x="84" y="54"/>
                    <a:pt x="85" y="53"/>
                  </a:cubicBezTo>
                  <a:cubicBezTo>
                    <a:pt x="87" y="52"/>
                    <a:pt x="77" y="50"/>
                    <a:pt x="77" y="51"/>
                  </a:cubicBezTo>
                  <a:cubicBezTo>
                    <a:pt x="77" y="50"/>
                    <a:pt x="79" y="50"/>
                    <a:pt x="79" y="50"/>
                  </a:cubicBezTo>
                  <a:cubicBezTo>
                    <a:pt x="79" y="49"/>
                    <a:pt x="72" y="50"/>
                    <a:pt x="71" y="50"/>
                  </a:cubicBezTo>
                  <a:cubicBezTo>
                    <a:pt x="69" y="50"/>
                    <a:pt x="68" y="51"/>
                    <a:pt x="66" y="52"/>
                  </a:cubicBezTo>
                  <a:cubicBezTo>
                    <a:pt x="67" y="52"/>
                    <a:pt x="70" y="49"/>
                    <a:pt x="68" y="49"/>
                  </a:cubicBezTo>
                  <a:cubicBezTo>
                    <a:pt x="68" y="49"/>
                    <a:pt x="64" y="49"/>
                    <a:pt x="64" y="48"/>
                  </a:cubicBezTo>
                  <a:cubicBezTo>
                    <a:pt x="64" y="48"/>
                    <a:pt x="71" y="48"/>
                    <a:pt x="72" y="48"/>
                  </a:cubicBezTo>
                  <a:cubicBezTo>
                    <a:pt x="71" y="48"/>
                    <a:pt x="68" y="47"/>
                    <a:pt x="68" y="47"/>
                  </a:cubicBezTo>
                  <a:cubicBezTo>
                    <a:pt x="69" y="46"/>
                    <a:pt x="72" y="48"/>
                    <a:pt x="74" y="47"/>
                  </a:cubicBezTo>
                  <a:cubicBezTo>
                    <a:pt x="73" y="47"/>
                    <a:pt x="69" y="46"/>
                    <a:pt x="69" y="46"/>
                  </a:cubicBezTo>
                  <a:cubicBezTo>
                    <a:pt x="69" y="45"/>
                    <a:pt x="77" y="46"/>
                    <a:pt x="78" y="45"/>
                  </a:cubicBezTo>
                  <a:cubicBezTo>
                    <a:pt x="78" y="45"/>
                    <a:pt x="75" y="44"/>
                    <a:pt x="75" y="44"/>
                  </a:cubicBezTo>
                  <a:cubicBezTo>
                    <a:pt x="74" y="44"/>
                    <a:pt x="77" y="44"/>
                    <a:pt x="77" y="44"/>
                  </a:cubicBezTo>
                  <a:cubicBezTo>
                    <a:pt x="79" y="45"/>
                    <a:pt x="80" y="46"/>
                    <a:pt x="82" y="46"/>
                  </a:cubicBezTo>
                  <a:cubicBezTo>
                    <a:pt x="84" y="46"/>
                    <a:pt x="87" y="45"/>
                    <a:pt x="90" y="44"/>
                  </a:cubicBezTo>
                  <a:cubicBezTo>
                    <a:pt x="98" y="43"/>
                    <a:pt x="85" y="42"/>
                    <a:pt x="84" y="40"/>
                  </a:cubicBezTo>
                  <a:cubicBezTo>
                    <a:pt x="84" y="39"/>
                    <a:pt x="93" y="40"/>
                    <a:pt x="94" y="41"/>
                  </a:cubicBezTo>
                  <a:cubicBezTo>
                    <a:pt x="96" y="42"/>
                    <a:pt x="97" y="42"/>
                    <a:pt x="100" y="41"/>
                  </a:cubicBezTo>
                  <a:cubicBezTo>
                    <a:pt x="101" y="41"/>
                    <a:pt x="106" y="39"/>
                    <a:pt x="105" y="37"/>
                  </a:cubicBezTo>
                  <a:cubicBezTo>
                    <a:pt x="105" y="36"/>
                    <a:pt x="94" y="41"/>
                    <a:pt x="97" y="36"/>
                  </a:cubicBezTo>
                  <a:cubicBezTo>
                    <a:pt x="96" y="37"/>
                    <a:pt x="101" y="37"/>
                    <a:pt x="101" y="37"/>
                  </a:cubicBezTo>
                  <a:cubicBezTo>
                    <a:pt x="104" y="37"/>
                    <a:pt x="106" y="36"/>
                    <a:pt x="108" y="36"/>
                  </a:cubicBezTo>
                  <a:cubicBezTo>
                    <a:pt x="108" y="35"/>
                    <a:pt x="105" y="32"/>
                    <a:pt x="105" y="32"/>
                  </a:cubicBezTo>
                  <a:cubicBezTo>
                    <a:pt x="106" y="32"/>
                    <a:pt x="107" y="33"/>
                    <a:pt x="107" y="34"/>
                  </a:cubicBezTo>
                  <a:cubicBezTo>
                    <a:pt x="108" y="35"/>
                    <a:pt x="110" y="34"/>
                    <a:pt x="111" y="34"/>
                  </a:cubicBezTo>
                  <a:cubicBezTo>
                    <a:pt x="114" y="32"/>
                    <a:pt x="116" y="30"/>
                    <a:pt x="119" y="29"/>
                  </a:cubicBezTo>
                  <a:cubicBezTo>
                    <a:pt x="121" y="28"/>
                    <a:pt x="136" y="22"/>
                    <a:pt x="136" y="21"/>
                  </a:cubicBezTo>
                  <a:cubicBezTo>
                    <a:pt x="136" y="20"/>
                    <a:pt x="123" y="23"/>
                    <a:pt x="122" y="23"/>
                  </a:cubicBezTo>
                  <a:cubicBezTo>
                    <a:pt x="119" y="24"/>
                    <a:pt x="116" y="24"/>
                    <a:pt x="112" y="25"/>
                  </a:cubicBezTo>
                  <a:cubicBezTo>
                    <a:pt x="112" y="25"/>
                    <a:pt x="108" y="25"/>
                    <a:pt x="108" y="25"/>
                  </a:cubicBezTo>
                  <a:cubicBezTo>
                    <a:pt x="108" y="24"/>
                    <a:pt x="114" y="24"/>
                    <a:pt x="115" y="23"/>
                  </a:cubicBezTo>
                  <a:cubicBezTo>
                    <a:pt x="116" y="23"/>
                    <a:pt x="123" y="22"/>
                    <a:pt x="123" y="21"/>
                  </a:cubicBezTo>
                  <a:cubicBezTo>
                    <a:pt x="123" y="22"/>
                    <a:pt x="113" y="20"/>
                    <a:pt x="114" y="19"/>
                  </a:cubicBezTo>
                  <a:cubicBezTo>
                    <a:pt x="114" y="19"/>
                    <a:pt x="126" y="20"/>
                    <a:pt x="127" y="19"/>
                  </a:cubicBezTo>
                  <a:cubicBezTo>
                    <a:pt x="129" y="19"/>
                    <a:pt x="132" y="18"/>
                    <a:pt x="134" y="18"/>
                  </a:cubicBezTo>
                  <a:cubicBezTo>
                    <a:pt x="135" y="18"/>
                    <a:pt x="137" y="18"/>
                    <a:pt x="138" y="18"/>
                  </a:cubicBezTo>
                  <a:cubicBezTo>
                    <a:pt x="142" y="17"/>
                    <a:pt x="146" y="16"/>
                    <a:pt x="149" y="15"/>
                  </a:cubicBezTo>
                  <a:cubicBezTo>
                    <a:pt x="149" y="15"/>
                    <a:pt x="156" y="11"/>
                    <a:pt x="153" y="10"/>
                  </a:cubicBezTo>
                  <a:cubicBezTo>
                    <a:pt x="151" y="10"/>
                    <a:pt x="148" y="10"/>
                    <a:pt x="146" y="10"/>
                  </a:cubicBezTo>
                  <a:cubicBezTo>
                    <a:pt x="145" y="9"/>
                    <a:pt x="143" y="10"/>
                    <a:pt x="143" y="9"/>
                  </a:cubicBezTo>
                  <a:cubicBezTo>
                    <a:pt x="143" y="7"/>
                    <a:pt x="141" y="7"/>
                    <a:pt x="141" y="5"/>
                  </a:cubicBezTo>
                  <a:cubicBezTo>
                    <a:pt x="141" y="5"/>
                    <a:pt x="137" y="6"/>
                    <a:pt x="136" y="6"/>
                  </a:cubicBezTo>
                  <a:cubicBezTo>
                    <a:pt x="135" y="5"/>
                    <a:pt x="134" y="3"/>
                    <a:pt x="133" y="5"/>
                  </a:cubicBezTo>
                  <a:cubicBezTo>
                    <a:pt x="133" y="5"/>
                    <a:pt x="127" y="6"/>
                    <a:pt x="126" y="6"/>
                  </a:cubicBezTo>
                  <a:cubicBezTo>
                    <a:pt x="124" y="7"/>
                    <a:pt x="122" y="7"/>
                    <a:pt x="120" y="7"/>
                  </a:cubicBezTo>
                  <a:cubicBezTo>
                    <a:pt x="120" y="7"/>
                    <a:pt x="116" y="7"/>
                    <a:pt x="116" y="7"/>
                  </a:cubicBezTo>
                  <a:cubicBezTo>
                    <a:pt x="116" y="6"/>
                    <a:pt x="120" y="6"/>
                    <a:pt x="121" y="5"/>
                  </a:cubicBezTo>
                  <a:cubicBezTo>
                    <a:pt x="123" y="5"/>
                    <a:pt x="125" y="4"/>
                    <a:pt x="126" y="3"/>
                  </a:cubicBezTo>
                  <a:cubicBezTo>
                    <a:pt x="124" y="6"/>
                    <a:pt x="103" y="0"/>
                    <a:pt x="102" y="2"/>
                  </a:cubicBezTo>
                  <a:cubicBezTo>
                    <a:pt x="102" y="3"/>
                    <a:pt x="104" y="3"/>
                    <a:pt x="105" y="4"/>
                  </a:cubicBezTo>
                  <a:cubicBezTo>
                    <a:pt x="105" y="5"/>
                    <a:pt x="100" y="2"/>
                    <a:pt x="100" y="2"/>
                  </a:cubicBezTo>
                  <a:cubicBezTo>
                    <a:pt x="98" y="1"/>
                    <a:pt x="95" y="2"/>
                    <a:pt x="94" y="2"/>
                  </a:cubicBezTo>
                  <a:cubicBezTo>
                    <a:pt x="93" y="2"/>
                    <a:pt x="90" y="2"/>
                    <a:pt x="91" y="3"/>
                  </a:cubicBezTo>
                  <a:cubicBezTo>
                    <a:pt x="92" y="4"/>
                    <a:pt x="94" y="7"/>
                    <a:pt x="95" y="6"/>
                  </a:cubicBezTo>
                  <a:cubicBezTo>
                    <a:pt x="95" y="7"/>
                    <a:pt x="91" y="6"/>
                    <a:pt x="91" y="5"/>
                  </a:cubicBezTo>
                  <a:cubicBezTo>
                    <a:pt x="88" y="5"/>
                    <a:pt x="87" y="2"/>
                    <a:pt x="85" y="2"/>
                  </a:cubicBezTo>
                  <a:cubicBezTo>
                    <a:pt x="81" y="2"/>
                    <a:pt x="78" y="2"/>
                    <a:pt x="75" y="2"/>
                  </a:cubicBezTo>
                  <a:cubicBezTo>
                    <a:pt x="70" y="3"/>
                    <a:pt x="73" y="4"/>
                    <a:pt x="76" y="5"/>
                  </a:cubicBezTo>
                  <a:cubicBezTo>
                    <a:pt x="77" y="6"/>
                    <a:pt x="79" y="7"/>
                    <a:pt x="80" y="8"/>
                  </a:cubicBezTo>
                  <a:cubicBezTo>
                    <a:pt x="80" y="8"/>
                    <a:pt x="77" y="10"/>
                    <a:pt x="77" y="10"/>
                  </a:cubicBezTo>
                  <a:cubicBezTo>
                    <a:pt x="76" y="10"/>
                    <a:pt x="78" y="9"/>
                    <a:pt x="78" y="9"/>
                  </a:cubicBezTo>
                  <a:cubicBezTo>
                    <a:pt x="78" y="8"/>
                    <a:pt x="71" y="4"/>
                    <a:pt x="70" y="4"/>
                  </a:cubicBezTo>
                  <a:cubicBezTo>
                    <a:pt x="66" y="4"/>
                    <a:pt x="62" y="3"/>
                    <a:pt x="58" y="4"/>
                  </a:cubicBezTo>
                  <a:cubicBezTo>
                    <a:pt x="58" y="4"/>
                    <a:pt x="60" y="6"/>
                    <a:pt x="61" y="6"/>
                  </a:cubicBezTo>
                  <a:cubicBezTo>
                    <a:pt x="62" y="6"/>
                    <a:pt x="64" y="7"/>
                    <a:pt x="66" y="6"/>
                  </a:cubicBezTo>
                  <a:cubicBezTo>
                    <a:pt x="64" y="7"/>
                    <a:pt x="61" y="8"/>
                    <a:pt x="59" y="7"/>
                  </a:cubicBezTo>
                  <a:cubicBezTo>
                    <a:pt x="58" y="7"/>
                    <a:pt x="51" y="4"/>
                    <a:pt x="52" y="5"/>
                  </a:cubicBezTo>
                  <a:cubicBezTo>
                    <a:pt x="52" y="4"/>
                    <a:pt x="57" y="10"/>
                    <a:pt x="53" y="9"/>
                  </a:cubicBezTo>
                  <a:cubicBezTo>
                    <a:pt x="52" y="8"/>
                    <a:pt x="49" y="7"/>
                    <a:pt x="47" y="8"/>
                  </a:cubicBezTo>
                  <a:cubicBezTo>
                    <a:pt x="48" y="8"/>
                    <a:pt x="51" y="9"/>
                    <a:pt x="51" y="9"/>
                  </a:cubicBezTo>
                  <a:cubicBezTo>
                    <a:pt x="50" y="10"/>
                    <a:pt x="46" y="8"/>
                    <a:pt x="46" y="10"/>
                  </a:cubicBezTo>
                  <a:cubicBezTo>
                    <a:pt x="46" y="11"/>
                    <a:pt x="50" y="12"/>
                    <a:pt x="51" y="13"/>
                  </a:cubicBezTo>
                  <a:cubicBezTo>
                    <a:pt x="54" y="13"/>
                    <a:pt x="61" y="14"/>
                    <a:pt x="61" y="17"/>
                  </a:cubicBezTo>
                  <a:cubicBezTo>
                    <a:pt x="61" y="16"/>
                    <a:pt x="54" y="15"/>
                    <a:pt x="52" y="14"/>
                  </a:cubicBezTo>
                  <a:cubicBezTo>
                    <a:pt x="50" y="14"/>
                    <a:pt x="47" y="11"/>
                    <a:pt x="45" y="12"/>
                  </a:cubicBezTo>
                  <a:cubicBezTo>
                    <a:pt x="45" y="12"/>
                    <a:pt x="48" y="14"/>
                    <a:pt x="48" y="14"/>
                  </a:cubicBezTo>
                  <a:cubicBezTo>
                    <a:pt x="48" y="14"/>
                    <a:pt x="45" y="15"/>
                    <a:pt x="45" y="14"/>
                  </a:cubicBezTo>
                  <a:cubicBezTo>
                    <a:pt x="43" y="13"/>
                    <a:pt x="42" y="12"/>
                    <a:pt x="40" y="11"/>
                  </a:cubicBezTo>
                  <a:cubicBezTo>
                    <a:pt x="39" y="10"/>
                    <a:pt x="31" y="10"/>
                    <a:pt x="31" y="10"/>
                  </a:cubicBezTo>
                  <a:cubicBezTo>
                    <a:pt x="31" y="11"/>
                    <a:pt x="34" y="11"/>
                    <a:pt x="31" y="12"/>
                  </a:cubicBezTo>
                  <a:cubicBezTo>
                    <a:pt x="30" y="12"/>
                    <a:pt x="25" y="14"/>
                    <a:pt x="25" y="14"/>
                  </a:cubicBezTo>
                  <a:cubicBezTo>
                    <a:pt x="26" y="14"/>
                    <a:pt x="29" y="13"/>
                    <a:pt x="29" y="13"/>
                  </a:cubicBezTo>
                  <a:cubicBezTo>
                    <a:pt x="30" y="14"/>
                    <a:pt x="34" y="16"/>
                    <a:pt x="34" y="16"/>
                  </a:cubicBezTo>
                  <a:cubicBezTo>
                    <a:pt x="34" y="16"/>
                    <a:pt x="31" y="15"/>
                    <a:pt x="31" y="16"/>
                  </a:cubicBezTo>
                  <a:cubicBezTo>
                    <a:pt x="31" y="16"/>
                    <a:pt x="32" y="19"/>
                    <a:pt x="30" y="17"/>
                  </a:cubicBezTo>
                  <a:cubicBezTo>
                    <a:pt x="29" y="16"/>
                    <a:pt x="28" y="14"/>
                    <a:pt x="26" y="15"/>
                  </a:cubicBezTo>
                  <a:cubicBezTo>
                    <a:pt x="25" y="15"/>
                    <a:pt x="24" y="17"/>
                    <a:pt x="23" y="16"/>
                  </a:cubicBezTo>
                  <a:cubicBezTo>
                    <a:pt x="22" y="15"/>
                    <a:pt x="21" y="14"/>
                    <a:pt x="19" y="14"/>
                  </a:cubicBezTo>
                  <a:cubicBezTo>
                    <a:pt x="18" y="14"/>
                    <a:pt x="15" y="15"/>
                    <a:pt x="14" y="16"/>
                  </a:cubicBezTo>
                  <a:cubicBezTo>
                    <a:pt x="12" y="17"/>
                    <a:pt x="13" y="18"/>
                    <a:pt x="10" y="17"/>
                  </a:cubicBezTo>
                  <a:cubicBezTo>
                    <a:pt x="8" y="16"/>
                    <a:pt x="7" y="17"/>
                    <a:pt x="5" y="17"/>
                  </a:cubicBezTo>
                  <a:cubicBezTo>
                    <a:pt x="4" y="18"/>
                    <a:pt x="0" y="18"/>
                    <a:pt x="0" y="19"/>
                  </a:cubicBezTo>
                  <a:cubicBezTo>
                    <a:pt x="0" y="21"/>
                    <a:pt x="9" y="19"/>
                    <a:pt x="9" y="20"/>
                  </a:cubicBezTo>
                  <a:cubicBezTo>
                    <a:pt x="9" y="21"/>
                    <a:pt x="6" y="21"/>
                    <a:pt x="5" y="22"/>
                  </a:cubicBezTo>
                  <a:cubicBezTo>
                    <a:pt x="5" y="21"/>
                    <a:pt x="10" y="21"/>
                    <a:pt x="11" y="21"/>
                  </a:cubicBezTo>
                  <a:cubicBezTo>
                    <a:pt x="12" y="21"/>
                    <a:pt x="17" y="21"/>
                    <a:pt x="17" y="21"/>
                  </a:cubicBezTo>
                  <a:cubicBezTo>
                    <a:pt x="17" y="21"/>
                    <a:pt x="15" y="22"/>
                    <a:pt x="14" y="22"/>
                  </a:cubicBezTo>
                  <a:cubicBezTo>
                    <a:pt x="12" y="22"/>
                    <a:pt x="11" y="22"/>
                    <a:pt x="9" y="24"/>
                  </a:cubicBezTo>
                  <a:cubicBezTo>
                    <a:pt x="5" y="26"/>
                    <a:pt x="12" y="26"/>
                    <a:pt x="13" y="26"/>
                  </a:cubicBezTo>
                  <a:cubicBezTo>
                    <a:pt x="17" y="27"/>
                    <a:pt x="20" y="27"/>
                    <a:pt x="24" y="26"/>
                  </a:cubicBezTo>
                  <a:cubicBezTo>
                    <a:pt x="26" y="25"/>
                    <a:pt x="31" y="22"/>
                    <a:pt x="34" y="24"/>
                  </a:cubicBezTo>
                  <a:cubicBezTo>
                    <a:pt x="34" y="24"/>
                    <a:pt x="29" y="26"/>
                    <a:pt x="29" y="26"/>
                  </a:cubicBezTo>
                  <a:cubicBezTo>
                    <a:pt x="27" y="26"/>
                    <a:pt x="25" y="26"/>
                    <a:pt x="23" y="27"/>
                  </a:cubicBezTo>
                  <a:cubicBezTo>
                    <a:pt x="22" y="27"/>
                    <a:pt x="20" y="27"/>
                    <a:pt x="18" y="27"/>
                  </a:cubicBezTo>
                  <a:cubicBezTo>
                    <a:pt x="16" y="28"/>
                    <a:pt x="14" y="27"/>
                    <a:pt x="12" y="28"/>
                  </a:cubicBezTo>
                  <a:cubicBezTo>
                    <a:pt x="13" y="28"/>
                    <a:pt x="16" y="29"/>
                    <a:pt x="16" y="29"/>
                  </a:cubicBezTo>
                  <a:cubicBezTo>
                    <a:pt x="17" y="30"/>
                    <a:pt x="18" y="31"/>
                    <a:pt x="20" y="31"/>
                  </a:cubicBezTo>
                  <a:cubicBezTo>
                    <a:pt x="24" y="31"/>
                    <a:pt x="26" y="28"/>
                    <a:pt x="30" y="27"/>
                  </a:cubicBezTo>
                  <a:cubicBezTo>
                    <a:pt x="31" y="27"/>
                    <a:pt x="44" y="26"/>
                    <a:pt x="44" y="25"/>
                  </a:cubicBezTo>
                  <a:cubicBezTo>
                    <a:pt x="44" y="26"/>
                    <a:pt x="38" y="26"/>
                    <a:pt x="37" y="26"/>
                  </a:cubicBezTo>
                  <a:cubicBezTo>
                    <a:pt x="34" y="27"/>
                    <a:pt x="29" y="28"/>
                    <a:pt x="26" y="30"/>
                  </a:cubicBezTo>
                  <a:cubicBezTo>
                    <a:pt x="23" y="33"/>
                    <a:pt x="32" y="32"/>
                    <a:pt x="33" y="32"/>
                  </a:cubicBezTo>
                  <a:cubicBezTo>
                    <a:pt x="35" y="32"/>
                    <a:pt x="37" y="33"/>
                    <a:pt x="39" y="31"/>
                  </a:cubicBezTo>
                  <a:cubicBezTo>
                    <a:pt x="40" y="31"/>
                    <a:pt x="40" y="30"/>
                    <a:pt x="40" y="29"/>
                  </a:cubicBezTo>
                  <a:cubicBezTo>
                    <a:pt x="41" y="29"/>
                    <a:pt x="42" y="29"/>
                    <a:pt x="42" y="30"/>
                  </a:cubicBezTo>
                  <a:cubicBezTo>
                    <a:pt x="42" y="30"/>
                    <a:pt x="42" y="30"/>
                    <a:pt x="41" y="30"/>
                  </a:cubicBezTo>
                  <a:cubicBezTo>
                    <a:pt x="43" y="30"/>
                    <a:pt x="48" y="28"/>
                    <a:pt x="50" y="29"/>
                  </a:cubicBezTo>
                  <a:cubicBezTo>
                    <a:pt x="49" y="28"/>
                    <a:pt x="44" y="32"/>
                    <a:pt x="43" y="32"/>
                  </a:cubicBezTo>
                  <a:cubicBezTo>
                    <a:pt x="44" y="33"/>
                    <a:pt x="50" y="31"/>
                    <a:pt x="52" y="31"/>
                  </a:cubicBezTo>
                  <a:cubicBezTo>
                    <a:pt x="55" y="31"/>
                    <a:pt x="58" y="30"/>
                    <a:pt x="61" y="28"/>
                  </a:cubicBezTo>
                  <a:cubicBezTo>
                    <a:pt x="62" y="27"/>
                    <a:pt x="62" y="25"/>
                    <a:pt x="62" y="25"/>
                  </a:cubicBezTo>
                  <a:cubicBezTo>
                    <a:pt x="64" y="25"/>
                    <a:pt x="64" y="25"/>
                    <a:pt x="65" y="24"/>
                  </a:cubicBezTo>
                  <a:cubicBezTo>
                    <a:pt x="66" y="24"/>
                    <a:pt x="73" y="20"/>
                    <a:pt x="73" y="21"/>
                  </a:cubicBezTo>
                  <a:cubicBezTo>
                    <a:pt x="73" y="21"/>
                    <a:pt x="69" y="24"/>
                    <a:pt x="69" y="24"/>
                  </a:cubicBezTo>
                  <a:cubicBezTo>
                    <a:pt x="68" y="25"/>
                    <a:pt x="64" y="27"/>
                    <a:pt x="64" y="28"/>
                  </a:cubicBezTo>
                  <a:cubicBezTo>
                    <a:pt x="64" y="29"/>
                    <a:pt x="75" y="28"/>
                    <a:pt x="75" y="29"/>
                  </a:cubicBezTo>
                  <a:cubicBezTo>
                    <a:pt x="75" y="28"/>
                    <a:pt x="60" y="32"/>
                    <a:pt x="60" y="31"/>
                  </a:cubicBezTo>
                  <a:cubicBezTo>
                    <a:pt x="60" y="31"/>
                    <a:pt x="69" y="32"/>
                    <a:pt x="68" y="32"/>
                  </a:cubicBezTo>
                  <a:cubicBezTo>
                    <a:pt x="68" y="33"/>
                    <a:pt x="64" y="33"/>
                    <a:pt x="63" y="33"/>
                  </a:cubicBezTo>
                  <a:cubicBezTo>
                    <a:pt x="61" y="33"/>
                    <a:pt x="58" y="33"/>
                    <a:pt x="56" y="34"/>
                  </a:cubicBezTo>
                  <a:cubicBezTo>
                    <a:pt x="52" y="34"/>
                    <a:pt x="48" y="34"/>
                    <a:pt x="44" y="35"/>
                  </a:cubicBezTo>
                  <a:cubicBezTo>
                    <a:pt x="43" y="35"/>
                    <a:pt x="43" y="36"/>
                    <a:pt x="45" y="36"/>
                  </a:cubicBezTo>
                  <a:cubicBezTo>
                    <a:pt x="46" y="37"/>
                    <a:pt x="49" y="38"/>
                    <a:pt x="50" y="39"/>
                  </a:cubicBezTo>
                  <a:cubicBezTo>
                    <a:pt x="52" y="41"/>
                    <a:pt x="50" y="43"/>
                    <a:pt x="53" y="43"/>
                  </a:cubicBezTo>
                  <a:cubicBezTo>
                    <a:pt x="54" y="42"/>
                    <a:pt x="57" y="43"/>
                    <a:pt x="58" y="42"/>
                  </a:cubicBezTo>
                  <a:cubicBezTo>
                    <a:pt x="49" y="47"/>
                    <a:pt x="44" y="36"/>
                    <a:pt x="37" y="36"/>
                  </a:cubicBezTo>
                  <a:cubicBezTo>
                    <a:pt x="35" y="36"/>
                    <a:pt x="26" y="34"/>
                    <a:pt x="26" y="36"/>
                  </a:cubicBezTo>
                  <a:cubicBezTo>
                    <a:pt x="26" y="36"/>
                    <a:pt x="25" y="38"/>
                    <a:pt x="25" y="38"/>
                  </a:cubicBezTo>
                  <a:cubicBezTo>
                    <a:pt x="26" y="38"/>
                    <a:pt x="32" y="38"/>
                    <a:pt x="32" y="39"/>
                  </a:cubicBezTo>
                  <a:cubicBezTo>
                    <a:pt x="32" y="39"/>
                    <a:pt x="26" y="39"/>
                    <a:pt x="26" y="41"/>
                  </a:cubicBezTo>
                  <a:cubicBezTo>
                    <a:pt x="26" y="42"/>
                    <a:pt x="32" y="42"/>
                    <a:pt x="34" y="43"/>
                  </a:cubicBezTo>
                  <a:cubicBezTo>
                    <a:pt x="35" y="44"/>
                    <a:pt x="36" y="45"/>
                    <a:pt x="37" y="46"/>
                  </a:cubicBezTo>
                  <a:cubicBezTo>
                    <a:pt x="38" y="48"/>
                    <a:pt x="40" y="49"/>
                    <a:pt x="42" y="50"/>
                  </a:cubicBezTo>
                  <a:cubicBezTo>
                    <a:pt x="44" y="51"/>
                    <a:pt x="45" y="51"/>
                    <a:pt x="47" y="50"/>
                  </a:cubicBezTo>
                  <a:cubicBezTo>
                    <a:pt x="48" y="50"/>
                    <a:pt x="50" y="49"/>
                    <a:pt x="51" y="50"/>
                  </a:cubicBezTo>
                  <a:cubicBezTo>
                    <a:pt x="51" y="50"/>
                    <a:pt x="50" y="52"/>
                    <a:pt x="50" y="52"/>
                  </a:cubicBezTo>
                  <a:cubicBezTo>
                    <a:pt x="48" y="52"/>
                    <a:pt x="45" y="51"/>
                    <a:pt x="44" y="52"/>
                  </a:cubicBezTo>
                  <a:cubicBezTo>
                    <a:pt x="44" y="51"/>
                    <a:pt x="48" y="54"/>
                    <a:pt x="48" y="54"/>
                  </a:cubicBezTo>
                  <a:cubicBezTo>
                    <a:pt x="48" y="55"/>
                    <a:pt x="43" y="53"/>
                    <a:pt x="43" y="53"/>
                  </a:cubicBezTo>
                  <a:cubicBezTo>
                    <a:pt x="40" y="51"/>
                    <a:pt x="38" y="51"/>
                    <a:pt x="35" y="51"/>
                  </a:cubicBezTo>
                  <a:cubicBezTo>
                    <a:pt x="33" y="51"/>
                    <a:pt x="32" y="51"/>
                    <a:pt x="30" y="52"/>
                  </a:cubicBezTo>
                  <a:cubicBezTo>
                    <a:pt x="28" y="53"/>
                    <a:pt x="27" y="52"/>
                    <a:pt x="26" y="53"/>
                  </a:cubicBezTo>
                  <a:cubicBezTo>
                    <a:pt x="25" y="54"/>
                    <a:pt x="25" y="55"/>
                    <a:pt x="23" y="55"/>
                  </a:cubicBezTo>
                  <a:cubicBezTo>
                    <a:pt x="22" y="56"/>
                    <a:pt x="21" y="59"/>
                    <a:pt x="23" y="59"/>
                  </a:cubicBezTo>
                  <a:cubicBezTo>
                    <a:pt x="25" y="59"/>
                    <a:pt x="27" y="58"/>
                    <a:pt x="27" y="59"/>
                  </a:cubicBezTo>
                  <a:cubicBezTo>
                    <a:pt x="28" y="61"/>
                    <a:pt x="32" y="60"/>
                    <a:pt x="32" y="59"/>
                  </a:cubicBezTo>
                  <a:cubicBezTo>
                    <a:pt x="33" y="59"/>
                    <a:pt x="35" y="56"/>
                    <a:pt x="35" y="55"/>
                  </a:cubicBezTo>
                  <a:cubicBezTo>
                    <a:pt x="35" y="56"/>
                    <a:pt x="35" y="56"/>
                    <a:pt x="35" y="57"/>
                  </a:cubicBezTo>
                  <a:cubicBezTo>
                    <a:pt x="35" y="57"/>
                    <a:pt x="36" y="57"/>
                    <a:pt x="36" y="57"/>
                  </a:cubicBezTo>
                  <a:cubicBezTo>
                    <a:pt x="36" y="57"/>
                    <a:pt x="35" y="58"/>
                    <a:pt x="35" y="59"/>
                  </a:cubicBezTo>
                  <a:cubicBezTo>
                    <a:pt x="35" y="59"/>
                    <a:pt x="35" y="59"/>
                    <a:pt x="36" y="59"/>
                  </a:cubicBezTo>
                  <a:cubicBezTo>
                    <a:pt x="36" y="59"/>
                    <a:pt x="33" y="60"/>
                    <a:pt x="34" y="60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4" y="61"/>
                    <a:pt x="31" y="60"/>
                    <a:pt x="30" y="61"/>
                  </a:cubicBezTo>
                  <a:cubicBezTo>
                    <a:pt x="31" y="61"/>
                    <a:pt x="35" y="61"/>
                    <a:pt x="36" y="62"/>
                  </a:cubicBezTo>
                  <a:cubicBezTo>
                    <a:pt x="36" y="62"/>
                    <a:pt x="31" y="65"/>
                    <a:pt x="32" y="65"/>
                  </a:cubicBezTo>
                  <a:cubicBezTo>
                    <a:pt x="32" y="66"/>
                    <a:pt x="37" y="65"/>
                    <a:pt x="37" y="65"/>
                  </a:cubicBezTo>
                  <a:cubicBezTo>
                    <a:pt x="37" y="65"/>
                    <a:pt x="36" y="65"/>
                    <a:pt x="36" y="65"/>
                  </a:cubicBezTo>
                  <a:cubicBezTo>
                    <a:pt x="36" y="66"/>
                    <a:pt x="41" y="65"/>
                    <a:pt x="42" y="64"/>
                  </a:cubicBezTo>
                  <a:cubicBezTo>
                    <a:pt x="42" y="64"/>
                    <a:pt x="46" y="59"/>
                    <a:pt x="47" y="60"/>
                  </a:cubicBezTo>
                  <a:cubicBezTo>
                    <a:pt x="48" y="61"/>
                    <a:pt x="40" y="67"/>
                    <a:pt x="38" y="68"/>
                  </a:cubicBezTo>
                  <a:cubicBezTo>
                    <a:pt x="35" y="68"/>
                    <a:pt x="33" y="68"/>
                    <a:pt x="30" y="66"/>
                  </a:cubicBezTo>
                  <a:cubicBezTo>
                    <a:pt x="28" y="65"/>
                    <a:pt x="28" y="63"/>
                    <a:pt x="26" y="63"/>
                  </a:cubicBezTo>
                  <a:cubicBezTo>
                    <a:pt x="24" y="62"/>
                    <a:pt x="22" y="62"/>
                    <a:pt x="20" y="62"/>
                  </a:cubicBezTo>
                  <a:cubicBezTo>
                    <a:pt x="17" y="62"/>
                    <a:pt x="17" y="63"/>
                    <a:pt x="19" y="65"/>
                  </a:cubicBezTo>
                  <a:cubicBezTo>
                    <a:pt x="20" y="66"/>
                    <a:pt x="20" y="67"/>
                    <a:pt x="22" y="67"/>
                  </a:cubicBezTo>
                  <a:cubicBezTo>
                    <a:pt x="25" y="67"/>
                    <a:pt x="22" y="67"/>
                    <a:pt x="22" y="68"/>
                  </a:cubicBezTo>
                  <a:cubicBezTo>
                    <a:pt x="22" y="68"/>
                    <a:pt x="26" y="70"/>
                    <a:pt x="26" y="7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1" name="Freeform 604">
              <a:extLst>
                <a:ext uri="{FF2B5EF4-FFF2-40B4-BE49-F238E27FC236}">
                  <a16:creationId xmlns:a16="http://schemas.microsoft.com/office/drawing/2014/main" id="{6845EA3E-9336-2E59-0C89-2E063316F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9353" y="2100326"/>
              <a:ext cx="163604" cy="63342"/>
            </a:xfrm>
            <a:custGeom>
              <a:avLst/>
              <a:gdLst>
                <a:gd name="T0" fmla="*/ 13 w 14"/>
                <a:gd name="T1" fmla="*/ 4 h 5"/>
                <a:gd name="T2" fmla="*/ 11 w 14"/>
                <a:gd name="T3" fmla="*/ 2 h 5"/>
                <a:gd name="T4" fmla="*/ 8 w 14"/>
                <a:gd name="T5" fmla="*/ 2 h 5"/>
                <a:gd name="T6" fmla="*/ 1 w 14"/>
                <a:gd name="T7" fmla="*/ 1 h 5"/>
                <a:gd name="T8" fmla="*/ 2 w 14"/>
                <a:gd name="T9" fmla="*/ 2 h 5"/>
                <a:gd name="T10" fmla="*/ 0 w 14"/>
                <a:gd name="T11" fmla="*/ 3 h 5"/>
                <a:gd name="T12" fmla="*/ 3 w 14"/>
                <a:gd name="T13" fmla="*/ 3 h 5"/>
                <a:gd name="T14" fmla="*/ 8 w 14"/>
                <a:gd name="T15" fmla="*/ 4 h 5"/>
                <a:gd name="T16" fmla="*/ 13 w 14"/>
                <a:gd name="T17" fmla="*/ 4 h 5"/>
                <a:gd name="T18" fmla="*/ 13 w 14"/>
                <a:gd name="T1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5">
                  <a:moveTo>
                    <a:pt x="13" y="4"/>
                  </a:moveTo>
                  <a:cubicBezTo>
                    <a:pt x="12" y="3"/>
                    <a:pt x="13" y="3"/>
                    <a:pt x="11" y="2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7" y="2"/>
                    <a:pt x="2" y="0"/>
                    <a:pt x="1" y="1"/>
                  </a:cubicBezTo>
                  <a:cubicBezTo>
                    <a:pt x="1" y="1"/>
                    <a:pt x="3" y="2"/>
                    <a:pt x="2" y="2"/>
                  </a:cubicBezTo>
                  <a:cubicBezTo>
                    <a:pt x="2" y="3"/>
                    <a:pt x="0" y="4"/>
                    <a:pt x="0" y="3"/>
                  </a:cubicBezTo>
                  <a:cubicBezTo>
                    <a:pt x="0" y="4"/>
                    <a:pt x="2" y="3"/>
                    <a:pt x="3" y="3"/>
                  </a:cubicBezTo>
                  <a:cubicBezTo>
                    <a:pt x="4" y="3"/>
                    <a:pt x="6" y="4"/>
                    <a:pt x="8" y="4"/>
                  </a:cubicBezTo>
                  <a:cubicBezTo>
                    <a:pt x="9" y="4"/>
                    <a:pt x="13" y="4"/>
                    <a:pt x="13" y="4"/>
                  </a:cubicBezTo>
                  <a:cubicBezTo>
                    <a:pt x="12" y="3"/>
                    <a:pt x="14" y="5"/>
                    <a:pt x="13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2" name="Freeform 605">
              <a:extLst>
                <a:ext uri="{FF2B5EF4-FFF2-40B4-BE49-F238E27FC236}">
                  <a16:creationId xmlns:a16="http://schemas.microsoft.com/office/drawing/2014/main" id="{DBF4E55B-1988-25CE-EBFD-156E03205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4453" y="2150994"/>
              <a:ext cx="67838" cy="25337"/>
            </a:xfrm>
            <a:custGeom>
              <a:avLst/>
              <a:gdLst>
                <a:gd name="T0" fmla="*/ 5 w 6"/>
                <a:gd name="T1" fmla="*/ 1 h 2"/>
                <a:gd name="T2" fmla="*/ 2 w 6"/>
                <a:gd name="T3" fmla="*/ 0 h 2"/>
                <a:gd name="T4" fmla="*/ 5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5" y="1"/>
                  </a:moveTo>
                  <a:cubicBezTo>
                    <a:pt x="4" y="2"/>
                    <a:pt x="0" y="0"/>
                    <a:pt x="2" y="0"/>
                  </a:cubicBezTo>
                  <a:cubicBezTo>
                    <a:pt x="3" y="0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3" name="Freeform 606">
              <a:extLst>
                <a:ext uri="{FF2B5EF4-FFF2-40B4-BE49-F238E27FC236}">
                  <a16:creationId xmlns:a16="http://schemas.microsoft.com/office/drawing/2014/main" id="{97B8E134-9680-EA8E-313F-74149BF5F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7719" y="2535258"/>
              <a:ext cx="67838" cy="38007"/>
            </a:xfrm>
            <a:custGeom>
              <a:avLst/>
              <a:gdLst>
                <a:gd name="T0" fmla="*/ 4 w 6"/>
                <a:gd name="T1" fmla="*/ 1 h 3"/>
                <a:gd name="T2" fmla="*/ 1 w 6"/>
                <a:gd name="T3" fmla="*/ 2 h 3"/>
                <a:gd name="T4" fmla="*/ 4 w 6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cubicBezTo>
                    <a:pt x="3" y="0"/>
                    <a:pt x="0" y="2"/>
                    <a:pt x="1" y="2"/>
                  </a:cubicBezTo>
                  <a:cubicBezTo>
                    <a:pt x="2" y="3"/>
                    <a:pt x="6" y="1"/>
                    <a:pt x="4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4" name="Freeform 607">
              <a:extLst>
                <a:ext uri="{FF2B5EF4-FFF2-40B4-BE49-F238E27FC236}">
                  <a16:creationId xmlns:a16="http://schemas.microsoft.com/office/drawing/2014/main" id="{63E31115-D5D5-5870-234F-7AE8C9B08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359" y="4258096"/>
              <a:ext cx="59854" cy="50672"/>
            </a:xfrm>
            <a:custGeom>
              <a:avLst/>
              <a:gdLst>
                <a:gd name="T0" fmla="*/ 4 w 5"/>
                <a:gd name="T1" fmla="*/ 1 h 4"/>
                <a:gd name="T2" fmla="*/ 1 w 5"/>
                <a:gd name="T3" fmla="*/ 4 h 4"/>
                <a:gd name="T4" fmla="*/ 4 w 5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3" y="0"/>
                    <a:pt x="0" y="4"/>
                    <a:pt x="1" y="4"/>
                  </a:cubicBezTo>
                  <a:cubicBezTo>
                    <a:pt x="1" y="4"/>
                    <a:pt x="5" y="1"/>
                    <a:pt x="4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5" name="Freeform 608">
              <a:extLst>
                <a:ext uri="{FF2B5EF4-FFF2-40B4-BE49-F238E27FC236}">
                  <a16:creationId xmlns:a16="http://schemas.microsoft.com/office/drawing/2014/main" id="{FCFA9133-5C9B-E0E1-D538-B209D6304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159" y="4245426"/>
              <a:ext cx="11973" cy="12670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6" name="Freeform 609">
              <a:extLst>
                <a:ext uri="{FF2B5EF4-FFF2-40B4-BE49-F238E27FC236}">
                  <a16:creationId xmlns:a16="http://schemas.microsoft.com/office/drawing/2014/main" id="{67490CE6-E734-6F92-3AF1-522B3A0DE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047" y="4258096"/>
              <a:ext cx="79807" cy="76005"/>
            </a:xfrm>
            <a:custGeom>
              <a:avLst/>
              <a:gdLst>
                <a:gd name="T0" fmla="*/ 5 w 7"/>
                <a:gd name="T1" fmla="*/ 2 h 6"/>
                <a:gd name="T2" fmla="*/ 1 w 7"/>
                <a:gd name="T3" fmla="*/ 2 h 6"/>
                <a:gd name="T4" fmla="*/ 5 w 7"/>
                <a:gd name="T5" fmla="*/ 2 h 6"/>
                <a:gd name="T6" fmla="*/ 5 w 7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5" y="2"/>
                  </a:moveTo>
                  <a:cubicBezTo>
                    <a:pt x="7" y="0"/>
                    <a:pt x="2" y="0"/>
                    <a:pt x="1" y="2"/>
                  </a:cubicBezTo>
                  <a:cubicBezTo>
                    <a:pt x="0" y="3"/>
                    <a:pt x="4" y="5"/>
                    <a:pt x="5" y="2"/>
                  </a:cubicBezTo>
                  <a:cubicBezTo>
                    <a:pt x="6" y="1"/>
                    <a:pt x="3" y="6"/>
                    <a:pt x="5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7" name="Freeform 614">
              <a:extLst>
                <a:ext uri="{FF2B5EF4-FFF2-40B4-BE49-F238E27FC236}">
                  <a16:creationId xmlns:a16="http://schemas.microsoft.com/office/drawing/2014/main" id="{D53196DF-3117-A213-57CF-D38535DD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7839" y="10473825"/>
              <a:ext cx="119709" cy="109792"/>
            </a:xfrm>
            <a:custGeom>
              <a:avLst/>
              <a:gdLst>
                <a:gd name="T0" fmla="*/ 4 w 10"/>
                <a:gd name="T1" fmla="*/ 4 h 9"/>
                <a:gd name="T2" fmla="*/ 0 w 10"/>
                <a:gd name="T3" fmla="*/ 8 h 9"/>
                <a:gd name="T4" fmla="*/ 2 w 10"/>
                <a:gd name="T5" fmla="*/ 8 h 9"/>
                <a:gd name="T6" fmla="*/ 5 w 10"/>
                <a:gd name="T7" fmla="*/ 5 h 9"/>
                <a:gd name="T8" fmla="*/ 8 w 10"/>
                <a:gd name="T9" fmla="*/ 0 h 9"/>
                <a:gd name="T10" fmla="*/ 4 w 10"/>
                <a:gd name="T11" fmla="*/ 4 h 9"/>
                <a:gd name="T12" fmla="*/ 4 w 10"/>
                <a:gd name="T13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4" y="4"/>
                  </a:moveTo>
                  <a:cubicBezTo>
                    <a:pt x="4" y="5"/>
                    <a:pt x="1" y="7"/>
                    <a:pt x="0" y="8"/>
                  </a:cubicBezTo>
                  <a:cubicBezTo>
                    <a:pt x="0" y="9"/>
                    <a:pt x="2" y="8"/>
                    <a:pt x="2" y="8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10" y="0"/>
                    <a:pt x="8" y="0"/>
                  </a:cubicBezTo>
                  <a:cubicBezTo>
                    <a:pt x="7" y="0"/>
                    <a:pt x="4" y="3"/>
                    <a:pt x="4" y="4"/>
                  </a:cubicBezTo>
                  <a:cubicBezTo>
                    <a:pt x="4" y="5"/>
                    <a:pt x="4" y="3"/>
                    <a:pt x="4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8" name="Freeform 615">
              <a:extLst>
                <a:ext uri="{FF2B5EF4-FFF2-40B4-BE49-F238E27FC236}">
                  <a16:creationId xmlns:a16="http://schemas.microsoft.com/office/drawing/2014/main" id="{12F5203E-A680-9918-4E54-DE692709A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04" y="5474218"/>
              <a:ext cx="83797" cy="38007"/>
            </a:xfrm>
            <a:custGeom>
              <a:avLst/>
              <a:gdLst>
                <a:gd name="T0" fmla="*/ 7 w 7"/>
                <a:gd name="T1" fmla="*/ 1 h 3"/>
                <a:gd name="T2" fmla="*/ 1 w 7"/>
                <a:gd name="T3" fmla="*/ 0 h 3"/>
                <a:gd name="T4" fmla="*/ 7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7" y="1"/>
                  </a:moveTo>
                  <a:cubicBezTo>
                    <a:pt x="7" y="0"/>
                    <a:pt x="0" y="0"/>
                    <a:pt x="1" y="0"/>
                  </a:cubicBezTo>
                  <a:cubicBezTo>
                    <a:pt x="2" y="0"/>
                    <a:pt x="6" y="3"/>
                    <a:pt x="7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89" name="Freeform 616">
              <a:extLst>
                <a:ext uri="{FF2B5EF4-FFF2-40B4-BE49-F238E27FC236}">
                  <a16:creationId xmlns:a16="http://schemas.microsoft.com/office/drawing/2014/main" id="{4CCCF588-81C1-1826-9BAE-EF165DE3A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8188" y="12145986"/>
              <a:ext cx="211489" cy="198465"/>
            </a:xfrm>
            <a:custGeom>
              <a:avLst/>
              <a:gdLst>
                <a:gd name="T0" fmla="*/ 17 w 18"/>
                <a:gd name="T1" fmla="*/ 14 h 16"/>
                <a:gd name="T2" fmla="*/ 8 w 18"/>
                <a:gd name="T3" fmla="*/ 9 h 16"/>
                <a:gd name="T4" fmla="*/ 4 w 18"/>
                <a:gd name="T5" fmla="*/ 5 h 16"/>
                <a:gd name="T6" fmla="*/ 1 w 18"/>
                <a:gd name="T7" fmla="*/ 3 h 16"/>
                <a:gd name="T8" fmla="*/ 2 w 18"/>
                <a:gd name="T9" fmla="*/ 2 h 16"/>
                <a:gd name="T10" fmla="*/ 0 w 18"/>
                <a:gd name="T11" fmla="*/ 0 h 16"/>
                <a:gd name="T12" fmla="*/ 0 w 18"/>
                <a:gd name="T13" fmla="*/ 14 h 16"/>
                <a:gd name="T14" fmla="*/ 7 w 18"/>
                <a:gd name="T15" fmla="*/ 15 h 16"/>
                <a:gd name="T16" fmla="*/ 10 w 18"/>
                <a:gd name="T17" fmla="*/ 16 h 16"/>
                <a:gd name="T18" fmla="*/ 13 w 18"/>
                <a:gd name="T19" fmla="*/ 15 h 16"/>
                <a:gd name="T20" fmla="*/ 18 w 18"/>
                <a:gd name="T21" fmla="*/ 14 h 16"/>
                <a:gd name="T22" fmla="*/ 17 w 18"/>
                <a:gd name="T23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6">
                  <a:moveTo>
                    <a:pt x="17" y="14"/>
                  </a:moveTo>
                  <a:cubicBezTo>
                    <a:pt x="13" y="14"/>
                    <a:pt x="11" y="11"/>
                    <a:pt x="8" y="9"/>
                  </a:cubicBezTo>
                  <a:cubicBezTo>
                    <a:pt x="7" y="7"/>
                    <a:pt x="5" y="6"/>
                    <a:pt x="4" y="5"/>
                  </a:cubicBezTo>
                  <a:cubicBezTo>
                    <a:pt x="3" y="5"/>
                    <a:pt x="1" y="4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3" y="2"/>
                    <a:pt x="1" y="0"/>
                    <a:pt x="0" y="0"/>
                  </a:cubicBezTo>
                  <a:cubicBezTo>
                    <a:pt x="0" y="5"/>
                    <a:pt x="0" y="10"/>
                    <a:pt x="0" y="14"/>
                  </a:cubicBezTo>
                  <a:cubicBezTo>
                    <a:pt x="0" y="15"/>
                    <a:pt x="6" y="15"/>
                    <a:pt x="7" y="15"/>
                  </a:cubicBezTo>
                  <a:cubicBezTo>
                    <a:pt x="8" y="15"/>
                    <a:pt x="9" y="15"/>
                    <a:pt x="10" y="16"/>
                  </a:cubicBezTo>
                  <a:cubicBezTo>
                    <a:pt x="12" y="16"/>
                    <a:pt x="12" y="16"/>
                    <a:pt x="13" y="15"/>
                  </a:cubicBezTo>
                  <a:cubicBezTo>
                    <a:pt x="14" y="15"/>
                    <a:pt x="18" y="15"/>
                    <a:pt x="18" y="14"/>
                  </a:cubicBezTo>
                  <a:cubicBezTo>
                    <a:pt x="18" y="14"/>
                    <a:pt x="18" y="13"/>
                    <a:pt x="17" y="1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0" name="Freeform 617">
              <a:extLst>
                <a:ext uri="{FF2B5EF4-FFF2-40B4-BE49-F238E27FC236}">
                  <a16:creationId xmlns:a16="http://schemas.microsoft.com/office/drawing/2014/main" id="{8C14F429-B5D1-5098-4B32-1FD19CEAB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4734" y="12120656"/>
              <a:ext cx="351150" cy="287137"/>
            </a:xfrm>
            <a:custGeom>
              <a:avLst/>
              <a:gdLst>
                <a:gd name="T0" fmla="*/ 19 w 30"/>
                <a:gd name="T1" fmla="*/ 17 h 23"/>
                <a:gd name="T2" fmla="*/ 19 w 30"/>
                <a:gd name="T3" fmla="*/ 7 h 23"/>
                <a:gd name="T4" fmla="*/ 19 w 30"/>
                <a:gd name="T5" fmla="*/ 3 h 23"/>
                <a:gd name="T6" fmla="*/ 15 w 30"/>
                <a:gd name="T7" fmla="*/ 1 h 23"/>
                <a:gd name="T8" fmla="*/ 12 w 30"/>
                <a:gd name="T9" fmla="*/ 3 h 23"/>
                <a:gd name="T10" fmla="*/ 13 w 30"/>
                <a:gd name="T11" fmla="*/ 6 h 23"/>
                <a:gd name="T12" fmla="*/ 15 w 30"/>
                <a:gd name="T13" fmla="*/ 6 h 23"/>
                <a:gd name="T14" fmla="*/ 14 w 30"/>
                <a:gd name="T15" fmla="*/ 8 h 23"/>
                <a:gd name="T16" fmla="*/ 13 w 30"/>
                <a:gd name="T17" fmla="*/ 11 h 23"/>
                <a:gd name="T18" fmla="*/ 16 w 30"/>
                <a:gd name="T19" fmla="*/ 13 h 23"/>
                <a:gd name="T20" fmla="*/ 12 w 30"/>
                <a:gd name="T21" fmla="*/ 13 h 23"/>
                <a:gd name="T22" fmla="*/ 9 w 30"/>
                <a:gd name="T23" fmla="*/ 12 h 23"/>
                <a:gd name="T24" fmla="*/ 10 w 30"/>
                <a:gd name="T25" fmla="*/ 12 h 23"/>
                <a:gd name="T26" fmla="*/ 10 w 30"/>
                <a:gd name="T27" fmla="*/ 9 h 23"/>
                <a:gd name="T28" fmla="*/ 8 w 30"/>
                <a:gd name="T29" fmla="*/ 11 h 23"/>
                <a:gd name="T30" fmla="*/ 5 w 30"/>
                <a:gd name="T31" fmla="*/ 11 h 23"/>
                <a:gd name="T32" fmla="*/ 0 w 30"/>
                <a:gd name="T33" fmla="*/ 12 h 23"/>
                <a:gd name="T34" fmla="*/ 2 w 30"/>
                <a:gd name="T35" fmla="*/ 12 h 23"/>
                <a:gd name="T36" fmla="*/ 3 w 30"/>
                <a:gd name="T37" fmla="*/ 12 h 23"/>
                <a:gd name="T38" fmla="*/ 5 w 30"/>
                <a:gd name="T39" fmla="*/ 12 h 23"/>
                <a:gd name="T40" fmla="*/ 6 w 30"/>
                <a:gd name="T41" fmla="*/ 13 h 23"/>
                <a:gd name="T42" fmla="*/ 4 w 30"/>
                <a:gd name="T43" fmla="*/ 15 h 23"/>
                <a:gd name="T44" fmla="*/ 6 w 30"/>
                <a:gd name="T45" fmla="*/ 15 h 23"/>
                <a:gd name="T46" fmla="*/ 8 w 30"/>
                <a:gd name="T47" fmla="*/ 16 h 23"/>
                <a:gd name="T48" fmla="*/ 7 w 30"/>
                <a:gd name="T49" fmla="*/ 16 h 23"/>
                <a:gd name="T50" fmla="*/ 10 w 30"/>
                <a:gd name="T51" fmla="*/ 17 h 23"/>
                <a:gd name="T52" fmla="*/ 12 w 30"/>
                <a:gd name="T53" fmla="*/ 17 h 23"/>
                <a:gd name="T54" fmla="*/ 17 w 30"/>
                <a:gd name="T55" fmla="*/ 21 h 23"/>
                <a:gd name="T56" fmla="*/ 16 w 30"/>
                <a:gd name="T57" fmla="*/ 20 h 23"/>
                <a:gd name="T58" fmla="*/ 23 w 30"/>
                <a:gd name="T59" fmla="*/ 23 h 23"/>
                <a:gd name="T60" fmla="*/ 19 w 30"/>
                <a:gd name="T61" fmla="*/ 18 h 23"/>
                <a:gd name="T62" fmla="*/ 24 w 30"/>
                <a:gd name="T63" fmla="*/ 19 h 23"/>
                <a:gd name="T64" fmla="*/ 30 w 30"/>
                <a:gd name="T65" fmla="*/ 18 h 23"/>
                <a:gd name="T66" fmla="*/ 19 w 30"/>
                <a:gd name="T67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" h="23">
                  <a:moveTo>
                    <a:pt x="19" y="17"/>
                  </a:moveTo>
                  <a:cubicBezTo>
                    <a:pt x="19" y="13"/>
                    <a:pt x="19" y="10"/>
                    <a:pt x="19" y="7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2"/>
                    <a:pt x="16" y="0"/>
                    <a:pt x="15" y="1"/>
                  </a:cubicBezTo>
                  <a:cubicBezTo>
                    <a:pt x="14" y="2"/>
                    <a:pt x="12" y="1"/>
                    <a:pt x="12" y="3"/>
                  </a:cubicBezTo>
                  <a:cubicBezTo>
                    <a:pt x="11" y="5"/>
                    <a:pt x="9" y="7"/>
                    <a:pt x="13" y="6"/>
                  </a:cubicBezTo>
                  <a:cubicBezTo>
                    <a:pt x="13" y="6"/>
                    <a:pt x="15" y="6"/>
                    <a:pt x="15" y="6"/>
                  </a:cubicBezTo>
                  <a:cubicBezTo>
                    <a:pt x="16" y="6"/>
                    <a:pt x="14" y="8"/>
                    <a:pt x="14" y="8"/>
                  </a:cubicBezTo>
                  <a:cubicBezTo>
                    <a:pt x="13" y="8"/>
                    <a:pt x="11" y="10"/>
                    <a:pt x="13" y="11"/>
                  </a:cubicBezTo>
                  <a:cubicBezTo>
                    <a:pt x="13" y="12"/>
                    <a:pt x="16" y="12"/>
                    <a:pt x="16" y="13"/>
                  </a:cubicBezTo>
                  <a:cubicBezTo>
                    <a:pt x="16" y="13"/>
                    <a:pt x="12" y="13"/>
                    <a:pt x="12" y="13"/>
                  </a:cubicBezTo>
                  <a:cubicBezTo>
                    <a:pt x="11" y="13"/>
                    <a:pt x="9" y="12"/>
                    <a:pt x="9" y="12"/>
                  </a:cubicBezTo>
                  <a:cubicBezTo>
                    <a:pt x="9" y="12"/>
                    <a:pt x="10" y="13"/>
                    <a:pt x="10" y="12"/>
                  </a:cubicBezTo>
                  <a:cubicBezTo>
                    <a:pt x="10" y="11"/>
                    <a:pt x="11" y="10"/>
                    <a:pt x="10" y="9"/>
                  </a:cubicBezTo>
                  <a:cubicBezTo>
                    <a:pt x="10" y="9"/>
                    <a:pt x="8" y="11"/>
                    <a:pt x="8" y="11"/>
                  </a:cubicBezTo>
                  <a:cubicBezTo>
                    <a:pt x="7" y="12"/>
                    <a:pt x="6" y="11"/>
                    <a:pt x="5" y="11"/>
                  </a:cubicBezTo>
                  <a:cubicBezTo>
                    <a:pt x="4" y="11"/>
                    <a:pt x="0" y="10"/>
                    <a:pt x="0" y="12"/>
                  </a:cubicBezTo>
                  <a:cubicBezTo>
                    <a:pt x="0" y="13"/>
                    <a:pt x="2" y="12"/>
                    <a:pt x="2" y="12"/>
                  </a:cubicBezTo>
                  <a:cubicBezTo>
                    <a:pt x="3" y="11"/>
                    <a:pt x="2" y="12"/>
                    <a:pt x="3" y="12"/>
                  </a:cubicBezTo>
                  <a:cubicBezTo>
                    <a:pt x="4" y="13"/>
                    <a:pt x="4" y="11"/>
                    <a:pt x="5" y="12"/>
                  </a:cubicBezTo>
                  <a:cubicBezTo>
                    <a:pt x="5" y="12"/>
                    <a:pt x="6" y="13"/>
                    <a:pt x="6" y="13"/>
                  </a:cubicBezTo>
                  <a:cubicBezTo>
                    <a:pt x="6" y="13"/>
                    <a:pt x="2" y="14"/>
                    <a:pt x="4" y="15"/>
                  </a:cubicBezTo>
                  <a:cubicBezTo>
                    <a:pt x="5" y="16"/>
                    <a:pt x="6" y="14"/>
                    <a:pt x="6" y="15"/>
                  </a:cubicBezTo>
                  <a:cubicBezTo>
                    <a:pt x="7" y="15"/>
                    <a:pt x="8" y="16"/>
                    <a:pt x="8" y="16"/>
                  </a:cubicBezTo>
                  <a:cubicBezTo>
                    <a:pt x="8" y="16"/>
                    <a:pt x="8" y="16"/>
                    <a:pt x="7" y="16"/>
                  </a:cubicBezTo>
                  <a:cubicBezTo>
                    <a:pt x="7" y="17"/>
                    <a:pt x="9" y="17"/>
                    <a:pt x="10" y="17"/>
                  </a:cubicBezTo>
                  <a:cubicBezTo>
                    <a:pt x="11" y="17"/>
                    <a:pt x="11" y="15"/>
                    <a:pt x="12" y="17"/>
                  </a:cubicBezTo>
                  <a:cubicBezTo>
                    <a:pt x="12" y="17"/>
                    <a:pt x="16" y="22"/>
                    <a:pt x="17" y="21"/>
                  </a:cubicBezTo>
                  <a:cubicBezTo>
                    <a:pt x="17" y="21"/>
                    <a:pt x="16" y="20"/>
                    <a:pt x="16" y="20"/>
                  </a:cubicBezTo>
                  <a:cubicBezTo>
                    <a:pt x="16" y="19"/>
                    <a:pt x="22" y="23"/>
                    <a:pt x="23" y="23"/>
                  </a:cubicBezTo>
                  <a:cubicBezTo>
                    <a:pt x="23" y="22"/>
                    <a:pt x="19" y="19"/>
                    <a:pt x="19" y="18"/>
                  </a:cubicBezTo>
                  <a:cubicBezTo>
                    <a:pt x="20" y="18"/>
                    <a:pt x="24" y="19"/>
                    <a:pt x="24" y="19"/>
                  </a:cubicBezTo>
                  <a:cubicBezTo>
                    <a:pt x="26" y="19"/>
                    <a:pt x="28" y="19"/>
                    <a:pt x="30" y="18"/>
                  </a:cubicBezTo>
                  <a:cubicBezTo>
                    <a:pt x="27" y="16"/>
                    <a:pt x="23" y="17"/>
                    <a:pt x="19" y="1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1" name="Freeform 618">
              <a:extLst>
                <a:ext uri="{FF2B5EF4-FFF2-40B4-BE49-F238E27FC236}">
                  <a16:creationId xmlns:a16="http://schemas.microsoft.com/office/drawing/2014/main" id="{23942833-BDAC-EF15-0152-2F46D5D62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8865" y="7817780"/>
              <a:ext cx="889846" cy="684066"/>
            </a:xfrm>
            <a:custGeom>
              <a:avLst/>
              <a:gdLst>
                <a:gd name="T0" fmla="*/ 63 w 76"/>
                <a:gd name="T1" fmla="*/ 28 h 55"/>
                <a:gd name="T2" fmla="*/ 66 w 76"/>
                <a:gd name="T3" fmla="*/ 24 h 55"/>
                <a:gd name="T4" fmla="*/ 67 w 76"/>
                <a:gd name="T5" fmla="*/ 22 h 55"/>
                <a:gd name="T6" fmla="*/ 67 w 76"/>
                <a:gd name="T7" fmla="*/ 18 h 55"/>
                <a:gd name="T8" fmla="*/ 61 w 76"/>
                <a:gd name="T9" fmla="*/ 15 h 55"/>
                <a:gd name="T10" fmla="*/ 63 w 76"/>
                <a:gd name="T11" fmla="*/ 14 h 55"/>
                <a:gd name="T12" fmla="*/ 64 w 76"/>
                <a:gd name="T13" fmla="*/ 11 h 55"/>
                <a:gd name="T14" fmla="*/ 60 w 76"/>
                <a:gd name="T15" fmla="*/ 9 h 55"/>
                <a:gd name="T16" fmla="*/ 59 w 76"/>
                <a:gd name="T17" fmla="*/ 8 h 55"/>
                <a:gd name="T18" fmla="*/ 57 w 76"/>
                <a:gd name="T19" fmla="*/ 9 h 55"/>
                <a:gd name="T20" fmla="*/ 57 w 76"/>
                <a:gd name="T21" fmla="*/ 7 h 55"/>
                <a:gd name="T22" fmla="*/ 54 w 76"/>
                <a:gd name="T23" fmla="*/ 8 h 55"/>
                <a:gd name="T24" fmla="*/ 54 w 76"/>
                <a:gd name="T25" fmla="*/ 6 h 55"/>
                <a:gd name="T26" fmla="*/ 58 w 76"/>
                <a:gd name="T27" fmla="*/ 5 h 55"/>
                <a:gd name="T28" fmla="*/ 55 w 76"/>
                <a:gd name="T29" fmla="*/ 4 h 55"/>
                <a:gd name="T30" fmla="*/ 49 w 76"/>
                <a:gd name="T31" fmla="*/ 4 h 55"/>
                <a:gd name="T32" fmla="*/ 44 w 76"/>
                <a:gd name="T33" fmla="*/ 7 h 55"/>
                <a:gd name="T34" fmla="*/ 38 w 76"/>
                <a:gd name="T35" fmla="*/ 5 h 55"/>
                <a:gd name="T36" fmla="*/ 29 w 76"/>
                <a:gd name="T37" fmla="*/ 5 h 55"/>
                <a:gd name="T38" fmla="*/ 26 w 76"/>
                <a:gd name="T39" fmla="*/ 2 h 55"/>
                <a:gd name="T40" fmla="*/ 20 w 76"/>
                <a:gd name="T41" fmla="*/ 0 h 55"/>
                <a:gd name="T42" fmla="*/ 11 w 76"/>
                <a:gd name="T43" fmla="*/ 4 h 55"/>
                <a:gd name="T44" fmla="*/ 13 w 76"/>
                <a:gd name="T45" fmla="*/ 12 h 55"/>
                <a:gd name="T46" fmla="*/ 8 w 76"/>
                <a:gd name="T47" fmla="*/ 8 h 55"/>
                <a:gd name="T48" fmla="*/ 10 w 76"/>
                <a:gd name="T49" fmla="*/ 5 h 55"/>
                <a:gd name="T50" fmla="*/ 8 w 76"/>
                <a:gd name="T51" fmla="*/ 1 h 55"/>
                <a:gd name="T52" fmla="*/ 4 w 76"/>
                <a:gd name="T53" fmla="*/ 7 h 55"/>
                <a:gd name="T54" fmla="*/ 3 w 76"/>
                <a:gd name="T55" fmla="*/ 12 h 55"/>
                <a:gd name="T56" fmla="*/ 5 w 76"/>
                <a:gd name="T57" fmla="*/ 13 h 55"/>
                <a:gd name="T58" fmla="*/ 7 w 76"/>
                <a:gd name="T59" fmla="*/ 16 h 55"/>
                <a:gd name="T60" fmla="*/ 10 w 76"/>
                <a:gd name="T61" fmla="*/ 23 h 55"/>
                <a:gd name="T62" fmla="*/ 13 w 76"/>
                <a:gd name="T63" fmla="*/ 23 h 55"/>
                <a:gd name="T64" fmla="*/ 15 w 76"/>
                <a:gd name="T65" fmla="*/ 22 h 55"/>
                <a:gd name="T66" fmla="*/ 21 w 76"/>
                <a:gd name="T67" fmla="*/ 27 h 55"/>
                <a:gd name="T68" fmla="*/ 23 w 76"/>
                <a:gd name="T69" fmla="*/ 27 h 55"/>
                <a:gd name="T70" fmla="*/ 26 w 76"/>
                <a:gd name="T71" fmla="*/ 27 h 55"/>
                <a:gd name="T72" fmla="*/ 31 w 76"/>
                <a:gd name="T73" fmla="*/ 29 h 55"/>
                <a:gd name="T74" fmla="*/ 31 w 76"/>
                <a:gd name="T75" fmla="*/ 38 h 55"/>
                <a:gd name="T76" fmla="*/ 32 w 76"/>
                <a:gd name="T77" fmla="*/ 41 h 55"/>
                <a:gd name="T78" fmla="*/ 30 w 76"/>
                <a:gd name="T79" fmla="*/ 44 h 55"/>
                <a:gd name="T80" fmla="*/ 40 w 76"/>
                <a:gd name="T81" fmla="*/ 53 h 55"/>
                <a:gd name="T82" fmla="*/ 42 w 76"/>
                <a:gd name="T83" fmla="*/ 54 h 55"/>
                <a:gd name="T84" fmla="*/ 45 w 76"/>
                <a:gd name="T85" fmla="*/ 52 h 55"/>
                <a:gd name="T86" fmla="*/ 51 w 76"/>
                <a:gd name="T87" fmla="*/ 47 h 55"/>
                <a:gd name="T88" fmla="*/ 49 w 76"/>
                <a:gd name="T89" fmla="*/ 44 h 55"/>
                <a:gd name="T90" fmla="*/ 48 w 76"/>
                <a:gd name="T91" fmla="*/ 41 h 55"/>
                <a:gd name="T92" fmla="*/ 45 w 76"/>
                <a:gd name="T93" fmla="*/ 38 h 55"/>
                <a:gd name="T94" fmla="*/ 52 w 76"/>
                <a:gd name="T95" fmla="*/ 38 h 55"/>
                <a:gd name="T96" fmla="*/ 54 w 76"/>
                <a:gd name="T97" fmla="*/ 40 h 55"/>
                <a:gd name="T98" fmla="*/ 56 w 76"/>
                <a:gd name="T99" fmla="*/ 38 h 55"/>
                <a:gd name="T100" fmla="*/ 62 w 76"/>
                <a:gd name="T101" fmla="*/ 36 h 55"/>
                <a:gd name="T102" fmla="*/ 67 w 76"/>
                <a:gd name="T103" fmla="*/ 33 h 55"/>
                <a:gd name="T104" fmla="*/ 63 w 76"/>
                <a:gd name="T105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6" h="55">
                  <a:moveTo>
                    <a:pt x="63" y="28"/>
                  </a:moveTo>
                  <a:cubicBezTo>
                    <a:pt x="63" y="26"/>
                    <a:pt x="63" y="25"/>
                    <a:pt x="66" y="24"/>
                  </a:cubicBezTo>
                  <a:cubicBezTo>
                    <a:pt x="66" y="23"/>
                    <a:pt x="68" y="23"/>
                    <a:pt x="67" y="22"/>
                  </a:cubicBezTo>
                  <a:cubicBezTo>
                    <a:pt x="66" y="21"/>
                    <a:pt x="65" y="19"/>
                    <a:pt x="67" y="18"/>
                  </a:cubicBezTo>
                  <a:cubicBezTo>
                    <a:pt x="76" y="14"/>
                    <a:pt x="61" y="15"/>
                    <a:pt x="61" y="15"/>
                  </a:cubicBezTo>
                  <a:cubicBezTo>
                    <a:pt x="61" y="14"/>
                    <a:pt x="62" y="14"/>
                    <a:pt x="63" y="14"/>
                  </a:cubicBezTo>
                  <a:cubicBezTo>
                    <a:pt x="64" y="14"/>
                    <a:pt x="64" y="12"/>
                    <a:pt x="64" y="11"/>
                  </a:cubicBezTo>
                  <a:cubicBezTo>
                    <a:pt x="64" y="10"/>
                    <a:pt x="60" y="8"/>
                    <a:pt x="60" y="9"/>
                  </a:cubicBezTo>
                  <a:cubicBezTo>
                    <a:pt x="60" y="10"/>
                    <a:pt x="59" y="8"/>
                    <a:pt x="59" y="8"/>
                  </a:cubicBezTo>
                  <a:cubicBezTo>
                    <a:pt x="58" y="8"/>
                    <a:pt x="58" y="10"/>
                    <a:pt x="57" y="9"/>
                  </a:cubicBezTo>
                  <a:cubicBezTo>
                    <a:pt x="57" y="9"/>
                    <a:pt x="57" y="8"/>
                    <a:pt x="57" y="7"/>
                  </a:cubicBezTo>
                  <a:cubicBezTo>
                    <a:pt x="56" y="6"/>
                    <a:pt x="55" y="8"/>
                    <a:pt x="54" y="8"/>
                  </a:cubicBezTo>
                  <a:cubicBezTo>
                    <a:pt x="54" y="8"/>
                    <a:pt x="54" y="6"/>
                    <a:pt x="54" y="6"/>
                  </a:cubicBezTo>
                  <a:cubicBezTo>
                    <a:pt x="54" y="4"/>
                    <a:pt x="57" y="5"/>
                    <a:pt x="58" y="5"/>
                  </a:cubicBezTo>
                  <a:cubicBezTo>
                    <a:pt x="59" y="4"/>
                    <a:pt x="55" y="4"/>
                    <a:pt x="55" y="4"/>
                  </a:cubicBezTo>
                  <a:cubicBezTo>
                    <a:pt x="53" y="4"/>
                    <a:pt x="51" y="3"/>
                    <a:pt x="49" y="4"/>
                  </a:cubicBezTo>
                  <a:cubicBezTo>
                    <a:pt x="47" y="5"/>
                    <a:pt x="46" y="8"/>
                    <a:pt x="44" y="7"/>
                  </a:cubicBezTo>
                  <a:cubicBezTo>
                    <a:pt x="41" y="7"/>
                    <a:pt x="40" y="7"/>
                    <a:pt x="38" y="5"/>
                  </a:cubicBezTo>
                  <a:cubicBezTo>
                    <a:pt x="36" y="3"/>
                    <a:pt x="32" y="5"/>
                    <a:pt x="29" y="5"/>
                  </a:cubicBezTo>
                  <a:cubicBezTo>
                    <a:pt x="27" y="5"/>
                    <a:pt x="27" y="4"/>
                    <a:pt x="26" y="2"/>
                  </a:cubicBezTo>
                  <a:cubicBezTo>
                    <a:pt x="25" y="0"/>
                    <a:pt x="23" y="0"/>
                    <a:pt x="20" y="0"/>
                  </a:cubicBezTo>
                  <a:cubicBezTo>
                    <a:pt x="19" y="0"/>
                    <a:pt x="11" y="1"/>
                    <a:pt x="11" y="4"/>
                  </a:cubicBezTo>
                  <a:cubicBezTo>
                    <a:pt x="11" y="7"/>
                    <a:pt x="15" y="8"/>
                    <a:pt x="13" y="12"/>
                  </a:cubicBezTo>
                  <a:cubicBezTo>
                    <a:pt x="11" y="14"/>
                    <a:pt x="7" y="10"/>
                    <a:pt x="8" y="8"/>
                  </a:cubicBezTo>
                  <a:cubicBezTo>
                    <a:pt x="8" y="7"/>
                    <a:pt x="10" y="6"/>
                    <a:pt x="10" y="5"/>
                  </a:cubicBezTo>
                  <a:cubicBezTo>
                    <a:pt x="11" y="3"/>
                    <a:pt x="8" y="2"/>
                    <a:pt x="8" y="1"/>
                  </a:cubicBezTo>
                  <a:cubicBezTo>
                    <a:pt x="5" y="3"/>
                    <a:pt x="4" y="4"/>
                    <a:pt x="4" y="7"/>
                  </a:cubicBezTo>
                  <a:cubicBezTo>
                    <a:pt x="3" y="8"/>
                    <a:pt x="0" y="12"/>
                    <a:pt x="3" y="12"/>
                  </a:cubicBezTo>
                  <a:cubicBezTo>
                    <a:pt x="3" y="12"/>
                    <a:pt x="4" y="12"/>
                    <a:pt x="5" y="13"/>
                  </a:cubicBezTo>
                  <a:cubicBezTo>
                    <a:pt x="5" y="14"/>
                    <a:pt x="6" y="15"/>
                    <a:pt x="7" y="16"/>
                  </a:cubicBezTo>
                  <a:cubicBezTo>
                    <a:pt x="9" y="18"/>
                    <a:pt x="5" y="22"/>
                    <a:pt x="10" y="23"/>
                  </a:cubicBezTo>
                  <a:cubicBezTo>
                    <a:pt x="10" y="23"/>
                    <a:pt x="12" y="23"/>
                    <a:pt x="13" y="23"/>
                  </a:cubicBezTo>
                  <a:cubicBezTo>
                    <a:pt x="14" y="23"/>
                    <a:pt x="14" y="22"/>
                    <a:pt x="15" y="22"/>
                  </a:cubicBezTo>
                  <a:cubicBezTo>
                    <a:pt x="18" y="22"/>
                    <a:pt x="19" y="25"/>
                    <a:pt x="21" y="27"/>
                  </a:cubicBezTo>
                  <a:cubicBezTo>
                    <a:pt x="21" y="27"/>
                    <a:pt x="22" y="28"/>
                    <a:pt x="23" y="27"/>
                  </a:cubicBezTo>
                  <a:cubicBezTo>
                    <a:pt x="23" y="26"/>
                    <a:pt x="24" y="27"/>
                    <a:pt x="26" y="27"/>
                  </a:cubicBezTo>
                  <a:cubicBezTo>
                    <a:pt x="28" y="28"/>
                    <a:pt x="33" y="25"/>
                    <a:pt x="31" y="29"/>
                  </a:cubicBezTo>
                  <a:cubicBezTo>
                    <a:pt x="29" y="32"/>
                    <a:pt x="29" y="35"/>
                    <a:pt x="31" y="38"/>
                  </a:cubicBezTo>
                  <a:cubicBezTo>
                    <a:pt x="31" y="39"/>
                    <a:pt x="32" y="40"/>
                    <a:pt x="32" y="41"/>
                  </a:cubicBezTo>
                  <a:cubicBezTo>
                    <a:pt x="32" y="42"/>
                    <a:pt x="29" y="43"/>
                    <a:pt x="30" y="44"/>
                  </a:cubicBezTo>
                  <a:cubicBezTo>
                    <a:pt x="33" y="47"/>
                    <a:pt x="34" y="55"/>
                    <a:pt x="40" y="53"/>
                  </a:cubicBezTo>
                  <a:cubicBezTo>
                    <a:pt x="41" y="53"/>
                    <a:pt x="41" y="54"/>
                    <a:pt x="42" y="54"/>
                  </a:cubicBezTo>
                  <a:cubicBezTo>
                    <a:pt x="43" y="54"/>
                    <a:pt x="44" y="53"/>
                    <a:pt x="45" y="52"/>
                  </a:cubicBezTo>
                  <a:cubicBezTo>
                    <a:pt x="47" y="51"/>
                    <a:pt x="48" y="49"/>
                    <a:pt x="51" y="47"/>
                  </a:cubicBezTo>
                  <a:cubicBezTo>
                    <a:pt x="53" y="46"/>
                    <a:pt x="49" y="46"/>
                    <a:pt x="49" y="44"/>
                  </a:cubicBezTo>
                  <a:cubicBezTo>
                    <a:pt x="49" y="43"/>
                    <a:pt x="48" y="42"/>
                    <a:pt x="48" y="41"/>
                  </a:cubicBezTo>
                  <a:cubicBezTo>
                    <a:pt x="48" y="40"/>
                    <a:pt x="45" y="39"/>
                    <a:pt x="45" y="38"/>
                  </a:cubicBezTo>
                  <a:cubicBezTo>
                    <a:pt x="45" y="37"/>
                    <a:pt x="51" y="38"/>
                    <a:pt x="52" y="38"/>
                  </a:cubicBezTo>
                  <a:cubicBezTo>
                    <a:pt x="54" y="38"/>
                    <a:pt x="53" y="39"/>
                    <a:pt x="54" y="40"/>
                  </a:cubicBezTo>
                  <a:cubicBezTo>
                    <a:pt x="55" y="40"/>
                    <a:pt x="55" y="38"/>
                    <a:pt x="56" y="38"/>
                  </a:cubicBezTo>
                  <a:cubicBezTo>
                    <a:pt x="57" y="37"/>
                    <a:pt x="60" y="37"/>
                    <a:pt x="62" y="36"/>
                  </a:cubicBezTo>
                  <a:cubicBezTo>
                    <a:pt x="63" y="35"/>
                    <a:pt x="65" y="34"/>
                    <a:pt x="67" y="33"/>
                  </a:cubicBezTo>
                  <a:cubicBezTo>
                    <a:pt x="66" y="31"/>
                    <a:pt x="63" y="30"/>
                    <a:pt x="63" y="2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2" name="Freeform 619">
              <a:extLst>
                <a:ext uri="{FF2B5EF4-FFF2-40B4-BE49-F238E27FC236}">
                  <a16:creationId xmlns:a16="http://schemas.microsoft.com/office/drawing/2014/main" id="{C5AB1D8F-0A22-6B10-6CB2-CD1079711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3135" y="8003577"/>
              <a:ext cx="303262" cy="472936"/>
            </a:xfrm>
            <a:custGeom>
              <a:avLst/>
              <a:gdLst>
                <a:gd name="T0" fmla="*/ 22 w 26"/>
                <a:gd name="T1" fmla="*/ 29 h 38"/>
                <a:gd name="T2" fmla="*/ 18 w 26"/>
                <a:gd name="T3" fmla="*/ 21 h 38"/>
                <a:gd name="T4" fmla="*/ 20 w 26"/>
                <a:gd name="T5" fmla="*/ 18 h 38"/>
                <a:gd name="T6" fmla="*/ 22 w 26"/>
                <a:gd name="T7" fmla="*/ 15 h 38"/>
                <a:gd name="T8" fmla="*/ 22 w 26"/>
                <a:gd name="T9" fmla="*/ 13 h 38"/>
                <a:gd name="T10" fmla="*/ 20 w 26"/>
                <a:gd name="T11" fmla="*/ 11 h 38"/>
                <a:gd name="T12" fmla="*/ 16 w 26"/>
                <a:gd name="T13" fmla="*/ 7 h 38"/>
                <a:gd name="T14" fmla="*/ 9 w 26"/>
                <a:gd name="T15" fmla="*/ 0 h 38"/>
                <a:gd name="T16" fmla="*/ 5 w 26"/>
                <a:gd name="T17" fmla="*/ 5 h 38"/>
                <a:gd name="T18" fmla="*/ 6 w 26"/>
                <a:gd name="T19" fmla="*/ 8 h 38"/>
                <a:gd name="T20" fmla="*/ 3 w 26"/>
                <a:gd name="T21" fmla="*/ 10 h 38"/>
                <a:gd name="T22" fmla="*/ 4 w 26"/>
                <a:gd name="T23" fmla="*/ 16 h 38"/>
                <a:gd name="T24" fmla="*/ 7 w 26"/>
                <a:gd name="T25" fmla="*/ 18 h 38"/>
                <a:gd name="T26" fmla="*/ 8 w 26"/>
                <a:gd name="T27" fmla="*/ 20 h 38"/>
                <a:gd name="T28" fmla="*/ 8 w 26"/>
                <a:gd name="T29" fmla="*/ 27 h 38"/>
                <a:gd name="T30" fmla="*/ 11 w 26"/>
                <a:gd name="T31" fmla="*/ 35 h 38"/>
                <a:gd name="T32" fmla="*/ 17 w 26"/>
                <a:gd name="T33" fmla="*/ 35 h 38"/>
                <a:gd name="T34" fmla="*/ 21 w 26"/>
                <a:gd name="T35" fmla="*/ 34 h 38"/>
                <a:gd name="T36" fmla="*/ 26 w 26"/>
                <a:gd name="T37" fmla="*/ 34 h 38"/>
                <a:gd name="T38" fmla="*/ 22 w 26"/>
                <a:gd name="T39" fmla="*/ 29 h 38"/>
                <a:gd name="T40" fmla="*/ 22 w 26"/>
                <a:gd name="T41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" h="38">
                  <a:moveTo>
                    <a:pt x="22" y="29"/>
                  </a:moveTo>
                  <a:cubicBezTo>
                    <a:pt x="22" y="28"/>
                    <a:pt x="17" y="22"/>
                    <a:pt x="18" y="21"/>
                  </a:cubicBezTo>
                  <a:cubicBezTo>
                    <a:pt x="19" y="20"/>
                    <a:pt x="18" y="19"/>
                    <a:pt x="20" y="18"/>
                  </a:cubicBezTo>
                  <a:cubicBezTo>
                    <a:pt x="23" y="18"/>
                    <a:pt x="22" y="16"/>
                    <a:pt x="22" y="15"/>
                  </a:cubicBezTo>
                  <a:cubicBezTo>
                    <a:pt x="22" y="14"/>
                    <a:pt x="22" y="13"/>
                    <a:pt x="22" y="13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9" y="9"/>
                    <a:pt x="16" y="9"/>
                    <a:pt x="16" y="7"/>
                  </a:cubicBezTo>
                  <a:cubicBezTo>
                    <a:pt x="15" y="4"/>
                    <a:pt x="11" y="1"/>
                    <a:pt x="9" y="0"/>
                  </a:cubicBezTo>
                  <a:cubicBezTo>
                    <a:pt x="9" y="3"/>
                    <a:pt x="4" y="3"/>
                    <a:pt x="5" y="5"/>
                  </a:cubicBezTo>
                  <a:cubicBezTo>
                    <a:pt x="5" y="6"/>
                    <a:pt x="7" y="7"/>
                    <a:pt x="6" y="8"/>
                  </a:cubicBezTo>
                  <a:cubicBezTo>
                    <a:pt x="5" y="8"/>
                    <a:pt x="3" y="9"/>
                    <a:pt x="3" y="10"/>
                  </a:cubicBezTo>
                  <a:cubicBezTo>
                    <a:pt x="0" y="11"/>
                    <a:pt x="2" y="14"/>
                    <a:pt x="4" y="16"/>
                  </a:cubicBezTo>
                  <a:cubicBezTo>
                    <a:pt x="5" y="17"/>
                    <a:pt x="5" y="18"/>
                    <a:pt x="7" y="18"/>
                  </a:cubicBezTo>
                  <a:cubicBezTo>
                    <a:pt x="8" y="18"/>
                    <a:pt x="7" y="19"/>
                    <a:pt x="8" y="20"/>
                  </a:cubicBezTo>
                  <a:cubicBezTo>
                    <a:pt x="10" y="23"/>
                    <a:pt x="9" y="24"/>
                    <a:pt x="8" y="27"/>
                  </a:cubicBezTo>
                  <a:cubicBezTo>
                    <a:pt x="8" y="30"/>
                    <a:pt x="10" y="33"/>
                    <a:pt x="11" y="35"/>
                  </a:cubicBezTo>
                  <a:cubicBezTo>
                    <a:pt x="14" y="38"/>
                    <a:pt x="15" y="35"/>
                    <a:pt x="17" y="35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3" y="33"/>
                    <a:pt x="24" y="33"/>
                    <a:pt x="26" y="34"/>
                  </a:cubicBezTo>
                  <a:cubicBezTo>
                    <a:pt x="25" y="32"/>
                    <a:pt x="24" y="30"/>
                    <a:pt x="22" y="29"/>
                  </a:cubicBezTo>
                  <a:cubicBezTo>
                    <a:pt x="21" y="27"/>
                    <a:pt x="23" y="29"/>
                    <a:pt x="22" y="2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3" name="Freeform 620">
              <a:extLst>
                <a:ext uri="{FF2B5EF4-FFF2-40B4-BE49-F238E27FC236}">
                  <a16:creationId xmlns:a16="http://schemas.microsoft.com/office/drawing/2014/main" id="{B41ACF53-4609-F864-93BE-1E1DCCB25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8661" y="8151369"/>
              <a:ext cx="259371" cy="287137"/>
            </a:xfrm>
            <a:custGeom>
              <a:avLst/>
              <a:gdLst>
                <a:gd name="T0" fmla="*/ 19 w 22"/>
                <a:gd name="T1" fmla="*/ 7 h 23"/>
                <a:gd name="T2" fmla="*/ 22 w 22"/>
                <a:gd name="T3" fmla="*/ 2 h 23"/>
                <a:gd name="T4" fmla="*/ 12 w 22"/>
                <a:gd name="T5" fmla="*/ 2 h 23"/>
                <a:gd name="T6" fmla="*/ 9 w 22"/>
                <a:gd name="T7" fmla="*/ 0 h 23"/>
                <a:gd name="T8" fmla="*/ 5 w 22"/>
                <a:gd name="T9" fmla="*/ 1 h 23"/>
                <a:gd name="T10" fmla="*/ 4 w 22"/>
                <a:gd name="T11" fmla="*/ 6 h 23"/>
                <a:gd name="T12" fmla="*/ 1 w 22"/>
                <a:gd name="T13" fmla="*/ 10 h 23"/>
                <a:gd name="T14" fmla="*/ 4 w 22"/>
                <a:gd name="T15" fmla="*/ 15 h 23"/>
                <a:gd name="T16" fmla="*/ 9 w 22"/>
                <a:gd name="T17" fmla="*/ 22 h 23"/>
                <a:gd name="T18" fmla="*/ 12 w 22"/>
                <a:gd name="T19" fmla="*/ 19 h 23"/>
                <a:gd name="T20" fmla="*/ 16 w 22"/>
                <a:gd name="T21" fmla="*/ 18 h 23"/>
                <a:gd name="T22" fmla="*/ 19 w 22"/>
                <a:gd name="T23" fmla="*/ 19 h 23"/>
                <a:gd name="T24" fmla="*/ 20 w 22"/>
                <a:gd name="T25" fmla="*/ 14 h 23"/>
                <a:gd name="T26" fmla="*/ 19 w 22"/>
                <a:gd name="T27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3">
                  <a:moveTo>
                    <a:pt x="19" y="7"/>
                  </a:moveTo>
                  <a:cubicBezTo>
                    <a:pt x="19" y="5"/>
                    <a:pt x="21" y="3"/>
                    <a:pt x="22" y="2"/>
                  </a:cubicBezTo>
                  <a:cubicBezTo>
                    <a:pt x="19" y="1"/>
                    <a:pt x="14" y="0"/>
                    <a:pt x="12" y="2"/>
                  </a:cubicBezTo>
                  <a:cubicBezTo>
                    <a:pt x="10" y="3"/>
                    <a:pt x="9" y="1"/>
                    <a:pt x="9" y="0"/>
                  </a:cubicBezTo>
                  <a:cubicBezTo>
                    <a:pt x="8" y="0"/>
                    <a:pt x="7" y="2"/>
                    <a:pt x="5" y="1"/>
                  </a:cubicBezTo>
                  <a:cubicBezTo>
                    <a:pt x="5" y="2"/>
                    <a:pt x="7" y="6"/>
                    <a:pt x="4" y="6"/>
                  </a:cubicBezTo>
                  <a:cubicBezTo>
                    <a:pt x="2" y="7"/>
                    <a:pt x="0" y="8"/>
                    <a:pt x="1" y="10"/>
                  </a:cubicBezTo>
                  <a:cubicBezTo>
                    <a:pt x="2" y="12"/>
                    <a:pt x="3" y="13"/>
                    <a:pt x="4" y="15"/>
                  </a:cubicBezTo>
                  <a:cubicBezTo>
                    <a:pt x="5" y="17"/>
                    <a:pt x="7" y="19"/>
                    <a:pt x="9" y="22"/>
                  </a:cubicBezTo>
                  <a:cubicBezTo>
                    <a:pt x="12" y="23"/>
                    <a:pt x="10" y="19"/>
                    <a:pt x="12" y="19"/>
                  </a:cubicBezTo>
                  <a:cubicBezTo>
                    <a:pt x="14" y="19"/>
                    <a:pt x="15" y="19"/>
                    <a:pt x="16" y="18"/>
                  </a:cubicBezTo>
                  <a:cubicBezTo>
                    <a:pt x="17" y="18"/>
                    <a:pt x="17" y="20"/>
                    <a:pt x="19" y="19"/>
                  </a:cubicBezTo>
                  <a:cubicBezTo>
                    <a:pt x="20" y="17"/>
                    <a:pt x="21" y="16"/>
                    <a:pt x="20" y="14"/>
                  </a:cubicBezTo>
                  <a:cubicBezTo>
                    <a:pt x="20" y="12"/>
                    <a:pt x="19" y="9"/>
                    <a:pt x="19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4" name="Freeform 621">
              <a:extLst>
                <a:ext uri="{FF2B5EF4-FFF2-40B4-BE49-F238E27FC236}">
                  <a16:creationId xmlns:a16="http://schemas.microsoft.com/office/drawing/2014/main" id="{622D0232-8540-89D0-7846-AAF879898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150" y="8176709"/>
              <a:ext cx="187546" cy="223804"/>
            </a:xfrm>
            <a:custGeom>
              <a:avLst/>
              <a:gdLst>
                <a:gd name="T0" fmla="*/ 12 w 16"/>
                <a:gd name="T1" fmla="*/ 5 h 18"/>
                <a:gd name="T2" fmla="*/ 5 w 16"/>
                <a:gd name="T3" fmla="*/ 1 h 18"/>
                <a:gd name="T4" fmla="*/ 1 w 16"/>
                <a:gd name="T5" fmla="*/ 6 h 18"/>
                <a:gd name="T6" fmla="*/ 2 w 16"/>
                <a:gd name="T7" fmla="*/ 12 h 18"/>
                <a:gd name="T8" fmla="*/ 0 w 16"/>
                <a:gd name="T9" fmla="*/ 17 h 18"/>
                <a:gd name="T10" fmla="*/ 4 w 16"/>
                <a:gd name="T11" fmla="*/ 17 h 18"/>
                <a:gd name="T12" fmla="*/ 9 w 16"/>
                <a:gd name="T13" fmla="*/ 17 h 18"/>
                <a:gd name="T14" fmla="*/ 16 w 16"/>
                <a:gd name="T15" fmla="*/ 8 h 18"/>
                <a:gd name="T16" fmla="*/ 12 w 16"/>
                <a:gd name="T17" fmla="*/ 5 h 18"/>
                <a:gd name="T18" fmla="*/ 12 w 16"/>
                <a:gd name="T1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8">
                  <a:moveTo>
                    <a:pt x="12" y="5"/>
                  </a:moveTo>
                  <a:cubicBezTo>
                    <a:pt x="10" y="3"/>
                    <a:pt x="8" y="1"/>
                    <a:pt x="5" y="1"/>
                  </a:cubicBezTo>
                  <a:cubicBezTo>
                    <a:pt x="3" y="0"/>
                    <a:pt x="0" y="4"/>
                    <a:pt x="1" y="6"/>
                  </a:cubicBezTo>
                  <a:cubicBezTo>
                    <a:pt x="1" y="8"/>
                    <a:pt x="2" y="10"/>
                    <a:pt x="2" y="12"/>
                  </a:cubicBezTo>
                  <a:cubicBezTo>
                    <a:pt x="3" y="14"/>
                    <a:pt x="1" y="16"/>
                    <a:pt x="0" y="17"/>
                  </a:cubicBezTo>
                  <a:cubicBezTo>
                    <a:pt x="1" y="18"/>
                    <a:pt x="3" y="17"/>
                    <a:pt x="4" y="17"/>
                  </a:cubicBezTo>
                  <a:cubicBezTo>
                    <a:pt x="6" y="17"/>
                    <a:pt x="7" y="18"/>
                    <a:pt x="9" y="17"/>
                  </a:cubicBezTo>
                  <a:cubicBezTo>
                    <a:pt x="12" y="16"/>
                    <a:pt x="13" y="10"/>
                    <a:pt x="16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0" y="4"/>
                    <a:pt x="13" y="6"/>
                    <a:pt x="12" y="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5" name="Freeform 622">
              <a:extLst>
                <a:ext uri="{FF2B5EF4-FFF2-40B4-BE49-F238E27FC236}">
                  <a16:creationId xmlns:a16="http://schemas.microsoft.com/office/drawing/2014/main" id="{3161A7F8-0A63-F61A-4463-5F5C13E2C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04" y="7754443"/>
              <a:ext cx="945711" cy="1042994"/>
            </a:xfrm>
            <a:custGeom>
              <a:avLst/>
              <a:gdLst>
                <a:gd name="T0" fmla="*/ 76 w 81"/>
                <a:gd name="T1" fmla="*/ 39 h 84"/>
                <a:gd name="T2" fmla="*/ 74 w 81"/>
                <a:gd name="T3" fmla="*/ 32 h 84"/>
                <a:gd name="T4" fmla="*/ 69 w 81"/>
                <a:gd name="T5" fmla="*/ 33 h 84"/>
                <a:gd name="T6" fmla="*/ 58 w 81"/>
                <a:gd name="T7" fmla="*/ 28 h 84"/>
                <a:gd name="T8" fmla="*/ 53 w 81"/>
                <a:gd name="T9" fmla="*/ 20 h 84"/>
                <a:gd name="T10" fmla="*/ 50 w 81"/>
                <a:gd name="T11" fmla="*/ 15 h 84"/>
                <a:gd name="T12" fmla="*/ 56 w 81"/>
                <a:gd name="T13" fmla="*/ 5 h 84"/>
                <a:gd name="T14" fmla="*/ 56 w 81"/>
                <a:gd name="T15" fmla="*/ 1 h 84"/>
                <a:gd name="T16" fmla="*/ 44 w 81"/>
                <a:gd name="T17" fmla="*/ 8 h 84"/>
                <a:gd name="T18" fmla="*/ 36 w 81"/>
                <a:gd name="T19" fmla="*/ 16 h 84"/>
                <a:gd name="T20" fmla="*/ 31 w 81"/>
                <a:gd name="T21" fmla="*/ 23 h 84"/>
                <a:gd name="T22" fmla="*/ 25 w 81"/>
                <a:gd name="T23" fmla="*/ 17 h 84"/>
                <a:gd name="T24" fmla="*/ 7 w 81"/>
                <a:gd name="T25" fmla="*/ 18 h 84"/>
                <a:gd name="T26" fmla="*/ 1 w 81"/>
                <a:gd name="T27" fmla="*/ 16 h 84"/>
                <a:gd name="T28" fmla="*/ 1 w 81"/>
                <a:gd name="T29" fmla="*/ 21 h 84"/>
                <a:gd name="T30" fmla="*/ 8 w 81"/>
                <a:gd name="T31" fmla="*/ 24 h 84"/>
                <a:gd name="T32" fmla="*/ 11 w 81"/>
                <a:gd name="T33" fmla="*/ 26 h 84"/>
                <a:gd name="T34" fmla="*/ 13 w 81"/>
                <a:gd name="T35" fmla="*/ 23 h 84"/>
                <a:gd name="T36" fmla="*/ 20 w 81"/>
                <a:gd name="T37" fmla="*/ 18 h 84"/>
                <a:gd name="T38" fmla="*/ 24 w 81"/>
                <a:gd name="T39" fmla="*/ 20 h 84"/>
                <a:gd name="T40" fmla="*/ 25 w 81"/>
                <a:gd name="T41" fmla="*/ 26 h 84"/>
                <a:gd name="T42" fmla="*/ 28 w 81"/>
                <a:gd name="T43" fmla="*/ 42 h 84"/>
                <a:gd name="T44" fmla="*/ 28 w 81"/>
                <a:gd name="T45" fmla="*/ 47 h 84"/>
                <a:gd name="T46" fmla="*/ 22 w 81"/>
                <a:gd name="T47" fmla="*/ 53 h 84"/>
                <a:gd name="T48" fmla="*/ 26 w 81"/>
                <a:gd name="T49" fmla="*/ 58 h 84"/>
                <a:gd name="T50" fmla="*/ 34 w 81"/>
                <a:gd name="T51" fmla="*/ 61 h 84"/>
                <a:gd name="T52" fmla="*/ 41 w 81"/>
                <a:gd name="T53" fmla="*/ 64 h 84"/>
                <a:gd name="T54" fmla="*/ 54 w 81"/>
                <a:gd name="T55" fmla="*/ 76 h 84"/>
                <a:gd name="T56" fmla="*/ 60 w 81"/>
                <a:gd name="T57" fmla="*/ 75 h 84"/>
                <a:gd name="T58" fmla="*/ 64 w 81"/>
                <a:gd name="T59" fmla="*/ 80 h 84"/>
                <a:gd name="T60" fmla="*/ 65 w 81"/>
                <a:gd name="T61" fmla="*/ 84 h 84"/>
                <a:gd name="T62" fmla="*/ 65 w 81"/>
                <a:gd name="T63" fmla="*/ 63 h 84"/>
                <a:gd name="T64" fmla="*/ 70 w 81"/>
                <a:gd name="T65" fmla="*/ 58 h 84"/>
                <a:gd name="T66" fmla="*/ 66 w 81"/>
                <a:gd name="T67" fmla="*/ 55 h 84"/>
                <a:gd name="T68" fmla="*/ 79 w 81"/>
                <a:gd name="T69" fmla="*/ 53 h 84"/>
                <a:gd name="T70" fmla="*/ 77 w 81"/>
                <a:gd name="T71" fmla="*/ 4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1" h="84">
                  <a:moveTo>
                    <a:pt x="77" y="48"/>
                  </a:moveTo>
                  <a:cubicBezTo>
                    <a:pt x="81" y="45"/>
                    <a:pt x="76" y="42"/>
                    <a:pt x="76" y="39"/>
                  </a:cubicBezTo>
                  <a:cubicBezTo>
                    <a:pt x="76" y="37"/>
                    <a:pt x="78" y="35"/>
                    <a:pt x="78" y="33"/>
                  </a:cubicBezTo>
                  <a:cubicBezTo>
                    <a:pt x="79" y="30"/>
                    <a:pt x="75" y="32"/>
                    <a:pt x="74" y="32"/>
                  </a:cubicBezTo>
                  <a:cubicBezTo>
                    <a:pt x="73" y="32"/>
                    <a:pt x="72" y="32"/>
                    <a:pt x="71" y="32"/>
                  </a:cubicBezTo>
                  <a:cubicBezTo>
                    <a:pt x="70" y="32"/>
                    <a:pt x="70" y="33"/>
                    <a:pt x="69" y="33"/>
                  </a:cubicBezTo>
                  <a:cubicBezTo>
                    <a:pt x="68" y="33"/>
                    <a:pt x="67" y="30"/>
                    <a:pt x="66" y="30"/>
                  </a:cubicBezTo>
                  <a:cubicBezTo>
                    <a:pt x="64" y="26"/>
                    <a:pt x="62" y="28"/>
                    <a:pt x="58" y="28"/>
                  </a:cubicBezTo>
                  <a:cubicBezTo>
                    <a:pt x="56" y="28"/>
                    <a:pt x="55" y="28"/>
                    <a:pt x="54" y="26"/>
                  </a:cubicBezTo>
                  <a:cubicBezTo>
                    <a:pt x="53" y="24"/>
                    <a:pt x="56" y="22"/>
                    <a:pt x="53" y="20"/>
                  </a:cubicBezTo>
                  <a:cubicBezTo>
                    <a:pt x="52" y="19"/>
                    <a:pt x="52" y="17"/>
                    <a:pt x="50" y="17"/>
                  </a:cubicBezTo>
                  <a:cubicBezTo>
                    <a:pt x="48" y="17"/>
                    <a:pt x="49" y="17"/>
                    <a:pt x="50" y="15"/>
                  </a:cubicBezTo>
                  <a:cubicBezTo>
                    <a:pt x="51" y="13"/>
                    <a:pt x="50" y="11"/>
                    <a:pt x="51" y="9"/>
                  </a:cubicBezTo>
                  <a:cubicBezTo>
                    <a:pt x="52" y="7"/>
                    <a:pt x="54" y="6"/>
                    <a:pt x="56" y="5"/>
                  </a:cubicBezTo>
                  <a:cubicBezTo>
                    <a:pt x="57" y="4"/>
                    <a:pt x="59" y="4"/>
                    <a:pt x="60" y="2"/>
                  </a:cubicBezTo>
                  <a:cubicBezTo>
                    <a:pt x="60" y="0"/>
                    <a:pt x="56" y="0"/>
                    <a:pt x="56" y="1"/>
                  </a:cubicBezTo>
                  <a:cubicBezTo>
                    <a:pt x="54" y="3"/>
                    <a:pt x="51" y="6"/>
                    <a:pt x="48" y="6"/>
                  </a:cubicBezTo>
                  <a:cubicBezTo>
                    <a:pt x="45" y="6"/>
                    <a:pt x="45" y="6"/>
                    <a:pt x="44" y="8"/>
                  </a:cubicBezTo>
                  <a:cubicBezTo>
                    <a:pt x="43" y="10"/>
                    <a:pt x="43" y="7"/>
                    <a:pt x="41" y="7"/>
                  </a:cubicBezTo>
                  <a:cubicBezTo>
                    <a:pt x="37" y="8"/>
                    <a:pt x="39" y="14"/>
                    <a:pt x="36" y="16"/>
                  </a:cubicBezTo>
                  <a:cubicBezTo>
                    <a:pt x="35" y="17"/>
                    <a:pt x="33" y="18"/>
                    <a:pt x="32" y="20"/>
                  </a:cubicBezTo>
                  <a:cubicBezTo>
                    <a:pt x="32" y="20"/>
                    <a:pt x="32" y="23"/>
                    <a:pt x="31" y="23"/>
                  </a:cubicBezTo>
                  <a:cubicBezTo>
                    <a:pt x="30" y="21"/>
                    <a:pt x="29" y="20"/>
                    <a:pt x="28" y="19"/>
                  </a:cubicBezTo>
                  <a:cubicBezTo>
                    <a:pt x="27" y="17"/>
                    <a:pt x="26" y="17"/>
                    <a:pt x="25" y="17"/>
                  </a:cubicBezTo>
                  <a:cubicBezTo>
                    <a:pt x="21" y="16"/>
                    <a:pt x="19" y="13"/>
                    <a:pt x="15" y="16"/>
                  </a:cubicBezTo>
                  <a:cubicBezTo>
                    <a:pt x="13" y="17"/>
                    <a:pt x="9" y="20"/>
                    <a:pt x="7" y="18"/>
                  </a:cubicBezTo>
                  <a:cubicBezTo>
                    <a:pt x="6" y="17"/>
                    <a:pt x="5" y="17"/>
                    <a:pt x="4" y="16"/>
                  </a:cubicBezTo>
                  <a:cubicBezTo>
                    <a:pt x="2" y="16"/>
                    <a:pt x="3" y="14"/>
                    <a:pt x="1" y="16"/>
                  </a:cubicBezTo>
                  <a:cubicBezTo>
                    <a:pt x="0" y="17"/>
                    <a:pt x="1" y="17"/>
                    <a:pt x="2" y="18"/>
                  </a:cubicBezTo>
                  <a:cubicBezTo>
                    <a:pt x="2" y="19"/>
                    <a:pt x="1" y="20"/>
                    <a:pt x="1" y="21"/>
                  </a:cubicBezTo>
                  <a:cubicBezTo>
                    <a:pt x="3" y="21"/>
                    <a:pt x="5" y="22"/>
                    <a:pt x="6" y="22"/>
                  </a:cubicBezTo>
                  <a:cubicBezTo>
                    <a:pt x="7" y="23"/>
                    <a:pt x="8" y="23"/>
                    <a:pt x="8" y="24"/>
                  </a:cubicBezTo>
                  <a:cubicBezTo>
                    <a:pt x="9" y="25"/>
                    <a:pt x="9" y="24"/>
                    <a:pt x="10" y="24"/>
                  </a:cubicBezTo>
                  <a:cubicBezTo>
                    <a:pt x="10" y="23"/>
                    <a:pt x="10" y="26"/>
                    <a:pt x="11" y="26"/>
                  </a:cubicBezTo>
                  <a:cubicBezTo>
                    <a:pt x="12" y="27"/>
                    <a:pt x="13" y="26"/>
                    <a:pt x="15" y="25"/>
                  </a:cubicBezTo>
                  <a:cubicBezTo>
                    <a:pt x="16" y="25"/>
                    <a:pt x="13" y="23"/>
                    <a:pt x="13" y="23"/>
                  </a:cubicBezTo>
                  <a:cubicBezTo>
                    <a:pt x="13" y="22"/>
                    <a:pt x="16" y="20"/>
                    <a:pt x="16" y="19"/>
                  </a:cubicBezTo>
                  <a:cubicBezTo>
                    <a:pt x="17" y="18"/>
                    <a:pt x="19" y="17"/>
                    <a:pt x="20" y="18"/>
                  </a:cubicBezTo>
                  <a:cubicBezTo>
                    <a:pt x="21" y="18"/>
                    <a:pt x="23" y="19"/>
                    <a:pt x="23" y="19"/>
                  </a:cubicBezTo>
                  <a:cubicBezTo>
                    <a:pt x="23" y="20"/>
                    <a:pt x="23" y="20"/>
                    <a:pt x="24" y="20"/>
                  </a:cubicBezTo>
                  <a:cubicBezTo>
                    <a:pt x="24" y="21"/>
                    <a:pt x="23" y="22"/>
                    <a:pt x="23" y="22"/>
                  </a:cubicBezTo>
                  <a:cubicBezTo>
                    <a:pt x="23" y="23"/>
                    <a:pt x="25" y="25"/>
                    <a:pt x="25" y="26"/>
                  </a:cubicBezTo>
                  <a:cubicBezTo>
                    <a:pt x="27" y="29"/>
                    <a:pt x="29" y="29"/>
                    <a:pt x="29" y="33"/>
                  </a:cubicBezTo>
                  <a:cubicBezTo>
                    <a:pt x="29" y="36"/>
                    <a:pt x="29" y="39"/>
                    <a:pt x="28" y="42"/>
                  </a:cubicBezTo>
                  <a:cubicBezTo>
                    <a:pt x="28" y="43"/>
                    <a:pt x="30" y="43"/>
                    <a:pt x="30" y="44"/>
                  </a:cubicBezTo>
                  <a:cubicBezTo>
                    <a:pt x="29" y="45"/>
                    <a:pt x="28" y="46"/>
                    <a:pt x="28" y="47"/>
                  </a:cubicBezTo>
                  <a:cubicBezTo>
                    <a:pt x="27" y="48"/>
                    <a:pt x="27" y="50"/>
                    <a:pt x="26" y="50"/>
                  </a:cubicBezTo>
                  <a:cubicBezTo>
                    <a:pt x="24" y="51"/>
                    <a:pt x="22" y="50"/>
                    <a:pt x="22" y="53"/>
                  </a:cubicBezTo>
                  <a:cubicBezTo>
                    <a:pt x="22" y="55"/>
                    <a:pt x="19" y="55"/>
                    <a:pt x="22" y="56"/>
                  </a:cubicBezTo>
                  <a:cubicBezTo>
                    <a:pt x="23" y="57"/>
                    <a:pt x="24" y="57"/>
                    <a:pt x="26" y="58"/>
                  </a:cubicBezTo>
                  <a:cubicBezTo>
                    <a:pt x="27" y="59"/>
                    <a:pt x="28" y="60"/>
                    <a:pt x="29" y="61"/>
                  </a:cubicBezTo>
                  <a:cubicBezTo>
                    <a:pt x="31" y="62"/>
                    <a:pt x="32" y="61"/>
                    <a:pt x="34" y="61"/>
                  </a:cubicBezTo>
                  <a:cubicBezTo>
                    <a:pt x="35" y="61"/>
                    <a:pt x="36" y="62"/>
                    <a:pt x="38" y="63"/>
                  </a:cubicBezTo>
                  <a:cubicBezTo>
                    <a:pt x="39" y="63"/>
                    <a:pt x="40" y="63"/>
                    <a:pt x="41" y="64"/>
                  </a:cubicBezTo>
                  <a:cubicBezTo>
                    <a:pt x="44" y="66"/>
                    <a:pt x="46" y="68"/>
                    <a:pt x="48" y="71"/>
                  </a:cubicBezTo>
                  <a:cubicBezTo>
                    <a:pt x="49" y="74"/>
                    <a:pt x="50" y="75"/>
                    <a:pt x="54" y="76"/>
                  </a:cubicBezTo>
                  <a:cubicBezTo>
                    <a:pt x="55" y="76"/>
                    <a:pt x="56" y="75"/>
                    <a:pt x="57" y="74"/>
                  </a:cubicBezTo>
                  <a:cubicBezTo>
                    <a:pt x="58" y="74"/>
                    <a:pt x="59" y="76"/>
                    <a:pt x="60" y="75"/>
                  </a:cubicBezTo>
                  <a:cubicBezTo>
                    <a:pt x="62" y="74"/>
                    <a:pt x="64" y="75"/>
                    <a:pt x="65" y="76"/>
                  </a:cubicBezTo>
                  <a:cubicBezTo>
                    <a:pt x="65" y="77"/>
                    <a:pt x="64" y="79"/>
                    <a:pt x="64" y="80"/>
                  </a:cubicBezTo>
                  <a:cubicBezTo>
                    <a:pt x="63" y="81"/>
                    <a:pt x="62" y="81"/>
                    <a:pt x="64" y="82"/>
                  </a:cubicBezTo>
                  <a:cubicBezTo>
                    <a:pt x="64" y="82"/>
                    <a:pt x="66" y="84"/>
                    <a:pt x="65" y="84"/>
                  </a:cubicBezTo>
                  <a:cubicBezTo>
                    <a:pt x="67" y="84"/>
                    <a:pt x="68" y="73"/>
                    <a:pt x="69" y="71"/>
                  </a:cubicBezTo>
                  <a:cubicBezTo>
                    <a:pt x="69" y="67"/>
                    <a:pt x="66" y="66"/>
                    <a:pt x="65" y="63"/>
                  </a:cubicBezTo>
                  <a:cubicBezTo>
                    <a:pt x="65" y="61"/>
                    <a:pt x="65" y="60"/>
                    <a:pt x="66" y="60"/>
                  </a:cubicBezTo>
                  <a:cubicBezTo>
                    <a:pt x="67" y="60"/>
                    <a:pt x="70" y="59"/>
                    <a:pt x="70" y="58"/>
                  </a:cubicBezTo>
                  <a:cubicBezTo>
                    <a:pt x="69" y="58"/>
                    <a:pt x="67" y="58"/>
                    <a:pt x="67" y="57"/>
                  </a:cubicBezTo>
                  <a:cubicBezTo>
                    <a:pt x="66" y="57"/>
                    <a:pt x="66" y="55"/>
                    <a:pt x="66" y="55"/>
                  </a:cubicBezTo>
                  <a:cubicBezTo>
                    <a:pt x="68" y="55"/>
                    <a:pt x="70" y="55"/>
                    <a:pt x="72" y="55"/>
                  </a:cubicBezTo>
                  <a:cubicBezTo>
                    <a:pt x="73" y="55"/>
                    <a:pt x="79" y="52"/>
                    <a:pt x="79" y="53"/>
                  </a:cubicBezTo>
                  <a:cubicBezTo>
                    <a:pt x="79" y="51"/>
                    <a:pt x="76" y="48"/>
                    <a:pt x="77" y="48"/>
                  </a:cubicBezTo>
                  <a:cubicBezTo>
                    <a:pt x="78" y="47"/>
                    <a:pt x="76" y="48"/>
                    <a:pt x="77" y="4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6" name="Freeform 623">
              <a:extLst>
                <a:ext uri="{FF2B5EF4-FFF2-40B4-BE49-F238E27FC236}">
                  <a16:creationId xmlns:a16="http://schemas.microsoft.com/office/drawing/2014/main" id="{ECB375DC-06D7-E130-B4BA-D7A4601F4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5892" y="8451176"/>
              <a:ext cx="327205" cy="409599"/>
            </a:xfrm>
            <a:custGeom>
              <a:avLst/>
              <a:gdLst>
                <a:gd name="T0" fmla="*/ 20 w 28"/>
                <a:gd name="T1" fmla="*/ 6 h 33"/>
                <a:gd name="T2" fmla="*/ 15 w 28"/>
                <a:gd name="T3" fmla="*/ 3 h 33"/>
                <a:gd name="T4" fmla="*/ 10 w 28"/>
                <a:gd name="T5" fmla="*/ 0 h 33"/>
                <a:gd name="T6" fmla="*/ 4 w 28"/>
                <a:gd name="T7" fmla="*/ 4 h 33"/>
                <a:gd name="T8" fmla="*/ 3 w 28"/>
                <a:gd name="T9" fmla="*/ 7 h 33"/>
                <a:gd name="T10" fmla="*/ 2 w 28"/>
                <a:gd name="T11" fmla="*/ 10 h 33"/>
                <a:gd name="T12" fmla="*/ 0 w 28"/>
                <a:gd name="T13" fmla="*/ 13 h 33"/>
                <a:gd name="T14" fmla="*/ 0 w 28"/>
                <a:gd name="T15" fmla="*/ 15 h 33"/>
                <a:gd name="T16" fmla="*/ 0 w 28"/>
                <a:gd name="T17" fmla="*/ 18 h 33"/>
                <a:gd name="T18" fmla="*/ 2 w 28"/>
                <a:gd name="T19" fmla="*/ 20 h 33"/>
                <a:gd name="T20" fmla="*/ 5 w 28"/>
                <a:gd name="T21" fmla="*/ 18 h 33"/>
                <a:gd name="T22" fmla="*/ 5 w 28"/>
                <a:gd name="T23" fmla="*/ 20 h 33"/>
                <a:gd name="T24" fmla="*/ 3 w 28"/>
                <a:gd name="T25" fmla="*/ 24 h 33"/>
                <a:gd name="T26" fmla="*/ 3 w 28"/>
                <a:gd name="T27" fmla="*/ 26 h 33"/>
                <a:gd name="T28" fmla="*/ 3 w 28"/>
                <a:gd name="T29" fmla="*/ 28 h 33"/>
                <a:gd name="T30" fmla="*/ 8 w 28"/>
                <a:gd name="T31" fmla="*/ 32 h 33"/>
                <a:gd name="T32" fmla="*/ 11 w 28"/>
                <a:gd name="T33" fmla="*/ 29 h 33"/>
                <a:gd name="T34" fmla="*/ 16 w 28"/>
                <a:gd name="T35" fmla="*/ 22 h 33"/>
                <a:gd name="T36" fmla="*/ 22 w 28"/>
                <a:gd name="T37" fmla="*/ 19 h 33"/>
                <a:gd name="T38" fmla="*/ 27 w 28"/>
                <a:gd name="T39" fmla="*/ 13 h 33"/>
                <a:gd name="T40" fmla="*/ 27 w 28"/>
                <a:gd name="T41" fmla="*/ 8 h 33"/>
                <a:gd name="T42" fmla="*/ 24 w 28"/>
                <a:gd name="T43" fmla="*/ 5 h 33"/>
                <a:gd name="T44" fmla="*/ 20 w 28"/>
                <a:gd name="T45" fmla="*/ 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33">
                  <a:moveTo>
                    <a:pt x="20" y="6"/>
                  </a:moveTo>
                  <a:cubicBezTo>
                    <a:pt x="18" y="6"/>
                    <a:pt x="17" y="4"/>
                    <a:pt x="15" y="3"/>
                  </a:cubicBezTo>
                  <a:cubicBezTo>
                    <a:pt x="14" y="2"/>
                    <a:pt x="12" y="0"/>
                    <a:pt x="10" y="0"/>
                  </a:cubicBezTo>
                  <a:cubicBezTo>
                    <a:pt x="10" y="3"/>
                    <a:pt x="4" y="1"/>
                    <a:pt x="4" y="4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1" y="8"/>
                    <a:pt x="2" y="9"/>
                    <a:pt x="2" y="10"/>
                  </a:cubicBezTo>
                  <a:cubicBezTo>
                    <a:pt x="2" y="11"/>
                    <a:pt x="1" y="12"/>
                    <a:pt x="0" y="13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6"/>
                    <a:pt x="0" y="17"/>
                    <a:pt x="0" y="18"/>
                  </a:cubicBezTo>
                  <a:cubicBezTo>
                    <a:pt x="0" y="18"/>
                    <a:pt x="1" y="21"/>
                    <a:pt x="2" y="20"/>
                  </a:cubicBezTo>
                  <a:cubicBezTo>
                    <a:pt x="4" y="20"/>
                    <a:pt x="4" y="18"/>
                    <a:pt x="5" y="18"/>
                  </a:cubicBezTo>
                  <a:cubicBezTo>
                    <a:pt x="4" y="18"/>
                    <a:pt x="6" y="20"/>
                    <a:pt x="5" y="20"/>
                  </a:cubicBezTo>
                  <a:cubicBezTo>
                    <a:pt x="5" y="22"/>
                    <a:pt x="5" y="23"/>
                    <a:pt x="3" y="24"/>
                  </a:cubicBezTo>
                  <a:cubicBezTo>
                    <a:pt x="3" y="24"/>
                    <a:pt x="4" y="26"/>
                    <a:pt x="3" y="26"/>
                  </a:cubicBezTo>
                  <a:cubicBezTo>
                    <a:pt x="3" y="27"/>
                    <a:pt x="2" y="27"/>
                    <a:pt x="3" y="28"/>
                  </a:cubicBezTo>
                  <a:cubicBezTo>
                    <a:pt x="5" y="29"/>
                    <a:pt x="6" y="29"/>
                    <a:pt x="8" y="32"/>
                  </a:cubicBezTo>
                  <a:cubicBezTo>
                    <a:pt x="9" y="33"/>
                    <a:pt x="10" y="29"/>
                    <a:pt x="11" y="29"/>
                  </a:cubicBezTo>
                  <a:cubicBezTo>
                    <a:pt x="12" y="26"/>
                    <a:pt x="13" y="23"/>
                    <a:pt x="16" y="22"/>
                  </a:cubicBezTo>
                  <a:cubicBezTo>
                    <a:pt x="18" y="21"/>
                    <a:pt x="20" y="21"/>
                    <a:pt x="22" y="19"/>
                  </a:cubicBezTo>
                  <a:cubicBezTo>
                    <a:pt x="24" y="18"/>
                    <a:pt x="26" y="16"/>
                    <a:pt x="27" y="13"/>
                  </a:cubicBezTo>
                  <a:cubicBezTo>
                    <a:pt x="27" y="11"/>
                    <a:pt x="28" y="10"/>
                    <a:pt x="27" y="8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3" y="5"/>
                    <a:pt x="21" y="6"/>
                    <a:pt x="20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7" name="Freeform 624">
              <a:extLst>
                <a:ext uri="{FF2B5EF4-FFF2-40B4-BE49-F238E27FC236}">
                  <a16:creationId xmlns:a16="http://schemas.microsoft.com/office/drawing/2014/main" id="{0EF9119E-0536-8CC8-DABB-2C50E199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9979" y="8527185"/>
              <a:ext cx="750182" cy="1178119"/>
            </a:xfrm>
            <a:custGeom>
              <a:avLst/>
              <a:gdLst>
                <a:gd name="T0" fmla="*/ 57 w 64"/>
                <a:gd name="T1" fmla="*/ 21 h 95"/>
                <a:gd name="T2" fmla="*/ 56 w 64"/>
                <a:gd name="T3" fmla="*/ 14 h 95"/>
                <a:gd name="T4" fmla="*/ 50 w 64"/>
                <a:gd name="T5" fmla="*/ 13 h 95"/>
                <a:gd name="T6" fmla="*/ 46 w 64"/>
                <a:gd name="T7" fmla="*/ 14 h 95"/>
                <a:gd name="T8" fmla="*/ 41 w 64"/>
                <a:gd name="T9" fmla="*/ 11 h 95"/>
                <a:gd name="T10" fmla="*/ 38 w 64"/>
                <a:gd name="T11" fmla="*/ 6 h 95"/>
                <a:gd name="T12" fmla="*/ 33 w 64"/>
                <a:gd name="T13" fmla="*/ 2 h 95"/>
                <a:gd name="T14" fmla="*/ 28 w 64"/>
                <a:gd name="T15" fmla="*/ 0 h 95"/>
                <a:gd name="T16" fmla="*/ 31 w 64"/>
                <a:gd name="T17" fmla="*/ 5 h 95"/>
                <a:gd name="T18" fmla="*/ 28 w 64"/>
                <a:gd name="T19" fmla="*/ 10 h 95"/>
                <a:gd name="T20" fmla="*/ 23 w 64"/>
                <a:gd name="T21" fmla="*/ 14 h 95"/>
                <a:gd name="T22" fmla="*/ 17 w 64"/>
                <a:gd name="T23" fmla="*/ 17 h 95"/>
                <a:gd name="T24" fmla="*/ 11 w 64"/>
                <a:gd name="T25" fmla="*/ 26 h 95"/>
                <a:gd name="T26" fmla="*/ 6 w 64"/>
                <a:gd name="T27" fmla="*/ 22 h 95"/>
                <a:gd name="T28" fmla="*/ 6 w 64"/>
                <a:gd name="T29" fmla="*/ 21 h 95"/>
                <a:gd name="T30" fmla="*/ 6 w 64"/>
                <a:gd name="T31" fmla="*/ 18 h 95"/>
                <a:gd name="T32" fmla="*/ 2 w 64"/>
                <a:gd name="T33" fmla="*/ 26 h 95"/>
                <a:gd name="T34" fmla="*/ 3 w 64"/>
                <a:gd name="T35" fmla="*/ 30 h 95"/>
                <a:gd name="T36" fmla="*/ 3 w 64"/>
                <a:gd name="T37" fmla="*/ 32 h 95"/>
                <a:gd name="T38" fmla="*/ 14 w 64"/>
                <a:gd name="T39" fmla="*/ 47 h 95"/>
                <a:gd name="T40" fmla="*/ 23 w 64"/>
                <a:gd name="T41" fmla="*/ 63 h 95"/>
                <a:gd name="T42" fmla="*/ 26 w 64"/>
                <a:gd name="T43" fmla="*/ 70 h 95"/>
                <a:gd name="T44" fmla="*/ 25 w 64"/>
                <a:gd name="T45" fmla="*/ 71 h 95"/>
                <a:gd name="T46" fmla="*/ 28 w 64"/>
                <a:gd name="T47" fmla="*/ 74 h 95"/>
                <a:gd name="T48" fmla="*/ 32 w 64"/>
                <a:gd name="T49" fmla="*/ 79 h 95"/>
                <a:gd name="T50" fmla="*/ 41 w 64"/>
                <a:gd name="T51" fmla="*/ 83 h 95"/>
                <a:gd name="T52" fmla="*/ 48 w 64"/>
                <a:gd name="T53" fmla="*/ 87 h 95"/>
                <a:gd name="T54" fmla="*/ 54 w 64"/>
                <a:gd name="T55" fmla="*/ 93 h 95"/>
                <a:gd name="T56" fmla="*/ 59 w 64"/>
                <a:gd name="T57" fmla="*/ 90 h 95"/>
                <a:gd name="T58" fmla="*/ 61 w 64"/>
                <a:gd name="T59" fmla="*/ 86 h 95"/>
                <a:gd name="T60" fmla="*/ 63 w 64"/>
                <a:gd name="T61" fmla="*/ 82 h 95"/>
                <a:gd name="T62" fmla="*/ 61 w 64"/>
                <a:gd name="T63" fmla="*/ 78 h 95"/>
                <a:gd name="T64" fmla="*/ 61 w 64"/>
                <a:gd name="T65" fmla="*/ 76 h 95"/>
                <a:gd name="T66" fmla="*/ 63 w 64"/>
                <a:gd name="T67" fmla="*/ 74 h 95"/>
                <a:gd name="T68" fmla="*/ 64 w 64"/>
                <a:gd name="T69" fmla="*/ 64 h 95"/>
                <a:gd name="T70" fmla="*/ 62 w 64"/>
                <a:gd name="T71" fmla="*/ 59 h 95"/>
                <a:gd name="T72" fmla="*/ 57 w 64"/>
                <a:gd name="T73" fmla="*/ 57 h 95"/>
                <a:gd name="T74" fmla="*/ 55 w 64"/>
                <a:gd name="T75" fmla="*/ 48 h 95"/>
                <a:gd name="T76" fmla="*/ 50 w 64"/>
                <a:gd name="T77" fmla="*/ 51 h 95"/>
                <a:gd name="T78" fmla="*/ 46 w 64"/>
                <a:gd name="T79" fmla="*/ 51 h 95"/>
                <a:gd name="T80" fmla="*/ 44 w 64"/>
                <a:gd name="T81" fmla="*/ 48 h 95"/>
                <a:gd name="T82" fmla="*/ 40 w 64"/>
                <a:gd name="T83" fmla="*/ 42 h 95"/>
                <a:gd name="T84" fmla="*/ 39 w 64"/>
                <a:gd name="T85" fmla="*/ 35 h 95"/>
                <a:gd name="T86" fmla="*/ 42 w 64"/>
                <a:gd name="T87" fmla="*/ 33 h 95"/>
                <a:gd name="T88" fmla="*/ 42 w 64"/>
                <a:gd name="T89" fmla="*/ 30 h 95"/>
                <a:gd name="T90" fmla="*/ 45 w 64"/>
                <a:gd name="T91" fmla="*/ 25 h 95"/>
                <a:gd name="T92" fmla="*/ 50 w 64"/>
                <a:gd name="T93" fmla="*/ 24 h 95"/>
                <a:gd name="T94" fmla="*/ 53 w 64"/>
                <a:gd name="T95" fmla="*/ 22 h 95"/>
                <a:gd name="T96" fmla="*/ 57 w 64"/>
                <a:gd name="T97" fmla="*/ 2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4" h="95">
                  <a:moveTo>
                    <a:pt x="57" y="21"/>
                  </a:moveTo>
                  <a:cubicBezTo>
                    <a:pt x="53" y="19"/>
                    <a:pt x="59" y="15"/>
                    <a:pt x="56" y="14"/>
                  </a:cubicBezTo>
                  <a:cubicBezTo>
                    <a:pt x="54" y="12"/>
                    <a:pt x="52" y="13"/>
                    <a:pt x="50" y="13"/>
                  </a:cubicBezTo>
                  <a:cubicBezTo>
                    <a:pt x="48" y="12"/>
                    <a:pt x="48" y="14"/>
                    <a:pt x="46" y="14"/>
                  </a:cubicBezTo>
                  <a:cubicBezTo>
                    <a:pt x="44" y="13"/>
                    <a:pt x="42" y="13"/>
                    <a:pt x="41" y="11"/>
                  </a:cubicBezTo>
                  <a:cubicBezTo>
                    <a:pt x="40" y="10"/>
                    <a:pt x="39" y="7"/>
                    <a:pt x="38" y="6"/>
                  </a:cubicBezTo>
                  <a:cubicBezTo>
                    <a:pt x="36" y="5"/>
                    <a:pt x="35" y="3"/>
                    <a:pt x="33" y="2"/>
                  </a:cubicBezTo>
                  <a:cubicBezTo>
                    <a:pt x="32" y="0"/>
                    <a:pt x="30" y="1"/>
                    <a:pt x="28" y="0"/>
                  </a:cubicBezTo>
                  <a:cubicBezTo>
                    <a:pt x="30" y="2"/>
                    <a:pt x="31" y="3"/>
                    <a:pt x="31" y="5"/>
                  </a:cubicBezTo>
                  <a:cubicBezTo>
                    <a:pt x="30" y="7"/>
                    <a:pt x="30" y="9"/>
                    <a:pt x="28" y="10"/>
                  </a:cubicBezTo>
                  <a:cubicBezTo>
                    <a:pt x="26" y="12"/>
                    <a:pt x="25" y="14"/>
                    <a:pt x="23" y="14"/>
                  </a:cubicBezTo>
                  <a:cubicBezTo>
                    <a:pt x="21" y="15"/>
                    <a:pt x="19" y="15"/>
                    <a:pt x="17" y="17"/>
                  </a:cubicBezTo>
                  <a:cubicBezTo>
                    <a:pt x="16" y="18"/>
                    <a:pt x="12" y="27"/>
                    <a:pt x="11" y="26"/>
                  </a:cubicBezTo>
                  <a:cubicBezTo>
                    <a:pt x="9" y="23"/>
                    <a:pt x="8" y="23"/>
                    <a:pt x="6" y="22"/>
                  </a:cubicBezTo>
                  <a:cubicBezTo>
                    <a:pt x="5" y="22"/>
                    <a:pt x="5" y="22"/>
                    <a:pt x="6" y="21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4" y="19"/>
                    <a:pt x="0" y="23"/>
                    <a:pt x="2" y="26"/>
                  </a:cubicBezTo>
                  <a:cubicBezTo>
                    <a:pt x="2" y="26"/>
                    <a:pt x="4" y="29"/>
                    <a:pt x="3" y="30"/>
                  </a:cubicBezTo>
                  <a:cubicBezTo>
                    <a:pt x="2" y="30"/>
                    <a:pt x="1" y="31"/>
                    <a:pt x="3" y="32"/>
                  </a:cubicBezTo>
                  <a:cubicBezTo>
                    <a:pt x="8" y="35"/>
                    <a:pt x="12" y="41"/>
                    <a:pt x="14" y="47"/>
                  </a:cubicBezTo>
                  <a:cubicBezTo>
                    <a:pt x="17" y="52"/>
                    <a:pt x="19" y="58"/>
                    <a:pt x="23" y="63"/>
                  </a:cubicBezTo>
                  <a:cubicBezTo>
                    <a:pt x="24" y="65"/>
                    <a:pt x="26" y="67"/>
                    <a:pt x="26" y="70"/>
                  </a:cubicBezTo>
                  <a:cubicBezTo>
                    <a:pt x="26" y="71"/>
                    <a:pt x="25" y="70"/>
                    <a:pt x="25" y="71"/>
                  </a:cubicBezTo>
                  <a:cubicBezTo>
                    <a:pt x="26" y="72"/>
                    <a:pt x="27" y="73"/>
                    <a:pt x="28" y="74"/>
                  </a:cubicBezTo>
                  <a:cubicBezTo>
                    <a:pt x="29" y="76"/>
                    <a:pt x="30" y="78"/>
                    <a:pt x="32" y="79"/>
                  </a:cubicBezTo>
                  <a:cubicBezTo>
                    <a:pt x="35" y="80"/>
                    <a:pt x="38" y="82"/>
                    <a:pt x="41" y="83"/>
                  </a:cubicBezTo>
                  <a:cubicBezTo>
                    <a:pt x="43" y="84"/>
                    <a:pt x="45" y="86"/>
                    <a:pt x="48" y="87"/>
                  </a:cubicBezTo>
                  <a:cubicBezTo>
                    <a:pt x="50" y="89"/>
                    <a:pt x="52" y="91"/>
                    <a:pt x="54" y="93"/>
                  </a:cubicBezTo>
                  <a:cubicBezTo>
                    <a:pt x="58" y="95"/>
                    <a:pt x="57" y="91"/>
                    <a:pt x="59" y="90"/>
                  </a:cubicBezTo>
                  <a:cubicBezTo>
                    <a:pt x="60" y="89"/>
                    <a:pt x="60" y="87"/>
                    <a:pt x="61" y="86"/>
                  </a:cubicBezTo>
                  <a:cubicBezTo>
                    <a:pt x="61" y="85"/>
                    <a:pt x="64" y="83"/>
                    <a:pt x="63" y="82"/>
                  </a:cubicBezTo>
                  <a:cubicBezTo>
                    <a:pt x="61" y="81"/>
                    <a:pt x="60" y="81"/>
                    <a:pt x="61" y="78"/>
                  </a:cubicBezTo>
                  <a:cubicBezTo>
                    <a:pt x="61" y="77"/>
                    <a:pt x="61" y="76"/>
                    <a:pt x="61" y="76"/>
                  </a:cubicBezTo>
                  <a:cubicBezTo>
                    <a:pt x="62" y="75"/>
                    <a:pt x="63" y="74"/>
                    <a:pt x="63" y="74"/>
                  </a:cubicBezTo>
                  <a:cubicBezTo>
                    <a:pt x="64" y="71"/>
                    <a:pt x="62" y="66"/>
                    <a:pt x="64" y="64"/>
                  </a:cubicBezTo>
                  <a:cubicBezTo>
                    <a:pt x="64" y="63"/>
                    <a:pt x="63" y="61"/>
                    <a:pt x="62" y="59"/>
                  </a:cubicBezTo>
                  <a:cubicBezTo>
                    <a:pt x="61" y="56"/>
                    <a:pt x="60" y="56"/>
                    <a:pt x="57" y="57"/>
                  </a:cubicBezTo>
                  <a:cubicBezTo>
                    <a:pt x="53" y="57"/>
                    <a:pt x="55" y="50"/>
                    <a:pt x="55" y="48"/>
                  </a:cubicBezTo>
                  <a:cubicBezTo>
                    <a:pt x="53" y="49"/>
                    <a:pt x="52" y="51"/>
                    <a:pt x="50" y="51"/>
                  </a:cubicBezTo>
                  <a:cubicBezTo>
                    <a:pt x="49" y="51"/>
                    <a:pt x="47" y="51"/>
                    <a:pt x="46" y="51"/>
                  </a:cubicBezTo>
                  <a:cubicBezTo>
                    <a:pt x="45" y="50"/>
                    <a:pt x="45" y="48"/>
                    <a:pt x="44" y="48"/>
                  </a:cubicBezTo>
                  <a:cubicBezTo>
                    <a:pt x="41" y="48"/>
                    <a:pt x="41" y="44"/>
                    <a:pt x="40" y="42"/>
                  </a:cubicBezTo>
                  <a:cubicBezTo>
                    <a:pt x="38" y="40"/>
                    <a:pt x="37" y="37"/>
                    <a:pt x="39" y="35"/>
                  </a:cubicBezTo>
                  <a:cubicBezTo>
                    <a:pt x="40" y="34"/>
                    <a:pt x="42" y="34"/>
                    <a:pt x="42" y="33"/>
                  </a:cubicBezTo>
                  <a:cubicBezTo>
                    <a:pt x="42" y="32"/>
                    <a:pt x="42" y="31"/>
                    <a:pt x="42" y="30"/>
                  </a:cubicBezTo>
                  <a:cubicBezTo>
                    <a:pt x="42" y="27"/>
                    <a:pt x="42" y="26"/>
                    <a:pt x="45" y="25"/>
                  </a:cubicBezTo>
                  <a:cubicBezTo>
                    <a:pt x="47" y="24"/>
                    <a:pt x="48" y="24"/>
                    <a:pt x="50" y="24"/>
                  </a:cubicBezTo>
                  <a:cubicBezTo>
                    <a:pt x="51" y="24"/>
                    <a:pt x="52" y="23"/>
                    <a:pt x="53" y="22"/>
                  </a:cubicBezTo>
                  <a:cubicBezTo>
                    <a:pt x="54" y="22"/>
                    <a:pt x="59" y="23"/>
                    <a:pt x="57" y="2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8" name="Freeform 625">
              <a:extLst>
                <a:ext uri="{FF2B5EF4-FFF2-40B4-BE49-F238E27FC236}">
                  <a16:creationId xmlns:a16="http://schemas.microsoft.com/office/drawing/2014/main" id="{44D1239C-6939-D156-65AA-42A0BD88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1177" y="9629295"/>
              <a:ext cx="510761" cy="2630708"/>
            </a:xfrm>
            <a:custGeom>
              <a:avLst/>
              <a:gdLst>
                <a:gd name="T0" fmla="*/ 38 w 44"/>
                <a:gd name="T1" fmla="*/ 20 h 212"/>
                <a:gd name="T2" fmla="*/ 36 w 44"/>
                <a:gd name="T3" fmla="*/ 12 h 212"/>
                <a:gd name="T4" fmla="*/ 34 w 44"/>
                <a:gd name="T5" fmla="*/ 5 h 212"/>
                <a:gd name="T6" fmla="*/ 30 w 44"/>
                <a:gd name="T7" fmla="*/ 3 h 212"/>
                <a:gd name="T8" fmla="*/ 28 w 44"/>
                <a:gd name="T9" fmla="*/ 15 h 212"/>
                <a:gd name="T10" fmla="*/ 26 w 44"/>
                <a:gd name="T11" fmla="*/ 31 h 212"/>
                <a:gd name="T12" fmla="*/ 23 w 44"/>
                <a:gd name="T13" fmla="*/ 56 h 212"/>
                <a:gd name="T14" fmla="*/ 21 w 44"/>
                <a:gd name="T15" fmla="*/ 68 h 212"/>
                <a:gd name="T16" fmla="*/ 21 w 44"/>
                <a:gd name="T17" fmla="*/ 80 h 212"/>
                <a:gd name="T18" fmla="*/ 20 w 44"/>
                <a:gd name="T19" fmla="*/ 88 h 212"/>
                <a:gd name="T20" fmla="*/ 11 w 44"/>
                <a:gd name="T21" fmla="*/ 110 h 212"/>
                <a:gd name="T22" fmla="*/ 10 w 44"/>
                <a:gd name="T23" fmla="*/ 132 h 212"/>
                <a:gd name="T24" fmla="*/ 17 w 44"/>
                <a:gd name="T25" fmla="*/ 133 h 212"/>
                <a:gd name="T26" fmla="*/ 16 w 44"/>
                <a:gd name="T27" fmla="*/ 136 h 212"/>
                <a:gd name="T28" fmla="*/ 14 w 44"/>
                <a:gd name="T29" fmla="*/ 145 h 212"/>
                <a:gd name="T30" fmla="*/ 15 w 44"/>
                <a:gd name="T31" fmla="*/ 150 h 212"/>
                <a:gd name="T32" fmla="*/ 13 w 44"/>
                <a:gd name="T33" fmla="*/ 152 h 212"/>
                <a:gd name="T34" fmla="*/ 11 w 44"/>
                <a:gd name="T35" fmla="*/ 158 h 212"/>
                <a:gd name="T36" fmla="*/ 8 w 44"/>
                <a:gd name="T37" fmla="*/ 159 h 212"/>
                <a:gd name="T38" fmla="*/ 4 w 44"/>
                <a:gd name="T39" fmla="*/ 159 h 212"/>
                <a:gd name="T40" fmla="*/ 0 w 44"/>
                <a:gd name="T41" fmla="*/ 164 h 212"/>
                <a:gd name="T42" fmla="*/ 2 w 44"/>
                <a:gd name="T43" fmla="*/ 163 h 212"/>
                <a:gd name="T44" fmla="*/ 7 w 44"/>
                <a:gd name="T45" fmla="*/ 171 h 212"/>
                <a:gd name="T46" fmla="*/ 11 w 44"/>
                <a:gd name="T47" fmla="*/ 173 h 212"/>
                <a:gd name="T48" fmla="*/ 7 w 44"/>
                <a:gd name="T49" fmla="*/ 174 h 212"/>
                <a:gd name="T50" fmla="*/ 7 w 44"/>
                <a:gd name="T51" fmla="*/ 179 h 212"/>
                <a:gd name="T52" fmla="*/ 9 w 44"/>
                <a:gd name="T53" fmla="*/ 182 h 212"/>
                <a:gd name="T54" fmla="*/ 9 w 44"/>
                <a:gd name="T55" fmla="*/ 185 h 212"/>
                <a:gd name="T56" fmla="*/ 7 w 44"/>
                <a:gd name="T57" fmla="*/ 187 h 212"/>
                <a:gd name="T58" fmla="*/ 10 w 44"/>
                <a:gd name="T59" fmla="*/ 190 h 212"/>
                <a:gd name="T60" fmla="*/ 8 w 44"/>
                <a:gd name="T61" fmla="*/ 193 h 212"/>
                <a:gd name="T62" fmla="*/ 11 w 44"/>
                <a:gd name="T63" fmla="*/ 194 h 212"/>
                <a:gd name="T64" fmla="*/ 11 w 44"/>
                <a:gd name="T65" fmla="*/ 198 h 212"/>
                <a:gd name="T66" fmla="*/ 15 w 44"/>
                <a:gd name="T67" fmla="*/ 197 h 212"/>
                <a:gd name="T68" fmla="*/ 15 w 44"/>
                <a:gd name="T69" fmla="*/ 197 h 212"/>
                <a:gd name="T70" fmla="*/ 16 w 44"/>
                <a:gd name="T71" fmla="*/ 198 h 212"/>
                <a:gd name="T72" fmla="*/ 18 w 44"/>
                <a:gd name="T73" fmla="*/ 202 h 212"/>
                <a:gd name="T74" fmla="*/ 16 w 44"/>
                <a:gd name="T75" fmla="*/ 207 h 212"/>
                <a:gd name="T76" fmla="*/ 18 w 44"/>
                <a:gd name="T77" fmla="*/ 209 h 212"/>
                <a:gd name="T78" fmla="*/ 25 w 44"/>
                <a:gd name="T79" fmla="*/ 204 h 212"/>
                <a:gd name="T80" fmla="*/ 26 w 44"/>
                <a:gd name="T81" fmla="*/ 199 h 212"/>
                <a:gd name="T82" fmla="*/ 17 w 44"/>
                <a:gd name="T83" fmla="*/ 192 h 212"/>
                <a:gd name="T84" fmla="*/ 12 w 44"/>
                <a:gd name="T85" fmla="*/ 185 h 212"/>
                <a:gd name="T86" fmla="*/ 15 w 44"/>
                <a:gd name="T87" fmla="*/ 177 h 212"/>
                <a:gd name="T88" fmla="*/ 17 w 44"/>
                <a:gd name="T89" fmla="*/ 169 h 212"/>
                <a:gd name="T90" fmla="*/ 21 w 44"/>
                <a:gd name="T91" fmla="*/ 158 h 212"/>
                <a:gd name="T92" fmla="*/ 21 w 44"/>
                <a:gd name="T93" fmla="*/ 152 h 212"/>
                <a:gd name="T94" fmla="*/ 19 w 44"/>
                <a:gd name="T95" fmla="*/ 140 h 212"/>
                <a:gd name="T96" fmla="*/ 23 w 44"/>
                <a:gd name="T97" fmla="*/ 117 h 212"/>
                <a:gd name="T98" fmla="*/ 26 w 44"/>
                <a:gd name="T99" fmla="*/ 102 h 212"/>
                <a:gd name="T100" fmla="*/ 29 w 44"/>
                <a:gd name="T101" fmla="*/ 85 h 212"/>
                <a:gd name="T102" fmla="*/ 27 w 44"/>
                <a:gd name="T103" fmla="*/ 73 h 212"/>
                <a:gd name="T104" fmla="*/ 30 w 44"/>
                <a:gd name="T105" fmla="*/ 62 h 212"/>
                <a:gd name="T106" fmla="*/ 34 w 44"/>
                <a:gd name="T107" fmla="*/ 54 h 212"/>
                <a:gd name="T108" fmla="*/ 36 w 44"/>
                <a:gd name="T109" fmla="*/ 44 h 212"/>
                <a:gd name="T110" fmla="*/ 40 w 44"/>
                <a:gd name="T111" fmla="*/ 35 h 212"/>
                <a:gd name="T112" fmla="*/ 40 w 44"/>
                <a:gd name="T113" fmla="*/ 2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4" h="212">
                  <a:moveTo>
                    <a:pt x="40" y="28"/>
                  </a:moveTo>
                  <a:cubicBezTo>
                    <a:pt x="38" y="27"/>
                    <a:pt x="40" y="22"/>
                    <a:pt x="38" y="20"/>
                  </a:cubicBezTo>
                  <a:cubicBezTo>
                    <a:pt x="37" y="19"/>
                    <a:pt x="35" y="16"/>
                    <a:pt x="36" y="14"/>
                  </a:cubicBezTo>
                  <a:cubicBezTo>
                    <a:pt x="38" y="13"/>
                    <a:pt x="35" y="13"/>
                    <a:pt x="36" y="12"/>
                  </a:cubicBezTo>
                  <a:cubicBezTo>
                    <a:pt x="37" y="11"/>
                    <a:pt x="36" y="10"/>
                    <a:pt x="35" y="9"/>
                  </a:cubicBezTo>
                  <a:cubicBezTo>
                    <a:pt x="34" y="8"/>
                    <a:pt x="34" y="7"/>
                    <a:pt x="34" y="5"/>
                  </a:cubicBezTo>
                  <a:cubicBezTo>
                    <a:pt x="34" y="3"/>
                    <a:pt x="33" y="2"/>
                    <a:pt x="32" y="0"/>
                  </a:cubicBezTo>
                  <a:cubicBezTo>
                    <a:pt x="31" y="1"/>
                    <a:pt x="30" y="2"/>
                    <a:pt x="30" y="3"/>
                  </a:cubicBezTo>
                  <a:cubicBezTo>
                    <a:pt x="29" y="5"/>
                    <a:pt x="27" y="4"/>
                    <a:pt x="28" y="6"/>
                  </a:cubicBezTo>
                  <a:cubicBezTo>
                    <a:pt x="28" y="9"/>
                    <a:pt x="28" y="12"/>
                    <a:pt x="28" y="15"/>
                  </a:cubicBezTo>
                  <a:cubicBezTo>
                    <a:pt x="28" y="19"/>
                    <a:pt x="29" y="24"/>
                    <a:pt x="28" y="28"/>
                  </a:cubicBezTo>
                  <a:cubicBezTo>
                    <a:pt x="27" y="29"/>
                    <a:pt x="26" y="30"/>
                    <a:pt x="26" y="31"/>
                  </a:cubicBezTo>
                  <a:cubicBezTo>
                    <a:pt x="26" y="33"/>
                    <a:pt x="27" y="35"/>
                    <a:pt x="27" y="37"/>
                  </a:cubicBezTo>
                  <a:cubicBezTo>
                    <a:pt x="27" y="43"/>
                    <a:pt x="25" y="50"/>
                    <a:pt x="23" y="56"/>
                  </a:cubicBezTo>
                  <a:cubicBezTo>
                    <a:pt x="22" y="59"/>
                    <a:pt x="22" y="61"/>
                    <a:pt x="23" y="64"/>
                  </a:cubicBezTo>
                  <a:cubicBezTo>
                    <a:pt x="23" y="66"/>
                    <a:pt x="23" y="67"/>
                    <a:pt x="21" y="68"/>
                  </a:cubicBezTo>
                  <a:cubicBezTo>
                    <a:pt x="20" y="69"/>
                    <a:pt x="21" y="70"/>
                    <a:pt x="21" y="71"/>
                  </a:cubicBezTo>
                  <a:cubicBezTo>
                    <a:pt x="21" y="74"/>
                    <a:pt x="21" y="77"/>
                    <a:pt x="21" y="80"/>
                  </a:cubicBezTo>
                  <a:cubicBezTo>
                    <a:pt x="21" y="81"/>
                    <a:pt x="21" y="83"/>
                    <a:pt x="21" y="84"/>
                  </a:cubicBezTo>
                  <a:cubicBezTo>
                    <a:pt x="20" y="85"/>
                    <a:pt x="21" y="87"/>
                    <a:pt x="20" y="88"/>
                  </a:cubicBezTo>
                  <a:cubicBezTo>
                    <a:pt x="18" y="93"/>
                    <a:pt x="16" y="98"/>
                    <a:pt x="14" y="103"/>
                  </a:cubicBezTo>
                  <a:cubicBezTo>
                    <a:pt x="13" y="106"/>
                    <a:pt x="10" y="107"/>
                    <a:pt x="11" y="110"/>
                  </a:cubicBezTo>
                  <a:cubicBezTo>
                    <a:pt x="12" y="113"/>
                    <a:pt x="14" y="118"/>
                    <a:pt x="12" y="122"/>
                  </a:cubicBezTo>
                  <a:cubicBezTo>
                    <a:pt x="10" y="124"/>
                    <a:pt x="8" y="129"/>
                    <a:pt x="10" y="132"/>
                  </a:cubicBezTo>
                  <a:cubicBezTo>
                    <a:pt x="11" y="134"/>
                    <a:pt x="12" y="134"/>
                    <a:pt x="13" y="133"/>
                  </a:cubicBezTo>
                  <a:cubicBezTo>
                    <a:pt x="14" y="132"/>
                    <a:pt x="18" y="132"/>
                    <a:pt x="17" y="133"/>
                  </a:cubicBezTo>
                  <a:cubicBezTo>
                    <a:pt x="17" y="133"/>
                    <a:pt x="16" y="133"/>
                    <a:pt x="15" y="134"/>
                  </a:cubicBezTo>
                  <a:cubicBezTo>
                    <a:pt x="15" y="135"/>
                    <a:pt x="15" y="135"/>
                    <a:pt x="16" y="136"/>
                  </a:cubicBezTo>
                  <a:cubicBezTo>
                    <a:pt x="16" y="136"/>
                    <a:pt x="15" y="137"/>
                    <a:pt x="15" y="137"/>
                  </a:cubicBezTo>
                  <a:cubicBezTo>
                    <a:pt x="14" y="139"/>
                    <a:pt x="13" y="143"/>
                    <a:pt x="14" y="145"/>
                  </a:cubicBezTo>
                  <a:cubicBezTo>
                    <a:pt x="14" y="146"/>
                    <a:pt x="14" y="146"/>
                    <a:pt x="13" y="148"/>
                  </a:cubicBezTo>
                  <a:cubicBezTo>
                    <a:pt x="12" y="149"/>
                    <a:pt x="14" y="149"/>
                    <a:pt x="15" y="150"/>
                  </a:cubicBezTo>
                  <a:cubicBezTo>
                    <a:pt x="15" y="150"/>
                    <a:pt x="15" y="150"/>
                    <a:pt x="14" y="151"/>
                  </a:cubicBezTo>
                  <a:cubicBezTo>
                    <a:pt x="13" y="151"/>
                    <a:pt x="11" y="152"/>
                    <a:pt x="13" y="152"/>
                  </a:cubicBezTo>
                  <a:cubicBezTo>
                    <a:pt x="12" y="153"/>
                    <a:pt x="13" y="156"/>
                    <a:pt x="14" y="156"/>
                  </a:cubicBezTo>
                  <a:cubicBezTo>
                    <a:pt x="13" y="156"/>
                    <a:pt x="10" y="155"/>
                    <a:pt x="11" y="158"/>
                  </a:cubicBezTo>
                  <a:cubicBezTo>
                    <a:pt x="11" y="158"/>
                    <a:pt x="12" y="163"/>
                    <a:pt x="10" y="162"/>
                  </a:cubicBezTo>
                  <a:cubicBezTo>
                    <a:pt x="10" y="162"/>
                    <a:pt x="8" y="160"/>
                    <a:pt x="8" y="159"/>
                  </a:cubicBezTo>
                  <a:cubicBezTo>
                    <a:pt x="6" y="158"/>
                    <a:pt x="7" y="157"/>
                    <a:pt x="5" y="158"/>
                  </a:cubicBezTo>
                  <a:cubicBezTo>
                    <a:pt x="5" y="158"/>
                    <a:pt x="4" y="159"/>
                    <a:pt x="4" y="159"/>
                  </a:cubicBezTo>
                  <a:cubicBezTo>
                    <a:pt x="4" y="160"/>
                    <a:pt x="5" y="160"/>
                    <a:pt x="4" y="161"/>
                  </a:cubicBezTo>
                  <a:cubicBezTo>
                    <a:pt x="4" y="162"/>
                    <a:pt x="0" y="162"/>
                    <a:pt x="0" y="164"/>
                  </a:cubicBezTo>
                  <a:cubicBezTo>
                    <a:pt x="0" y="164"/>
                    <a:pt x="1" y="165"/>
                    <a:pt x="2" y="165"/>
                  </a:cubicBezTo>
                  <a:cubicBezTo>
                    <a:pt x="2" y="165"/>
                    <a:pt x="1" y="164"/>
                    <a:pt x="2" y="163"/>
                  </a:cubicBezTo>
                  <a:cubicBezTo>
                    <a:pt x="2" y="163"/>
                    <a:pt x="5" y="165"/>
                    <a:pt x="7" y="164"/>
                  </a:cubicBezTo>
                  <a:cubicBezTo>
                    <a:pt x="11" y="163"/>
                    <a:pt x="5" y="170"/>
                    <a:pt x="7" y="171"/>
                  </a:cubicBezTo>
                  <a:cubicBezTo>
                    <a:pt x="8" y="171"/>
                    <a:pt x="10" y="170"/>
                    <a:pt x="11" y="171"/>
                  </a:cubicBezTo>
                  <a:cubicBezTo>
                    <a:pt x="12" y="171"/>
                    <a:pt x="12" y="174"/>
                    <a:pt x="11" y="173"/>
                  </a:cubicBezTo>
                  <a:cubicBezTo>
                    <a:pt x="11" y="173"/>
                    <a:pt x="8" y="171"/>
                    <a:pt x="8" y="172"/>
                  </a:cubicBezTo>
                  <a:cubicBezTo>
                    <a:pt x="7" y="173"/>
                    <a:pt x="6" y="173"/>
                    <a:pt x="7" y="174"/>
                  </a:cubicBezTo>
                  <a:cubicBezTo>
                    <a:pt x="7" y="174"/>
                    <a:pt x="9" y="176"/>
                    <a:pt x="8" y="176"/>
                  </a:cubicBezTo>
                  <a:cubicBezTo>
                    <a:pt x="7" y="176"/>
                    <a:pt x="7" y="179"/>
                    <a:pt x="7" y="179"/>
                  </a:cubicBezTo>
                  <a:cubicBezTo>
                    <a:pt x="6" y="182"/>
                    <a:pt x="9" y="178"/>
                    <a:pt x="9" y="178"/>
                  </a:cubicBezTo>
                  <a:cubicBezTo>
                    <a:pt x="9" y="178"/>
                    <a:pt x="8" y="183"/>
                    <a:pt x="9" y="182"/>
                  </a:cubicBezTo>
                  <a:cubicBezTo>
                    <a:pt x="9" y="182"/>
                    <a:pt x="8" y="182"/>
                    <a:pt x="8" y="183"/>
                  </a:cubicBezTo>
                  <a:cubicBezTo>
                    <a:pt x="7" y="184"/>
                    <a:pt x="8" y="184"/>
                    <a:pt x="9" y="185"/>
                  </a:cubicBezTo>
                  <a:cubicBezTo>
                    <a:pt x="9" y="185"/>
                    <a:pt x="7" y="186"/>
                    <a:pt x="7" y="186"/>
                  </a:cubicBezTo>
                  <a:cubicBezTo>
                    <a:pt x="6" y="186"/>
                    <a:pt x="7" y="186"/>
                    <a:pt x="7" y="187"/>
                  </a:cubicBezTo>
                  <a:cubicBezTo>
                    <a:pt x="6" y="189"/>
                    <a:pt x="10" y="189"/>
                    <a:pt x="10" y="188"/>
                  </a:cubicBezTo>
                  <a:cubicBezTo>
                    <a:pt x="10" y="189"/>
                    <a:pt x="9" y="189"/>
                    <a:pt x="10" y="190"/>
                  </a:cubicBezTo>
                  <a:cubicBezTo>
                    <a:pt x="10" y="190"/>
                    <a:pt x="10" y="190"/>
                    <a:pt x="10" y="190"/>
                  </a:cubicBezTo>
                  <a:cubicBezTo>
                    <a:pt x="10" y="191"/>
                    <a:pt x="8" y="192"/>
                    <a:pt x="8" y="193"/>
                  </a:cubicBezTo>
                  <a:cubicBezTo>
                    <a:pt x="7" y="195"/>
                    <a:pt x="10" y="192"/>
                    <a:pt x="11" y="192"/>
                  </a:cubicBezTo>
                  <a:cubicBezTo>
                    <a:pt x="10" y="193"/>
                    <a:pt x="11" y="194"/>
                    <a:pt x="11" y="194"/>
                  </a:cubicBezTo>
                  <a:cubicBezTo>
                    <a:pt x="11" y="195"/>
                    <a:pt x="8" y="196"/>
                    <a:pt x="8" y="196"/>
                  </a:cubicBezTo>
                  <a:cubicBezTo>
                    <a:pt x="10" y="197"/>
                    <a:pt x="10" y="196"/>
                    <a:pt x="11" y="198"/>
                  </a:cubicBezTo>
                  <a:cubicBezTo>
                    <a:pt x="12" y="200"/>
                    <a:pt x="14" y="195"/>
                    <a:pt x="13" y="195"/>
                  </a:cubicBezTo>
                  <a:cubicBezTo>
                    <a:pt x="14" y="195"/>
                    <a:pt x="14" y="196"/>
                    <a:pt x="15" y="197"/>
                  </a:cubicBezTo>
                  <a:cubicBezTo>
                    <a:pt x="15" y="197"/>
                    <a:pt x="15" y="195"/>
                    <a:pt x="15" y="195"/>
                  </a:cubicBezTo>
                  <a:cubicBezTo>
                    <a:pt x="15" y="195"/>
                    <a:pt x="15" y="197"/>
                    <a:pt x="15" y="197"/>
                  </a:cubicBezTo>
                  <a:cubicBezTo>
                    <a:pt x="16" y="196"/>
                    <a:pt x="16" y="195"/>
                    <a:pt x="16" y="196"/>
                  </a:cubicBezTo>
                  <a:cubicBezTo>
                    <a:pt x="17" y="196"/>
                    <a:pt x="16" y="198"/>
                    <a:pt x="16" y="198"/>
                  </a:cubicBezTo>
                  <a:cubicBezTo>
                    <a:pt x="15" y="199"/>
                    <a:pt x="17" y="199"/>
                    <a:pt x="16" y="200"/>
                  </a:cubicBezTo>
                  <a:cubicBezTo>
                    <a:pt x="15" y="202"/>
                    <a:pt x="17" y="201"/>
                    <a:pt x="18" y="202"/>
                  </a:cubicBezTo>
                  <a:cubicBezTo>
                    <a:pt x="21" y="202"/>
                    <a:pt x="24" y="204"/>
                    <a:pt x="21" y="206"/>
                  </a:cubicBezTo>
                  <a:cubicBezTo>
                    <a:pt x="20" y="207"/>
                    <a:pt x="17" y="206"/>
                    <a:pt x="16" y="207"/>
                  </a:cubicBezTo>
                  <a:cubicBezTo>
                    <a:pt x="15" y="209"/>
                    <a:pt x="18" y="208"/>
                    <a:pt x="19" y="209"/>
                  </a:cubicBezTo>
                  <a:cubicBezTo>
                    <a:pt x="18" y="209"/>
                    <a:pt x="18" y="209"/>
                    <a:pt x="18" y="209"/>
                  </a:cubicBezTo>
                  <a:cubicBezTo>
                    <a:pt x="18" y="209"/>
                    <a:pt x="22" y="212"/>
                    <a:pt x="24" y="210"/>
                  </a:cubicBezTo>
                  <a:cubicBezTo>
                    <a:pt x="25" y="208"/>
                    <a:pt x="23" y="206"/>
                    <a:pt x="25" y="204"/>
                  </a:cubicBezTo>
                  <a:cubicBezTo>
                    <a:pt x="26" y="202"/>
                    <a:pt x="29" y="202"/>
                    <a:pt x="30" y="202"/>
                  </a:cubicBezTo>
                  <a:cubicBezTo>
                    <a:pt x="35" y="199"/>
                    <a:pt x="28" y="199"/>
                    <a:pt x="26" y="199"/>
                  </a:cubicBezTo>
                  <a:cubicBezTo>
                    <a:pt x="24" y="199"/>
                    <a:pt x="21" y="199"/>
                    <a:pt x="19" y="198"/>
                  </a:cubicBezTo>
                  <a:cubicBezTo>
                    <a:pt x="17" y="196"/>
                    <a:pt x="17" y="196"/>
                    <a:pt x="17" y="192"/>
                  </a:cubicBezTo>
                  <a:cubicBezTo>
                    <a:pt x="17" y="188"/>
                    <a:pt x="16" y="191"/>
                    <a:pt x="13" y="189"/>
                  </a:cubicBezTo>
                  <a:cubicBezTo>
                    <a:pt x="12" y="189"/>
                    <a:pt x="12" y="186"/>
                    <a:pt x="12" y="185"/>
                  </a:cubicBezTo>
                  <a:cubicBezTo>
                    <a:pt x="11" y="183"/>
                    <a:pt x="11" y="180"/>
                    <a:pt x="13" y="179"/>
                  </a:cubicBezTo>
                  <a:cubicBezTo>
                    <a:pt x="14" y="178"/>
                    <a:pt x="14" y="178"/>
                    <a:pt x="15" y="177"/>
                  </a:cubicBezTo>
                  <a:cubicBezTo>
                    <a:pt x="15" y="176"/>
                    <a:pt x="16" y="175"/>
                    <a:pt x="17" y="175"/>
                  </a:cubicBezTo>
                  <a:cubicBezTo>
                    <a:pt x="18" y="174"/>
                    <a:pt x="16" y="171"/>
                    <a:pt x="17" y="169"/>
                  </a:cubicBezTo>
                  <a:cubicBezTo>
                    <a:pt x="17" y="168"/>
                    <a:pt x="19" y="167"/>
                    <a:pt x="20" y="165"/>
                  </a:cubicBezTo>
                  <a:cubicBezTo>
                    <a:pt x="20" y="163"/>
                    <a:pt x="20" y="160"/>
                    <a:pt x="21" y="158"/>
                  </a:cubicBezTo>
                  <a:cubicBezTo>
                    <a:pt x="21" y="156"/>
                    <a:pt x="23" y="156"/>
                    <a:pt x="21" y="154"/>
                  </a:cubicBezTo>
                  <a:cubicBezTo>
                    <a:pt x="20" y="153"/>
                    <a:pt x="17" y="153"/>
                    <a:pt x="21" y="152"/>
                  </a:cubicBezTo>
                  <a:cubicBezTo>
                    <a:pt x="26" y="151"/>
                    <a:pt x="20" y="151"/>
                    <a:pt x="19" y="149"/>
                  </a:cubicBezTo>
                  <a:cubicBezTo>
                    <a:pt x="19" y="146"/>
                    <a:pt x="19" y="142"/>
                    <a:pt x="19" y="140"/>
                  </a:cubicBezTo>
                  <a:cubicBezTo>
                    <a:pt x="19" y="136"/>
                    <a:pt x="19" y="131"/>
                    <a:pt x="19" y="127"/>
                  </a:cubicBezTo>
                  <a:cubicBezTo>
                    <a:pt x="20" y="124"/>
                    <a:pt x="21" y="119"/>
                    <a:pt x="23" y="117"/>
                  </a:cubicBezTo>
                  <a:cubicBezTo>
                    <a:pt x="26" y="114"/>
                    <a:pt x="23" y="109"/>
                    <a:pt x="23" y="106"/>
                  </a:cubicBezTo>
                  <a:cubicBezTo>
                    <a:pt x="23" y="104"/>
                    <a:pt x="24" y="103"/>
                    <a:pt x="26" y="102"/>
                  </a:cubicBezTo>
                  <a:cubicBezTo>
                    <a:pt x="28" y="100"/>
                    <a:pt x="27" y="99"/>
                    <a:pt x="27" y="96"/>
                  </a:cubicBezTo>
                  <a:cubicBezTo>
                    <a:pt x="27" y="92"/>
                    <a:pt x="30" y="89"/>
                    <a:pt x="29" y="85"/>
                  </a:cubicBezTo>
                  <a:cubicBezTo>
                    <a:pt x="29" y="82"/>
                    <a:pt x="28" y="79"/>
                    <a:pt x="27" y="76"/>
                  </a:cubicBezTo>
                  <a:cubicBezTo>
                    <a:pt x="27" y="75"/>
                    <a:pt x="26" y="74"/>
                    <a:pt x="27" y="73"/>
                  </a:cubicBezTo>
                  <a:cubicBezTo>
                    <a:pt x="28" y="72"/>
                    <a:pt x="29" y="68"/>
                    <a:pt x="29" y="67"/>
                  </a:cubicBezTo>
                  <a:cubicBezTo>
                    <a:pt x="29" y="66"/>
                    <a:pt x="28" y="64"/>
                    <a:pt x="30" y="62"/>
                  </a:cubicBezTo>
                  <a:cubicBezTo>
                    <a:pt x="31" y="61"/>
                    <a:pt x="30" y="59"/>
                    <a:pt x="31" y="58"/>
                  </a:cubicBezTo>
                  <a:cubicBezTo>
                    <a:pt x="31" y="56"/>
                    <a:pt x="33" y="55"/>
                    <a:pt x="34" y="54"/>
                  </a:cubicBezTo>
                  <a:cubicBezTo>
                    <a:pt x="34" y="53"/>
                    <a:pt x="37" y="50"/>
                    <a:pt x="37" y="49"/>
                  </a:cubicBezTo>
                  <a:cubicBezTo>
                    <a:pt x="37" y="48"/>
                    <a:pt x="36" y="46"/>
                    <a:pt x="36" y="44"/>
                  </a:cubicBezTo>
                  <a:cubicBezTo>
                    <a:pt x="36" y="42"/>
                    <a:pt x="36" y="41"/>
                    <a:pt x="36" y="39"/>
                  </a:cubicBezTo>
                  <a:cubicBezTo>
                    <a:pt x="36" y="36"/>
                    <a:pt x="37" y="36"/>
                    <a:pt x="40" y="35"/>
                  </a:cubicBezTo>
                  <a:cubicBezTo>
                    <a:pt x="44" y="34"/>
                    <a:pt x="44" y="32"/>
                    <a:pt x="44" y="28"/>
                  </a:cubicBezTo>
                  <a:cubicBezTo>
                    <a:pt x="43" y="29"/>
                    <a:pt x="41" y="29"/>
                    <a:pt x="40" y="28"/>
                  </a:cubicBezTo>
                  <a:cubicBezTo>
                    <a:pt x="40" y="28"/>
                    <a:pt x="40" y="29"/>
                    <a:pt x="40" y="2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399" name="Freeform 626">
              <a:extLst>
                <a:ext uri="{FF2B5EF4-FFF2-40B4-BE49-F238E27FC236}">
                  <a16:creationId xmlns:a16="http://schemas.microsoft.com/office/drawing/2014/main" id="{03742F7D-F3A8-3121-E4D1-4AC2012D8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8334" y="9122576"/>
              <a:ext cx="750182" cy="865643"/>
            </a:xfrm>
            <a:custGeom>
              <a:avLst/>
              <a:gdLst>
                <a:gd name="T0" fmla="*/ 61 w 64"/>
                <a:gd name="T1" fmla="*/ 42 h 70"/>
                <a:gd name="T2" fmla="*/ 58 w 64"/>
                <a:gd name="T3" fmla="*/ 35 h 70"/>
                <a:gd name="T4" fmla="*/ 50 w 64"/>
                <a:gd name="T5" fmla="*/ 35 h 70"/>
                <a:gd name="T6" fmla="*/ 49 w 64"/>
                <a:gd name="T7" fmla="*/ 33 h 70"/>
                <a:gd name="T8" fmla="*/ 47 w 64"/>
                <a:gd name="T9" fmla="*/ 30 h 70"/>
                <a:gd name="T10" fmla="*/ 48 w 64"/>
                <a:gd name="T11" fmla="*/ 28 h 70"/>
                <a:gd name="T12" fmla="*/ 47 w 64"/>
                <a:gd name="T13" fmla="*/ 26 h 70"/>
                <a:gd name="T14" fmla="*/ 47 w 64"/>
                <a:gd name="T15" fmla="*/ 23 h 70"/>
                <a:gd name="T16" fmla="*/ 41 w 64"/>
                <a:gd name="T17" fmla="*/ 21 h 70"/>
                <a:gd name="T18" fmla="*/ 37 w 64"/>
                <a:gd name="T19" fmla="*/ 18 h 70"/>
                <a:gd name="T20" fmla="*/ 33 w 64"/>
                <a:gd name="T21" fmla="*/ 16 h 70"/>
                <a:gd name="T22" fmla="*/ 29 w 64"/>
                <a:gd name="T23" fmla="*/ 16 h 70"/>
                <a:gd name="T24" fmla="*/ 23 w 64"/>
                <a:gd name="T25" fmla="*/ 9 h 70"/>
                <a:gd name="T26" fmla="*/ 23 w 64"/>
                <a:gd name="T27" fmla="*/ 6 h 70"/>
                <a:gd name="T28" fmla="*/ 23 w 64"/>
                <a:gd name="T29" fmla="*/ 4 h 70"/>
                <a:gd name="T30" fmla="*/ 18 w 64"/>
                <a:gd name="T31" fmla="*/ 3 h 70"/>
                <a:gd name="T32" fmla="*/ 10 w 64"/>
                <a:gd name="T33" fmla="*/ 6 h 70"/>
                <a:gd name="T34" fmla="*/ 7 w 64"/>
                <a:gd name="T35" fmla="*/ 9 h 70"/>
                <a:gd name="T36" fmla="*/ 2 w 64"/>
                <a:gd name="T37" fmla="*/ 8 h 70"/>
                <a:gd name="T38" fmla="*/ 6 w 64"/>
                <a:gd name="T39" fmla="*/ 16 h 70"/>
                <a:gd name="T40" fmla="*/ 5 w 64"/>
                <a:gd name="T41" fmla="*/ 23 h 70"/>
                <a:gd name="T42" fmla="*/ 4 w 64"/>
                <a:gd name="T43" fmla="*/ 27 h 70"/>
                <a:gd name="T44" fmla="*/ 3 w 64"/>
                <a:gd name="T45" fmla="*/ 31 h 70"/>
                <a:gd name="T46" fmla="*/ 5 w 64"/>
                <a:gd name="T47" fmla="*/ 35 h 70"/>
                <a:gd name="T48" fmla="*/ 3 w 64"/>
                <a:gd name="T49" fmla="*/ 38 h 70"/>
                <a:gd name="T50" fmla="*/ 4 w 64"/>
                <a:gd name="T51" fmla="*/ 46 h 70"/>
                <a:gd name="T52" fmla="*/ 4 w 64"/>
                <a:gd name="T53" fmla="*/ 49 h 70"/>
                <a:gd name="T54" fmla="*/ 7 w 64"/>
                <a:gd name="T55" fmla="*/ 52 h 70"/>
                <a:gd name="T56" fmla="*/ 7 w 64"/>
                <a:gd name="T57" fmla="*/ 54 h 70"/>
                <a:gd name="T58" fmla="*/ 6 w 64"/>
                <a:gd name="T59" fmla="*/ 56 h 70"/>
                <a:gd name="T60" fmla="*/ 9 w 64"/>
                <a:gd name="T61" fmla="*/ 63 h 70"/>
                <a:gd name="T62" fmla="*/ 13 w 64"/>
                <a:gd name="T63" fmla="*/ 69 h 70"/>
                <a:gd name="T64" fmla="*/ 14 w 64"/>
                <a:gd name="T65" fmla="*/ 67 h 70"/>
                <a:gd name="T66" fmla="*/ 17 w 64"/>
                <a:gd name="T67" fmla="*/ 65 h 70"/>
                <a:gd name="T68" fmla="*/ 20 w 64"/>
                <a:gd name="T69" fmla="*/ 65 h 70"/>
                <a:gd name="T70" fmla="*/ 25 w 64"/>
                <a:gd name="T71" fmla="*/ 65 h 70"/>
                <a:gd name="T72" fmla="*/ 28 w 64"/>
                <a:gd name="T73" fmla="*/ 68 h 70"/>
                <a:gd name="T74" fmla="*/ 31 w 64"/>
                <a:gd name="T75" fmla="*/ 65 h 70"/>
                <a:gd name="T76" fmla="*/ 37 w 64"/>
                <a:gd name="T77" fmla="*/ 64 h 70"/>
                <a:gd name="T78" fmla="*/ 44 w 64"/>
                <a:gd name="T79" fmla="*/ 52 h 70"/>
                <a:gd name="T80" fmla="*/ 52 w 64"/>
                <a:gd name="T81" fmla="*/ 51 h 70"/>
                <a:gd name="T82" fmla="*/ 59 w 64"/>
                <a:gd name="T83" fmla="*/ 54 h 70"/>
                <a:gd name="T84" fmla="*/ 61 w 64"/>
                <a:gd name="T85" fmla="*/ 42 h 70"/>
                <a:gd name="T86" fmla="*/ 61 w 64"/>
                <a:gd name="T87" fmla="*/ 4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70">
                  <a:moveTo>
                    <a:pt x="61" y="42"/>
                  </a:moveTo>
                  <a:cubicBezTo>
                    <a:pt x="57" y="40"/>
                    <a:pt x="58" y="39"/>
                    <a:pt x="58" y="35"/>
                  </a:cubicBezTo>
                  <a:cubicBezTo>
                    <a:pt x="55" y="35"/>
                    <a:pt x="52" y="35"/>
                    <a:pt x="50" y="35"/>
                  </a:cubicBezTo>
                  <a:cubicBezTo>
                    <a:pt x="48" y="35"/>
                    <a:pt x="49" y="34"/>
                    <a:pt x="49" y="33"/>
                  </a:cubicBezTo>
                  <a:cubicBezTo>
                    <a:pt x="49" y="32"/>
                    <a:pt x="48" y="30"/>
                    <a:pt x="47" y="30"/>
                  </a:cubicBezTo>
                  <a:cubicBezTo>
                    <a:pt x="47" y="29"/>
                    <a:pt x="48" y="29"/>
                    <a:pt x="48" y="28"/>
                  </a:cubicBezTo>
                  <a:cubicBezTo>
                    <a:pt x="49" y="27"/>
                    <a:pt x="48" y="26"/>
                    <a:pt x="47" y="26"/>
                  </a:cubicBezTo>
                  <a:cubicBezTo>
                    <a:pt x="47" y="25"/>
                    <a:pt x="48" y="24"/>
                    <a:pt x="47" y="23"/>
                  </a:cubicBezTo>
                  <a:cubicBezTo>
                    <a:pt x="45" y="21"/>
                    <a:pt x="43" y="21"/>
                    <a:pt x="41" y="21"/>
                  </a:cubicBezTo>
                  <a:cubicBezTo>
                    <a:pt x="40" y="21"/>
                    <a:pt x="38" y="19"/>
                    <a:pt x="37" y="18"/>
                  </a:cubicBezTo>
                  <a:cubicBezTo>
                    <a:pt x="35" y="18"/>
                    <a:pt x="34" y="16"/>
                    <a:pt x="33" y="16"/>
                  </a:cubicBezTo>
                  <a:cubicBezTo>
                    <a:pt x="31" y="16"/>
                    <a:pt x="30" y="16"/>
                    <a:pt x="29" y="16"/>
                  </a:cubicBezTo>
                  <a:cubicBezTo>
                    <a:pt x="27" y="16"/>
                    <a:pt x="23" y="11"/>
                    <a:pt x="23" y="9"/>
                  </a:cubicBezTo>
                  <a:cubicBezTo>
                    <a:pt x="23" y="8"/>
                    <a:pt x="23" y="7"/>
                    <a:pt x="23" y="6"/>
                  </a:cubicBezTo>
                  <a:cubicBezTo>
                    <a:pt x="23" y="5"/>
                    <a:pt x="23" y="5"/>
                    <a:pt x="23" y="4"/>
                  </a:cubicBezTo>
                  <a:cubicBezTo>
                    <a:pt x="23" y="0"/>
                    <a:pt x="21" y="2"/>
                    <a:pt x="18" y="3"/>
                  </a:cubicBezTo>
                  <a:cubicBezTo>
                    <a:pt x="15" y="3"/>
                    <a:pt x="13" y="6"/>
                    <a:pt x="10" y="6"/>
                  </a:cubicBezTo>
                  <a:cubicBezTo>
                    <a:pt x="8" y="6"/>
                    <a:pt x="8" y="8"/>
                    <a:pt x="7" y="9"/>
                  </a:cubicBezTo>
                  <a:cubicBezTo>
                    <a:pt x="6" y="9"/>
                    <a:pt x="3" y="8"/>
                    <a:pt x="2" y="8"/>
                  </a:cubicBezTo>
                  <a:cubicBezTo>
                    <a:pt x="4" y="9"/>
                    <a:pt x="5" y="14"/>
                    <a:pt x="6" y="16"/>
                  </a:cubicBezTo>
                  <a:cubicBezTo>
                    <a:pt x="4" y="17"/>
                    <a:pt x="5" y="21"/>
                    <a:pt x="5" y="23"/>
                  </a:cubicBezTo>
                  <a:cubicBezTo>
                    <a:pt x="5" y="25"/>
                    <a:pt x="5" y="26"/>
                    <a:pt x="4" y="27"/>
                  </a:cubicBezTo>
                  <a:cubicBezTo>
                    <a:pt x="3" y="28"/>
                    <a:pt x="3" y="30"/>
                    <a:pt x="3" y="31"/>
                  </a:cubicBezTo>
                  <a:cubicBezTo>
                    <a:pt x="2" y="33"/>
                    <a:pt x="5" y="33"/>
                    <a:pt x="5" y="35"/>
                  </a:cubicBezTo>
                  <a:cubicBezTo>
                    <a:pt x="5" y="36"/>
                    <a:pt x="3" y="37"/>
                    <a:pt x="3" y="38"/>
                  </a:cubicBezTo>
                  <a:cubicBezTo>
                    <a:pt x="0" y="41"/>
                    <a:pt x="4" y="42"/>
                    <a:pt x="4" y="46"/>
                  </a:cubicBezTo>
                  <a:cubicBezTo>
                    <a:pt x="4" y="47"/>
                    <a:pt x="4" y="48"/>
                    <a:pt x="4" y="49"/>
                  </a:cubicBezTo>
                  <a:cubicBezTo>
                    <a:pt x="5" y="50"/>
                    <a:pt x="6" y="51"/>
                    <a:pt x="7" y="52"/>
                  </a:cubicBezTo>
                  <a:cubicBezTo>
                    <a:pt x="7" y="53"/>
                    <a:pt x="5" y="53"/>
                    <a:pt x="7" y="54"/>
                  </a:cubicBezTo>
                  <a:cubicBezTo>
                    <a:pt x="7" y="54"/>
                    <a:pt x="6" y="56"/>
                    <a:pt x="6" y="56"/>
                  </a:cubicBezTo>
                  <a:cubicBezTo>
                    <a:pt x="6" y="59"/>
                    <a:pt x="9" y="61"/>
                    <a:pt x="9" y="63"/>
                  </a:cubicBezTo>
                  <a:cubicBezTo>
                    <a:pt x="10" y="66"/>
                    <a:pt x="8" y="69"/>
                    <a:pt x="13" y="69"/>
                  </a:cubicBezTo>
                  <a:cubicBezTo>
                    <a:pt x="14" y="70"/>
                    <a:pt x="14" y="68"/>
                    <a:pt x="14" y="67"/>
                  </a:cubicBezTo>
                  <a:cubicBezTo>
                    <a:pt x="14" y="66"/>
                    <a:pt x="16" y="65"/>
                    <a:pt x="17" y="65"/>
                  </a:cubicBezTo>
                  <a:cubicBezTo>
                    <a:pt x="18" y="64"/>
                    <a:pt x="19" y="63"/>
                    <a:pt x="20" y="65"/>
                  </a:cubicBezTo>
                  <a:cubicBezTo>
                    <a:pt x="22" y="66"/>
                    <a:pt x="24" y="65"/>
                    <a:pt x="25" y="65"/>
                  </a:cubicBezTo>
                  <a:cubicBezTo>
                    <a:pt x="27" y="65"/>
                    <a:pt x="27" y="68"/>
                    <a:pt x="28" y="68"/>
                  </a:cubicBezTo>
                  <a:cubicBezTo>
                    <a:pt x="29" y="68"/>
                    <a:pt x="30" y="66"/>
                    <a:pt x="31" y="65"/>
                  </a:cubicBezTo>
                  <a:cubicBezTo>
                    <a:pt x="32" y="63"/>
                    <a:pt x="36" y="66"/>
                    <a:pt x="37" y="64"/>
                  </a:cubicBezTo>
                  <a:cubicBezTo>
                    <a:pt x="39" y="59"/>
                    <a:pt x="38" y="54"/>
                    <a:pt x="44" y="52"/>
                  </a:cubicBezTo>
                  <a:cubicBezTo>
                    <a:pt x="46" y="51"/>
                    <a:pt x="49" y="51"/>
                    <a:pt x="52" y="51"/>
                  </a:cubicBezTo>
                  <a:cubicBezTo>
                    <a:pt x="55" y="51"/>
                    <a:pt x="57" y="52"/>
                    <a:pt x="59" y="54"/>
                  </a:cubicBezTo>
                  <a:cubicBezTo>
                    <a:pt x="60" y="51"/>
                    <a:pt x="64" y="43"/>
                    <a:pt x="61" y="42"/>
                  </a:cubicBezTo>
                  <a:cubicBezTo>
                    <a:pt x="60" y="41"/>
                    <a:pt x="62" y="42"/>
                    <a:pt x="61" y="4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0" name="Freeform 627">
              <a:extLst>
                <a:ext uri="{FF2B5EF4-FFF2-40B4-BE49-F238E27FC236}">
                  <a16:creationId xmlns:a16="http://schemas.microsoft.com/office/drawing/2014/main" id="{FDB36674-1A98-3086-C918-CF1FB3493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1312" y="9739082"/>
              <a:ext cx="526724" cy="548943"/>
            </a:xfrm>
            <a:custGeom>
              <a:avLst/>
              <a:gdLst>
                <a:gd name="T0" fmla="*/ 40 w 45"/>
                <a:gd name="T1" fmla="*/ 24 h 44"/>
                <a:gd name="T2" fmla="*/ 36 w 45"/>
                <a:gd name="T3" fmla="*/ 24 h 44"/>
                <a:gd name="T4" fmla="*/ 36 w 45"/>
                <a:gd name="T5" fmla="*/ 20 h 44"/>
                <a:gd name="T6" fmla="*/ 34 w 45"/>
                <a:gd name="T7" fmla="*/ 17 h 44"/>
                <a:gd name="T8" fmla="*/ 29 w 45"/>
                <a:gd name="T9" fmla="*/ 16 h 44"/>
                <a:gd name="T10" fmla="*/ 25 w 45"/>
                <a:gd name="T11" fmla="*/ 15 h 44"/>
                <a:gd name="T12" fmla="*/ 25 w 45"/>
                <a:gd name="T13" fmla="*/ 12 h 44"/>
                <a:gd name="T14" fmla="*/ 24 w 45"/>
                <a:gd name="T15" fmla="*/ 7 h 44"/>
                <a:gd name="T16" fmla="*/ 21 w 45"/>
                <a:gd name="T17" fmla="*/ 3 h 44"/>
                <a:gd name="T18" fmla="*/ 14 w 45"/>
                <a:gd name="T19" fmla="*/ 1 h 44"/>
                <a:gd name="T20" fmla="*/ 5 w 45"/>
                <a:gd name="T21" fmla="*/ 3 h 44"/>
                <a:gd name="T22" fmla="*/ 2 w 45"/>
                <a:gd name="T23" fmla="*/ 11 h 44"/>
                <a:gd name="T24" fmla="*/ 1 w 45"/>
                <a:gd name="T25" fmla="*/ 14 h 44"/>
                <a:gd name="T26" fmla="*/ 2 w 45"/>
                <a:gd name="T27" fmla="*/ 17 h 44"/>
                <a:gd name="T28" fmla="*/ 9 w 45"/>
                <a:gd name="T29" fmla="*/ 24 h 44"/>
                <a:gd name="T30" fmla="*/ 13 w 45"/>
                <a:gd name="T31" fmla="*/ 25 h 44"/>
                <a:gd name="T32" fmla="*/ 17 w 45"/>
                <a:gd name="T33" fmla="*/ 27 h 44"/>
                <a:gd name="T34" fmla="*/ 25 w 45"/>
                <a:gd name="T35" fmla="*/ 35 h 44"/>
                <a:gd name="T36" fmla="*/ 22 w 45"/>
                <a:gd name="T37" fmla="*/ 39 h 44"/>
                <a:gd name="T38" fmla="*/ 20 w 45"/>
                <a:gd name="T39" fmla="*/ 42 h 44"/>
                <a:gd name="T40" fmla="*/ 28 w 45"/>
                <a:gd name="T41" fmla="*/ 44 h 44"/>
                <a:gd name="T42" fmla="*/ 32 w 45"/>
                <a:gd name="T43" fmla="*/ 43 h 44"/>
                <a:gd name="T44" fmla="*/ 37 w 45"/>
                <a:gd name="T45" fmla="*/ 42 h 44"/>
                <a:gd name="T46" fmla="*/ 40 w 45"/>
                <a:gd name="T47" fmla="*/ 39 h 44"/>
                <a:gd name="T48" fmla="*/ 41 w 45"/>
                <a:gd name="T49" fmla="*/ 34 h 44"/>
                <a:gd name="T50" fmla="*/ 40 w 45"/>
                <a:gd name="T51" fmla="*/ 24 h 44"/>
                <a:gd name="T52" fmla="*/ 40 w 45"/>
                <a:gd name="T53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5" h="44">
                  <a:moveTo>
                    <a:pt x="40" y="24"/>
                  </a:moveTo>
                  <a:cubicBezTo>
                    <a:pt x="39" y="25"/>
                    <a:pt x="37" y="26"/>
                    <a:pt x="36" y="24"/>
                  </a:cubicBezTo>
                  <a:cubicBezTo>
                    <a:pt x="35" y="23"/>
                    <a:pt x="37" y="22"/>
                    <a:pt x="36" y="20"/>
                  </a:cubicBezTo>
                  <a:cubicBezTo>
                    <a:pt x="35" y="19"/>
                    <a:pt x="35" y="18"/>
                    <a:pt x="34" y="17"/>
                  </a:cubicBezTo>
                  <a:cubicBezTo>
                    <a:pt x="31" y="15"/>
                    <a:pt x="31" y="17"/>
                    <a:pt x="29" y="16"/>
                  </a:cubicBezTo>
                  <a:cubicBezTo>
                    <a:pt x="28" y="16"/>
                    <a:pt x="27" y="16"/>
                    <a:pt x="25" y="15"/>
                  </a:cubicBezTo>
                  <a:cubicBezTo>
                    <a:pt x="23" y="15"/>
                    <a:pt x="24" y="13"/>
                    <a:pt x="25" y="12"/>
                  </a:cubicBezTo>
                  <a:cubicBezTo>
                    <a:pt x="25" y="10"/>
                    <a:pt x="24" y="8"/>
                    <a:pt x="24" y="7"/>
                  </a:cubicBezTo>
                  <a:cubicBezTo>
                    <a:pt x="23" y="4"/>
                    <a:pt x="24" y="4"/>
                    <a:pt x="21" y="3"/>
                  </a:cubicBezTo>
                  <a:cubicBezTo>
                    <a:pt x="19" y="1"/>
                    <a:pt x="18" y="0"/>
                    <a:pt x="14" y="1"/>
                  </a:cubicBezTo>
                  <a:cubicBezTo>
                    <a:pt x="11" y="1"/>
                    <a:pt x="7" y="2"/>
                    <a:pt x="5" y="3"/>
                  </a:cubicBezTo>
                  <a:cubicBezTo>
                    <a:pt x="2" y="6"/>
                    <a:pt x="3" y="8"/>
                    <a:pt x="2" y="11"/>
                  </a:cubicBezTo>
                  <a:cubicBezTo>
                    <a:pt x="2" y="12"/>
                    <a:pt x="1" y="13"/>
                    <a:pt x="1" y="14"/>
                  </a:cubicBezTo>
                  <a:cubicBezTo>
                    <a:pt x="0" y="15"/>
                    <a:pt x="1" y="15"/>
                    <a:pt x="2" y="17"/>
                  </a:cubicBezTo>
                  <a:cubicBezTo>
                    <a:pt x="4" y="20"/>
                    <a:pt x="6" y="21"/>
                    <a:pt x="9" y="24"/>
                  </a:cubicBezTo>
                  <a:cubicBezTo>
                    <a:pt x="10" y="25"/>
                    <a:pt x="12" y="25"/>
                    <a:pt x="13" y="25"/>
                  </a:cubicBezTo>
                  <a:cubicBezTo>
                    <a:pt x="15" y="25"/>
                    <a:pt x="16" y="26"/>
                    <a:pt x="17" y="27"/>
                  </a:cubicBezTo>
                  <a:cubicBezTo>
                    <a:pt x="19" y="28"/>
                    <a:pt x="27" y="31"/>
                    <a:pt x="25" y="35"/>
                  </a:cubicBezTo>
                  <a:cubicBezTo>
                    <a:pt x="24" y="36"/>
                    <a:pt x="22" y="37"/>
                    <a:pt x="22" y="39"/>
                  </a:cubicBezTo>
                  <a:cubicBezTo>
                    <a:pt x="22" y="41"/>
                    <a:pt x="22" y="41"/>
                    <a:pt x="20" y="42"/>
                  </a:cubicBezTo>
                  <a:cubicBezTo>
                    <a:pt x="19" y="44"/>
                    <a:pt x="27" y="43"/>
                    <a:pt x="28" y="44"/>
                  </a:cubicBezTo>
                  <a:cubicBezTo>
                    <a:pt x="30" y="44"/>
                    <a:pt x="30" y="44"/>
                    <a:pt x="32" y="43"/>
                  </a:cubicBezTo>
                  <a:cubicBezTo>
                    <a:pt x="33" y="41"/>
                    <a:pt x="36" y="43"/>
                    <a:pt x="37" y="42"/>
                  </a:cubicBezTo>
                  <a:cubicBezTo>
                    <a:pt x="38" y="41"/>
                    <a:pt x="39" y="40"/>
                    <a:pt x="40" y="39"/>
                  </a:cubicBezTo>
                  <a:cubicBezTo>
                    <a:pt x="41" y="37"/>
                    <a:pt x="40" y="35"/>
                    <a:pt x="41" y="34"/>
                  </a:cubicBezTo>
                  <a:cubicBezTo>
                    <a:pt x="41" y="32"/>
                    <a:pt x="45" y="24"/>
                    <a:pt x="40" y="24"/>
                  </a:cubicBezTo>
                  <a:cubicBezTo>
                    <a:pt x="40" y="25"/>
                    <a:pt x="41" y="24"/>
                    <a:pt x="40" y="2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1" name="Freeform 628">
              <a:extLst>
                <a:ext uri="{FF2B5EF4-FFF2-40B4-BE49-F238E27FC236}">
                  <a16:creationId xmlns:a16="http://schemas.microsoft.com/office/drawing/2014/main" id="{00D91F6B-3561-AD50-46BC-891ECFECD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44926" y="8214709"/>
              <a:ext cx="2326360" cy="2495583"/>
            </a:xfrm>
            <a:custGeom>
              <a:avLst/>
              <a:gdLst>
                <a:gd name="T0" fmla="*/ 188 w 199"/>
                <a:gd name="T1" fmla="*/ 51 h 201"/>
                <a:gd name="T2" fmla="*/ 165 w 199"/>
                <a:gd name="T3" fmla="*/ 41 h 201"/>
                <a:gd name="T4" fmla="*/ 135 w 199"/>
                <a:gd name="T5" fmla="*/ 30 h 201"/>
                <a:gd name="T6" fmla="*/ 122 w 199"/>
                <a:gd name="T7" fmla="*/ 36 h 201"/>
                <a:gd name="T8" fmla="*/ 116 w 199"/>
                <a:gd name="T9" fmla="*/ 29 h 201"/>
                <a:gd name="T10" fmla="*/ 111 w 199"/>
                <a:gd name="T11" fmla="*/ 33 h 201"/>
                <a:gd name="T12" fmla="*/ 120 w 199"/>
                <a:gd name="T13" fmla="*/ 23 h 201"/>
                <a:gd name="T14" fmla="*/ 116 w 199"/>
                <a:gd name="T15" fmla="*/ 8 h 201"/>
                <a:gd name="T16" fmla="*/ 105 w 199"/>
                <a:gd name="T17" fmla="*/ 15 h 201"/>
                <a:gd name="T18" fmla="*/ 93 w 199"/>
                <a:gd name="T19" fmla="*/ 14 h 201"/>
                <a:gd name="T20" fmla="*/ 77 w 199"/>
                <a:gd name="T21" fmla="*/ 19 h 201"/>
                <a:gd name="T22" fmla="*/ 69 w 199"/>
                <a:gd name="T23" fmla="*/ 1 h 201"/>
                <a:gd name="T24" fmla="*/ 56 w 199"/>
                <a:gd name="T25" fmla="*/ 7 h 201"/>
                <a:gd name="T26" fmla="*/ 50 w 199"/>
                <a:gd name="T27" fmla="*/ 11 h 201"/>
                <a:gd name="T28" fmla="*/ 51 w 199"/>
                <a:gd name="T29" fmla="*/ 16 h 201"/>
                <a:gd name="T30" fmla="*/ 41 w 199"/>
                <a:gd name="T31" fmla="*/ 22 h 201"/>
                <a:gd name="T32" fmla="*/ 27 w 199"/>
                <a:gd name="T33" fmla="*/ 18 h 201"/>
                <a:gd name="T34" fmla="*/ 25 w 199"/>
                <a:gd name="T35" fmla="*/ 21 h 201"/>
                <a:gd name="T36" fmla="*/ 22 w 199"/>
                <a:gd name="T37" fmla="*/ 39 h 201"/>
                <a:gd name="T38" fmla="*/ 10 w 199"/>
                <a:gd name="T39" fmla="*/ 49 h 201"/>
                <a:gd name="T40" fmla="*/ 2 w 199"/>
                <a:gd name="T41" fmla="*/ 66 h 201"/>
                <a:gd name="T42" fmla="*/ 9 w 199"/>
                <a:gd name="T43" fmla="*/ 75 h 201"/>
                <a:gd name="T44" fmla="*/ 24 w 199"/>
                <a:gd name="T45" fmla="*/ 81 h 201"/>
                <a:gd name="T46" fmla="*/ 39 w 199"/>
                <a:gd name="T47" fmla="*/ 76 h 201"/>
                <a:gd name="T48" fmla="*/ 49 w 199"/>
                <a:gd name="T49" fmla="*/ 88 h 201"/>
                <a:gd name="T50" fmla="*/ 61 w 199"/>
                <a:gd name="T51" fmla="*/ 94 h 201"/>
                <a:gd name="T52" fmla="*/ 68 w 199"/>
                <a:gd name="T53" fmla="*/ 102 h 201"/>
                <a:gd name="T54" fmla="*/ 80 w 199"/>
                <a:gd name="T55" fmla="*/ 114 h 201"/>
                <a:gd name="T56" fmla="*/ 82 w 199"/>
                <a:gd name="T57" fmla="*/ 135 h 201"/>
                <a:gd name="T58" fmla="*/ 93 w 199"/>
                <a:gd name="T59" fmla="*/ 145 h 201"/>
                <a:gd name="T60" fmla="*/ 98 w 199"/>
                <a:gd name="T61" fmla="*/ 157 h 201"/>
                <a:gd name="T62" fmla="*/ 90 w 199"/>
                <a:gd name="T63" fmla="*/ 173 h 201"/>
                <a:gd name="T64" fmla="*/ 86 w 199"/>
                <a:gd name="T65" fmla="*/ 181 h 201"/>
                <a:gd name="T66" fmla="*/ 94 w 199"/>
                <a:gd name="T67" fmla="*/ 187 h 201"/>
                <a:gd name="T68" fmla="*/ 107 w 199"/>
                <a:gd name="T69" fmla="*/ 197 h 201"/>
                <a:gd name="T70" fmla="*/ 119 w 199"/>
                <a:gd name="T71" fmla="*/ 180 h 201"/>
                <a:gd name="T72" fmla="*/ 128 w 199"/>
                <a:gd name="T73" fmla="*/ 157 h 201"/>
                <a:gd name="T74" fmla="*/ 137 w 199"/>
                <a:gd name="T75" fmla="*/ 149 h 201"/>
                <a:gd name="T76" fmla="*/ 144 w 199"/>
                <a:gd name="T77" fmla="*/ 147 h 201"/>
                <a:gd name="T78" fmla="*/ 155 w 199"/>
                <a:gd name="T79" fmla="*/ 142 h 201"/>
                <a:gd name="T80" fmla="*/ 163 w 199"/>
                <a:gd name="T81" fmla="*/ 139 h 201"/>
                <a:gd name="T82" fmla="*/ 169 w 199"/>
                <a:gd name="T83" fmla="*/ 130 h 201"/>
                <a:gd name="T84" fmla="*/ 175 w 199"/>
                <a:gd name="T85" fmla="*/ 116 h 201"/>
                <a:gd name="T86" fmla="*/ 176 w 199"/>
                <a:gd name="T87" fmla="*/ 98 h 201"/>
                <a:gd name="T88" fmla="*/ 178 w 199"/>
                <a:gd name="T89" fmla="*/ 91 h 201"/>
                <a:gd name="T90" fmla="*/ 182 w 199"/>
                <a:gd name="T91" fmla="*/ 86 h 201"/>
                <a:gd name="T92" fmla="*/ 196 w 199"/>
                <a:gd name="T93" fmla="*/ 57 h 201"/>
                <a:gd name="T94" fmla="*/ 110 w 199"/>
                <a:gd name="T95" fmla="*/ 190 h 201"/>
                <a:gd name="T96" fmla="*/ 115 w 199"/>
                <a:gd name="T97" fmla="*/ 18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9" h="201">
                  <a:moveTo>
                    <a:pt x="196" y="57"/>
                  </a:moveTo>
                  <a:cubicBezTo>
                    <a:pt x="195" y="55"/>
                    <a:pt x="195" y="53"/>
                    <a:pt x="194" y="52"/>
                  </a:cubicBezTo>
                  <a:cubicBezTo>
                    <a:pt x="192" y="51"/>
                    <a:pt x="189" y="52"/>
                    <a:pt x="188" y="51"/>
                  </a:cubicBezTo>
                  <a:cubicBezTo>
                    <a:pt x="183" y="50"/>
                    <a:pt x="180" y="46"/>
                    <a:pt x="177" y="44"/>
                  </a:cubicBezTo>
                  <a:cubicBezTo>
                    <a:pt x="175" y="43"/>
                    <a:pt x="173" y="42"/>
                    <a:pt x="172" y="41"/>
                  </a:cubicBezTo>
                  <a:cubicBezTo>
                    <a:pt x="169" y="40"/>
                    <a:pt x="168" y="41"/>
                    <a:pt x="165" y="41"/>
                  </a:cubicBezTo>
                  <a:cubicBezTo>
                    <a:pt x="161" y="42"/>
                    <a:pt x="157" y="37"/>
                    <a:pt x="153" y="39"/>
                  </a:cubicBezTo>
                  <a:cubicBezTo>
                    <a:pt x="150" y="40"/>
                    <a:pt x="147" y="35"/>
                    <a:pt x="145" y="34"/>
                  </a:cubicBezTo>
                  <a:cubicBezTo>
                    <a:pt x="142" y="32"/>
                    <a:pt x="138" y="30"/>
                    <a:pt x="135" y="30"/>
                  </a:cubicBezTo>
                  <a:cubicBezTo>
                    <a:pt x="133" y="29"/>
                    <a:pt x="131" y="29"/>
                    <a:pt x="130" y="30"/>
                  </a:cubicBezTo>
                  <a:cubicBezTo>
                    <a:pt x="129" y="33"/>
                    <a:pt x="126" y="34"/>
                    <a:pt x="125" y="36"/>
                  </a:cubicBezTo>
                  <a:cubicBezTo>
                    <a:pt x="123" y="39"/>
                    <a:pt x="124" y="38"/>
                    <a:pt x="122" y="36"/>
                  </a:cubicBezTo>
                  <a:cubicBezTo>
                    <a:pt x="122" y="36"/>
                    <a:pt x="121" y="35"/>
                    <a:pt x="121" y="35"/>
                  </a:cubicBezTo>
                  <a:cubicBezTo>
                    <a:pt x="119" y="34"/>
                    <a:pt x="120" y="36"/>
                    <a:pt x="119" y="37"/>
                  </a:cubicBezTo>
                  <a:cubicBezTo>
                    <a:pt x="118" y="38"/>
                    <a:pt x="115" y="29"/>
                    <a:pt x="116" y="29"/>
                  </a:cubicBezTo>
                  <a:cubicBezTo>
                    <a:pt x="116" y="29"/>
                    <a:pt x="113" y="33"/>
                    <a:pt x="112" y="33"/>
                  </a:cubicBezTo>
                  <a:cubicBezTo>
                    <a:pt x="112" y="33"/>
                    <a:pt x="116" y="30"/>
                    <a:pt x="115" y="29"/>
                  </a:cubicBezTo>
                  <a:cubicBezTo>
                    <a:pt x="113" y="28"/>
                    <a:pt x="113" y="33"/>
                    <a:pt x="111" y="33"/>
                  </a:cubicBezTo>
                  <a:cubicBezTo>
                    <a:pt x="111" y="33"/>
                    <a:pt x="115" y="27"/>
                    <a:pt x="115" y="26"/>
                  </a:cubicBezTo>
                  <a:cubicBezTo>
                    <a:pt x="115" y="25"/>
                    <a:pt x="117" y="25"/>
                    <a:pt x="117" y="24"/>
                  </a:cubicBezTo>
                  <a:cubicBezTo>
                    <a:pt x="118" y="23"/>
                    <a:pt x="119" y="25"/>
                    <a:pt x="120" y="23"/>
                  </a:cubicBezTo>
                  <a:cubicBezTo>
                    <a:pt x="121" y="22"/>
                    <a:pt x="120" y="22"/>
                    <a:pt x="120" y="20"/>
                  </a:cubicBezTo>
                  <a:cubicBezTo>
                    <a:pt x="121" y="19"/>
                    <a:pt x="121" y="17"/>
                    <a:pt x="119" y="16"/>
                  </a:cubicBezTo>
                  <a:cubicBezTo>
                    <a:pt x="116" y="15"/>
                    <a:pt x="116" y="11"/>
                    <a:pt x="116" y="8"/>
                  </a:cubicBezTo>
                  <a:cubicBezTo>
                    <a:pt x="116" y="7"/>
                    <a:pt x="115" y="6"/>
                    <a:pt x="114" y="5"/>
                  </a:cubicBezTo>
                  <a:cubicBezTo>
                    <a:pt x="113" y="4"/>
                    <a:pt x="112" y="7"/>
                    <a:pt x="111" y="8"/>
                  </a:cubicBezTo>
                  <a:cubicBezTo>
                    <a:pt x="110" y="11"/>
                    <a:pt x="108" y="15"/>
                    <a:pt x="105" y="15"/>
                  </a:cubicBezTo>
                  <a:cubicBezTo>
                    <a:pt x="104" y="15"/>
                    <a:pt x="103" y="14"/>
                    <a:pt x="101" y="14"/>
                  </a:cubicBezTo>
                  <a:cubicBezTo>
                    <a:pt x="100" y="14"/>
                    <a:pt x="99" y="15"/>
                    <a:pt x="98" y="14"/>
                  </a:cubicBezTo>
                  <a:cubicBezTo>
                    <a:pt x="96" y="13"/>
                    <a:pt x="95" y="14"/>
                    <a:pt x="93" y="14"/>
                  </a:cubicBezTo>
                  <a:cubicBezTo>
                    <a:pt x="91" y="14"/>
                    <a:pt x="92" y="14"/>
                    <a:pt x="91" y="16"/>
                  </a:cubicBezTo>
                  <a:cubicBezTo>
                    <a:pt x="90" y="17"/>
                    <a:pt x="85" y="16"/>
                    <a:pt x="84" y="17"/>
                  </a:cubicBezTo>
                  <a:cubicBezTo>
                    <a:pt x="82" y="17"/>
                    <a:pt x="79" y="19"/>
                    <a:pt x="77" y="19"/>
                  </a:cubicBezTo>
                  <a:cubicBezTo>
                    <a:pt x="74" y="19"/>
                    <a:pt x="72" y="15"/>
                    <a:pt x="72" y="13"/>
                  </a:cubicBezTo>
                  <a:cubicBezTo>
                    <a:pt x="70" y="10"/>
                    <a:pt x="74" y="8"/>
                    <a:pt x="73" y="5"/>
                  </a:cubicBezTo>
                  <a:cubicBezTo>
                    <a:pt x="72" y="3"/>
                    <a:pt x="71" y="0"/>
                    <a:pt x="69" y="1"/>
                  </a:cubicBezTo>
                  <a:cubicBezTo>
                    <a:pt x="69" y="2"/>
                    <a:pt x="62" y="5"/>
                    <a:pt x="61" y="5"/>
                  </a:cubicBezTo>
                  <a:cubicBezTo>
                    <a:pt x="60" y="5"/>
                    <a:pt x="58" y="5"/>
                    <a:pt x="58" y="6"/>
                  </a:cubicBezTo>
                  <a:cubicBezTo>
                    <a:pt x="57" y="6"/>
                    <a:pt x="57" y="9"/>
                    <a:pt x="56" y="7"/>
                  </a:cubicBezTo>
                  <a:cubicBezTo>
                    <a:pt x="55" y="6"/>
                    <a:pt x="47" y="5"/>
                    <a:pt x="47" y="6"/>
                  </a:cubicBezTo>
                  <a:cubicBezTo>
                    <a:pt x="47" y="6"/>
                    <a:pt x="49" y="7"/>
                    <a:pt x="49" y="7"/>
                  </a:cubicBezTo>
                  <a:cubicBezTo>
                    <a:pt x="50" y="8"/>
                    <a:pt x="50" y="9"/>
                    <a:pt x="50" y="11"/>
                  </a:cubicBezTo>
                  <a:cubicBezTo>
                    <a:pt x="51" y="11"/>
                    <a:pt x="51" y="13"/>
                    <a:pt x="52" y="14"/>
                  </a:cubicBezTo>
                  <a:cubicBezTo>
                    <a:pt x="52" y="14"/>
                    <a:pt x="54" y="14"/>
                    <a:pt x="54" y="14"/>
                  </a:cubicBezTo>
                  <a:cubicBezTo>
                    <a:pt x="54" y="15"/>
                    <a:pt x="52" y="16"/>
                    <a:pt x="51" y="16"/>
                  </a:cubicBezTo>
                  <a:cubicBezTo>
                    <a:pt x="50" y="17"/>
                    <a:pt x="50" y="18"/>
                    <a:pt x="49" y="19"/>
                  </a:cubicBezTo>
                  <a:cubicBezTo>
                    <a:pt x="49" y="19"/>
                    <a:pt x="44" y="23"/>
                    <a:pt x="43" y="22"/>
                  </a:cubicBezTo>
                  <a:cubicBezTo>
                    <a:pt x="43" y="21"/>
                    <a:pt x="42" y="21"/>
                    <a:pt x="41" y="22"/>
                  </a:cubicBezTo>
                  <a:cubicBezTo>
                    <a:pt x="40" y="23"/>
                    <a:pt x="38" y="21"/>
                    <a:pt x="38" y="21"/>
                  </a:cubicBezTo>
                  <a:cubicBezTo>
                    <a:pt x="36" y="20"/>
                    <a:pt x="35" y="16"/>
                    <a:pt x="34" y="16"/>
                  </a:cubicBezTo>
                  <a:cubicBezTo>
                    <a:pt x="32" y="15"/>
                    <a:pt x="29" y="18"/>
                    <a:pt x="27" y="18"/>
                  </a:cubicBezTo>
                  <a:cubicBezTo>
                    <a:pt x="25" y="18"/>
                    <a:pt x="23" y="18"/>
                    <a:pt x="21" y="18"/>
                  </a:cubicBezTo>
                  <a:cubicBezTo>
                    <a:pt x="21" y="18"/>
                    <a:pt x="21" y="20"/>
                    <a:pt x="22" y="20"/>
                  </a:cubicBezTo>
                  <a:cubicBezTo>
                    <a:pt x="22" y="21"/>
                    <a:pt x="24" y="21"/>
                    <a:pt x="25" y="21"/>
                  </a:cubicBezTo>
                  <a:cubicBezTo>
                    <a:pt x="25" y="22"/>
                    <a:pt x="21" y="23"/>
                    <a:pt x="20" y="23"/>
                  </a:cubicBezTo>
                  <a:cubicBezTo>
                    <a:pt x="19" y="24"/>
                    <a:pt x="21" y="27"/>
                    <a:pt x="22" y="28"/>
                  </a:cubicBezTo>
                  <a:cubicBezTo>
                    <a:pt x="24" y="32"/>
                    <a:pt x="24" y="35"/>
                    <a:pt x="22" y="39"/>
                  </a:cubicBezTo>
                  <a:cubicBezTo>
                    <a:pt x="22" y="41"/>
                    <a:pt x="22" y="47"/>
                    <a:pt x="20" y="47"/>
                  </a:cubicBezTo>
                  <a:cubicBezTo>
                    <a:pt x="19" y="48"/>
                    <a:pt x="17" y="47"/>
                    <a:pt x="15" y="48"/>
                  </a:cubicBezTo>
                  <a:cubicBezTo>
                    <a:pt x="14" y="49"/>
                    <a:pt x="11" y="49"/>
                    <a:pt x="10" y="49"/>
                  </a:cubicBezTo>
                  <a:cubicBezTo>
                    <a:pt x="5" y="51"/>
                    <a:pt x="5" y="53"/>
                    <a:pt x="5" y="57"/>
                  </a:cubicBezTo>
                  <a:cubicBezTo>
                    <a:pt x="5" y="59"/>
                    <a:pt x="2" y="59"/>
                    <a:pt x="2" y="60"/>
                  </a:cubicBezTo>
                  <a:cubicBezTo>
                    <a:pt x="2" y="63"/>
                    <a:pt x="0" y="64"/>
                    <a:pt x="2" y="66"/>
                  </a:cubicBezTo>
                  <a:cubicBezTo>
                    <a:pt x="4" y="68"/>
                    <a:pt x="4" y="70"/>
                    <a:pt x="5" y="72"/>
                  </a:cubicBezTo>
                  <a:cubicBezTo>
                    <a:pt x="5" y="73"/>
                    <a:pt x="6" y="73"/>
                    <a:pt x="7" y="73"/>
                  </a:cubicBezTo>
                  <a:cubicBezTo>
                    <a:pt x="8" y="73"/>
                    <a:pt x="8" y="74"/>
                    <a:pt x="9" y="75"/>
                  </a:cubicBezTo>
                  <a:cubicBezTo>
                    <a:pt x="11" y="78"/>
                    <a:pt x="16" y="75"/>
                    <a:pt x="18" y="73"/>
                  </a:cubicBezTo>
                  <a:cubicBezTo>
                    <a:pt x="18" y="76"/>
                    <a:pt x="16" y="81"/>
                    <a:pt x="19" y="82"/>
                  </a:cubicBezTo>
                  <a:cubicBezTo>
                    <a:pt x="20" y="82"/>
                    <a:pt x="23" y="81"/>
                    <a:pt x="24" y="81"/>
                  </a:cubicBezTo>
                  <a:cubicBezTo>
                    <a:pt x="27" y="82"/>
                    <a:pt x="28" y="82"/>
                    <a:pt x="30" y="80"/>
                  </a:cubicBezTo>
                  <a:cubicBezTo>
                    <a:pt x="30" y="79"/>
                    <a:pt x="32" y="79"/>
                    <a:pt x="33" y="79"/>
                  </a:cubicBezTo>
                  <a:cubicBezTo>
                    <a:pt x="35" y="77"/>
                    <a:pt x="37" y="76"/>
                    <a:pt x="39" y="76"/>
                  </a:cubicBezTo>
                  <a:cubicBezTo>
                    <a:pt x="41" y="75"/>
                    <a:pt x="46" y="73"/>
                    <a:pt x="44" y="77"/>
                  </a:cubicBezTo>
                  <a:cubicBezTo>
                    <a:pt x="44" y="79"/>
                    <a:pt x="43" y="81"/>
                    <a:pt x="44" y="83"/>
                  </a:cubicBezTo>
                  <a:cubicBezTo>
                    <a:pt x="45" y="85"/>
                    <a:pt x="47" y="87"/>
                    <a:pt x="49" y="88"/>
                  </a:cubicBezTo>
                  <a:cubicBezTo>
                    <a:pt x="51" y="90"/>
                    <a:pt x="54" y="89"/>
                    <a:pt x="56" y="90"/>
                  </a:cubicBezTo>
                  <a:cubicBezTo>
                    <a:pt x="57" y="91"/>
                    <a:pt x="58" y="92"/>
                    <a:pt x="59" y="92"/>
                  </a:cubicBezTo>
                  <a:cubicBezTo>
                    <a:pt x="60" y="92"/>
                    <a:pt x="61" y="93"/>
                    <a:pt x="61" y="94"/>
                  </a:cubicBezTo>
                  <a:cubicBezTo>
                    <a:pt x="63" y="94"/>
                    <a:pt x="68" y="93"/>
                    <a:pt x="68" y="96"/>
                  </a:cubicBezTo>
                  <a:cubicBezTo>
                    <a:pt x="69" y="98"/>
                    <a:pt x="68" y="98"/>
                    <a:pt x="69" y="100"/>
                  </a:cubicBezTo>
                  <a:cubicBezTo>
                    <a:pt x="70" y="101"/>
                    <a:pt x="69" y="101"/>
                    <a:pt x="68" y="102"/>
                  </a:cubicBezTo>
                  <a:cubicBezTo>
                    <a:pt x="68" y="102"/>
                    <a:pt x="70" y="107"/>
                    <a:pt x="70" y="108"/>
                  </a:cubicBezTo>
                  <a:cubicBezTo>
                    <a:pt x="70" y="109"/>
                    <a:pt x="78" y="108"/>
                    <a:pt x="79" y="108"/>
                  </a:cubicBezTo>
                  <a:cubicBezTo>
                    <a:pt x="79" y="110"/>
                    <a:pt x="78" y="113"/>
                    <a:pt x="80" y="114"/>
                  </a:cubicBezTo>
                  <a:cubicBezTo>
                    <a:pt x="83" y="116"/>
                    <a:pt x="83" y="118"/>
                    <a:pt x="82" y="122"/>
                  </a:cubicBezTo>
                  <a:cubicBezTo>
                    <a:pt x="81" y="124"/>
                    <a:pt x="80" y="127"/>
                    <a:pt x="81" y="130"/>
                  </a:cubicBezTo>
                  <a:cubicBezTo>
                    <a:pt x="81" y="131"/>
                    <a:pt x="82" y="133"/>
                    <a:pt x="82" y="135"/>
                  </a:cubicBezTo>
                  <a:cubicBezTo>
                    <a:pt x="82" y="136"/>
                    <a:pt x="80" y="138"/>
                    <a:pt x="82" y="138"/>
                  </a:cubicBezTo>
                  <a:cubicBezTo>
                    <a:pt x="83" y="139"/>
                    <a:pt x="86" y="140"/>
                    <a:pt x="88" y="139"/>
                  </a:cubicBezTo>
                  <a:cubicBezTo>
                    <a:pt x="90" y="137"/>
                    <a:pt x="94" y="144"/>
                    <a:pt x="93" y="145"/>
                  </a:cubicBezTo>
                  <a:cubicBezTo>
                    <a:pt x="93" y="146"/>
                    <a:pt x="93" y="147"/>
                    <a:pt x="94" y="148"/>
                  </a:cubicBezTo>
                  <a:cubicBezTo>
                    <a:pt x="95" y="149"/>
                    <a:pt x="97" y="147"/>
                    <a:pt x="98" y="148"/>
                  </a:cubicBezTo>
                  <a:cubicBezTo>
                    <a:pt x="102" y="150"/>
                    <a:pt x="98" y="154"/>
                    <a:pt x="98" y="157"/>
                  </a:cubicBezTo>
                  <a:cubicBezTo>
                    <a:pt x="100" y="154"/>
                    <a:pt x="102" y="160"/>
                    <a:pt x="102" y="160"/>
                  </a:cubicBezTo>
                  <a:cubicBezTo>
                    <a:pt x="103" y="164"/>
                    <a:pt x="101" y="165"/>
                    <a:pt x="98" y="166"/>
                  </a:cubicBezTo>
                  <a:cubicBezTo>
                    <a:pt x="94" y="168"/>
                    <a:pt x="92" y="170"/>
                    <a:pt x="90" y="173"/>
                  </a:cubicBezTo>
                  <a:cubicBezTo>
                    <a:pt x="89" y="175"/>
                    <a:pt x="88" y="176"/>
                    <a:pt x="86" y="177"/>
                  </a:cubicBezTo>
                  <a:cubicBezTo>
                    <a:pt x="85" y="179"/>
                    <a:pt x="83" y="180"/>
                    <a:pt x="81" y="182"/>
                  </a:cubicBezTo>
                  <a:cubicBezTo>
                    <a:pt x="83" y="182"/>
                    <a:pt x="85" y="181"/>
                    <a:pt x="86" y="181"/>
                  </a:cubicBezTo>
                  <a:cubicBezTo>
                    <a:pt x="87" y="181"/>
                    <a:pt x="88" y="183"/>
                    <a:pt x="89" y="183"/>
                  </a:cubicBezTo>
                  <a:cubicBezTo>
                    <a:pt x="89" y="184"/>
                    <a:pt x="90" y="185"/>
                    <a:pt x="91" y="186"/>
                  </a:cubicBezTo>
                  <a:cubicBezTo>
                    <a:pt x="92" y="187"/>
                    <a:pt x="93" y="186"/>
                    <a:pt x="94" y="187"/>
                  </a:cubicBezTo>
                  <a:cubicBezTo>
                    <a:pt x="96" y="189"/>
                    <a:pt x="100" y="190"/>
                    <a:pt x="101" y="193"/>
                  </a:cubicBezTo>
                  <a:cubicBezTo>
                    <a:pt x="102" y="195"/>
                    <a:pt x="103" y="199"/>
                    <a:pt x="104" y="201"/>
                  </a:cubicBezTo>
                  <a:cubicBezTo>
                    <a:pt x="105" y="200"/>
                    <a:pt x="106" y="199"/>
                    <a:pt x="107" y="197"/>
                  </a:cubicBezTo>
                  <a:cubicBezTo>
                    <a:pt x="107" y="196"/>
                    <a:pt x="108" y="194"/>
                    <a:pt x="109" y="193"/>
                  </a:cubicBezTo>
                  <a:cubicBezTo>
                    <a:pt x="110" y="190"/>
                    <a:pt x="113" y="189"/>
                    <a:pt x="116" y="187"/>
                  </a:cubicBezTo>
                  <a:cubicBezTo>
                    <a:pt x="118" y="185"/>
                    <a:pt x="118" y="183"/>
                    <a:pt x="119" y="180"/>
                  </a:cubicBezTo>
                  <a:cubicBezTo>
                    <a:pt x="121" y="176"/>
                    <a:pt x="124" y="175"/>
                    <a:pt x="126" y="172"/>
                  </a:cubicBezTo>
                  <a:cubicBezTo>
                    <a:pt x="129" y="169"/>
                    <a:pt x="126" y="165"/>
                    <a:pt x="127" y="161"/>
                  </a:cubicBezTo>
                  <a:cubicBezTo>
                    <a:pt x="128" y="160"/>
                    <a:pt x="128" y="159"/>
                    <a:pt x="128" y="157"/>
                  </a:cubicBezTo>
                  <a:cubicBezTo>
                    <a:pt x="128" y="156"/>
                    <a:pt x="128" y="156"/>
                    <a:pt x="129" y="156"/>
                  </a:cubicBezTo>
                  <a:cubicBezTo>
                    <a:pt x="131" y="155"/>
                    <a:pt x="132" y="153"/>
                    <a:pt x="133" y="152"/>
                  </a:cubicBezTo>
                  <a:cubicBezTo>
                    <a:pt x="134" y="151"/>
                    <a:pt x="135" y="150"/>
                    <a:pt x="137" y="149"/>
                  </a:cubicBezTo>
                  <a:cubicBezTo>
                    <a:pt x="138" y="149"/>
                    <a:pt x="139" y="148"/>
                    <a:pt x="141" y="147"/>
                  </a:cubicBezTo>
                  <a:cubicBezTo>
                    <a:pt x="142" y="147"/>
                    <a:pt x="143" y="148"/>
                    <a:pt x="144" y="148"/>
                  </a:cubicBezTo>
                  <a:cubicBezTo>
                    <a:pt x="145" y="148"/>
                    <a:pt x="144" y="147"/>
                    <a:pt x="144" y="147"/>
                  </a:cubicBezTo>
                  <a:cubicBezTo>
                    <a:pt x="143" y="146"/>
                    <a:pt x="147" y="145"/>
                    <a:pt x="147" y="145"/>
                  </a:cubicBezTo>
                  <a:cubicBezTo>
                    <a:pt x="147" y="145"/>
                    <a:pt x="149" y="142"/>
                    <a:pt x="149" y="143"/>
                  </a:cubicBezTo>
                  <a:cubicBezTo>
                    <a:pt x="150" y="144"/>
                    <a:pt x="155" y="142"/>
                    <a:pt x="155" y="142"/>
                  </a:cubicBezTo>
                  <a:cubicBezTo>
                    <a:pt x="156" y="142"/>
                    <a:pt x="155" y="143"/>
                    <a:pt x="156" y="143"/>
                  </a:cubicBezTo>
                  <a:cubicBezTo>
                    <a:pt x="157" y="143"/>
                    <a:pt x="160" y="143"/>
                    <a:pt x="161" y="142"/>
                  </a:cubicBezTo>
                  <a:cubicBezTo>
                    <a:pt x="162" y="141"/>
                    <a:pt x="162" y="140"/>
                    <a:pt x="163" y="139"/>
                  </a:cubicBezTo>
                  <a:cubicBezTo>
                    <a:pt x="164" y="139"/>
                    <a:pt x="165" y="138"/>
                    <a:pt x="165" y="137"/>
                  </a:cubicBezTo>
                  <a:cubicBezTo>
                    <a:pt x="166" y="136"/>
                    <a:pt x="165" y="134"/>
                    <a:pt x="166" y="133"/>
                  </a:cubicBezTo>
                  <a:cubicBezTo>
                    <a:pt x="167" y="132"/>
                    <a:pt x="168" y="131"/>
                    <a:pt x="169" y="130"/>
                  </a:cubicBezTo>
                  <a:cubicBezTo>
                    <a:pt x="171" y="127"/>
                    <a:pt x="172" y="126"/>
                    <a:pt x="172" y="123"/>
                  </a:cubicBezTo>
                  <a:cubicBezTo>
                    <a:pt x="172" y="121"/>
                    <a:pt x="172" y="120"/>
                    <a:pt x="173" y="118"/>
                  </a:cubicBezTo>
                  <a:cubicBezTo>
                    <a:pt x="173" y="117"/>
                    <a:pt x="174" y="117"/>
                    <a:pt x="175" y="116"/>
                  </a:cubicBezTo>
                  <a:cubicBezTo>
                    <a:pt x="176" y="115"/>
                    <a:pt x="175" y="113"/>
                    <a:pt x="175" y="112"/>
                  </a:cubicBezTo>
                  <a:cubicBezTo>
                    <a:pt x="175" y="110"/>
                    <a:pt x="176" y="109"/>
                    <a:pt x="176" y="107"/>
                  </a:cubicBezTo>
                  <a:cubicBezTo>
                    <a:pt x="177" y="104"/>
                    <a:pt x="176" y="101"/>
                    <a:pt x="176" y="98"/>
                  </a:cubicBezTo>
                  <a:cubicBezTo>
                    <a:pt x="176" y="96"/>
                    <a:pt x="175" y="94"/>
                    <a:pt x="176" y="93"/>
                  </a:cubicBezTo>
                  <a:cubicBezTo>
                    <a:pt x="177" y="91"/>
                    <a:pt x="176" y="92"/>
                    <a:pt x="176" y="90"/>
                  </a:cubicBezTo>
                  <a:cubicBezTo>
                    <a:pt x="176" y="90"/>
                    <a:pt x="178" y="91"/>
                    <a:pt x="178" y="91"/>
                  </a:cubicBezTo>
                  <a:cubicBezTo>
                    <a:pt x="178" y="91"/>
                    <a:pt x="178" y="90"/>
                    <a:pt x="178" y="90"/>
                  </a:cubicBezTo>
                  <a:cubicBezTo>
                    <a:pt x="178" y="90"/>
                    <a:pt x="179" y="90"/>
                    <a:pt x="179" y="90"/>
                  </a:cubicBezTo>
                  <a:cubicBezTo>
                    <a:pt x="181" y="90"/>
                    <a:pt x="182" y="87"/>
                    <a:pt x="182" y="86"/>
                  </a:cubicBezTo>
                  <a:cubicBezTo>
                    <a:pt x="183" y="85"/>
                    <a:pt x="184" y="83"/>
                    <a:pt x="185" y="81"/>
                  </a:cubicBezTo>
                  <a:cubicBezTo>
                    <a:pt x="187" y="79"/>
                    <a:pt x="189" y="79"/>
                    <a:pt x="190" y="77"/>
                  </a:cubicBezTo>
                  <a:cubicBezTo>
                    <a:pt x="195" y="71"/>
                    <a:pt x="199" y="64"/>
                    <a:pt x="196" y="57"/>
                  </a:cubicBezTo>
                  <a:cubicBezTo>
                    <a:pt x="194" y="53"/>
                    <a:pt x="198" y="60"/>
                    <a:pt x="196" y="57"/>
                  </a:cubicBezTo>
                  <a:close/>
                  <a:moveTo>
                    <a:pt x="115" y="186"/>
                  </a:moveTo>
                  <a:cubicBezTo>
                    <a:pt x="113" y="187"/>
                    <a:pt x="112" y="189"/>
                    <a:pt x="110" y="190"/>
                  </a:cubicBezTo>
                  <a:cubicBezTo>
                    <a:pt x="107" y="191"/>
                    <a:pt x="112" y="188"/>
                    <a:pt x="112" y="187"/>
                  </a:cubicBezTo>
                  <a:cubicBezTo>
                    <a:pt x="113" y="186"/>
                    <a:pt x="114" y="184"/>
                    <a:pt x="116" y="182"/>
                  </a:cubicBezTo>
                  <a:cubicBezTo>
                    <a:pt x="118" y="180"/>
                    <a:pt x="117" y="184"/>
                    <a:pt x="115" y="186"/>
                  </a:cubicBezTo>
                  <a:cubicBezTo>
                    <a:pt x="115" y="186"/>
                    <a:pt x="116" y="185"/>
                    <a:pt x="115" y="18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2" name="Freeform 629">
              <a:extLst>
                <a:ext uri="{FF2B5EF4-FFF2-40B4-BE49-F238E27FC236}">
                  <a16:creationId xmlns:a16="http://schemas.microsoft.com/office/drawing/2014/main" id="{19DB53CF-1738-D17E-3515-62A188BE6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6740" y="10448488"/>
              <a:ext cx="315235" cy="346257"/>
            </a:xfrm>
            <a:custGeom>
              <a:avLst/>
              <a:gdLst>
                <a:gd name="T0" fmla="*/ 21 w 27"/>
                <a:gd name="T1" fmla="*/ 10 h 28"/>
                <a:gd name="T2" fmla="*/ 17 w 27"/>
                <a:gd name="T3" fmla="*/ 7 h 28"/>
                <a:gd name="T4" fmla="*/ 14 w 27"/>
                <a:gd name="T5" fmla="*/ 6 h 28"/>
                <a:gd name="T6" fmla="*/ 11 w 27"/>
                <a:gd name="T7" fmla="*/ 3 h 28"/>
                <a:gd name="T8" fmla="*/ 6 w 27"/>
                <a:gd name="T9" fmla="*/ 2 h 28"/>
                <a:gd name="T10" fmla="*/ 4 w 27"/>
                <a:gd name="T11" fmla="*/ 3 h 28"/>
                <a:gd name="T12" fmla="*/ 3 w 27"/>
                <a:gd name="T13" fmla="*/ 6 h 28"/>
                <a:gd name="T14" fmla="*/ 3 w 27"/>
                <a:gd name="T15" fmla="*/ 12 h 28"/>
                <a:gd name="T16" fmla="*/ 2 w 27"/>
                <a:gd name="T17" fmla="*/ 17 h 28"/>
                <a:gd name="T18" fmla="*/ 1 w 27"/>
                <a:gd name="T19" fmla="*/ 22 h 28"/>
                <a:gd name="T20" fmla="*/ 4 w 27"/>
                <a:gd name="T21" fmla="*/ 25 h 28"/>
                <a:gd name="T22" fmla="*/ 9 w 27"/>
                <a:gd name="T23" fmla="*/ 26 h 28"/>
                <a:gd name="T24" fmla="*/ 13 w 27"/>
                <a:gd name="T25" fmla="*/ 28 h 28"/>
                <a:gd name="T26" fmla="*/ 19 w 27"/>
                <a:gd name="T27" fmla="*/ 28 h 28"/>
                <a:gd name="T28" fmla="*/ 24 w 27"/>
                <a:gd name="T29" fmla="*/ 25 h 28"/>
                <a:gd name="T30" fmla="*/ 26 w 27"/>
                <a:gd name="T31" fmla="*/ 19 h 28"/>
                <a:gd name="T32" fmla="*/ 24 w 27"/>
                <a:gd name="T33" fmla="*/ 14 h 28"/>
                <a:gd name="T34" fmla="*/ 21 w 27"/>
                <a:gd name="T35" fmla="*/ 10 h 28"/>
                <a:gd name="T36" fmla="*/ 21 w 27"/>
                <a:gd name="T3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8">
                  <a:moveTo>
                    <a:pt x="21" y="10"/>
                  </a:moveTo>
                  <a:cubicBezTo>
                    <a:pt x="20" y="8"/>
                    <a:pt x="18" y="8"/>
                    <a:pt x="17" y="7"/>
                  </a:cubicBezTo>
                  <a:cubicBezTo>
                    <a:pt x="16" y="6"/>
                    <a:pt x="15" y="7"/>
                    <a:pt x="14" y="6"/>
                  </a:cubicBezTo>
                  <a:cubicBezTo>
                    <a:pt x="13" y="5"/>
                    <a:pt x="12" y="4"/>
                    <a:pt x="11" y="3"/>
                  </a:cubicBezTo>
                  <a:cubicBezTo>
                    <a:pt x="10" y="0"/>
                    <a:pt x="9" y="1"/>
                    <a:pt x="6" y="2"/>
                  </a:cubicBezTo>
                  <a:cubicBezTo>
                    <a:pt x="5" y="2"/>
                    <a:pt x="5" y="1"/>
                    <a:pt x="4" y="3"/>
                  </a:cubicBezTo>
                  <a:cubicBezTo>
                    <a:pt x="3" y="4"/>
                    <a:pt x="3" y="5"/>
                    <a:pt x="3" y="6"/>
                  </a:cubicBezTo>
                  <a:cubicBezTo>
                    <a:pt x="3" y="8"/>
                    <a:pt x="3" y="10"/>
                    <a:pt x="3" y="12"/>
                  </a:cubicBezTo>
                  <a:cubicBezTo>
                    <a:pt x="3" y="13"/>
                    <a:pt x="3" y="15"/>
                    <a:pt x="2" y="17"/>
                  </a:cubicBezTo>
                  <a:cubicBezTo>
                    <a:pt x="0" y="19"/>
                    <a:pt x="0" y="19"/>
                    <a:pt x="1" y="22"/>
                  </a:cubicBezTo>
                  <a:cubicBezTo>
                    <a:pt x="2" y="24"/>
                    <a:pt x="2" y="24"/>
                    <a:pt x="4" y="25"/>
                  </a:cubicBezTo>
                  <a:cubicBezTo>
                    <a:pt x="6" y="25"/>
                    <a:pt x="8" y="25"/>
                    <a:pt x="9" y="26"/>
                  </a:cubicBezTo>
                  <a:cubicBezTo>
                    <a:pt x="10" y="26"/>
                    <a:pt x="12" y="28"/>
                    <a:pt x="13" y="28"/>
                  </a:cubicBezTo>
                  <a:cubicBezTo>
                    <a:pt x="15" y="27"/>
                    <a:pt x="17" y="28"/>
                    <a:pt x="19" y="28"/>
                  </a:cubicBezTo>
                  <a:cubicBezTo>
                    <a:pt x="20" y="28"/>
                    <a:pt x="23" y="26"/>
                    <a:pt x="24" y="25"/>
                  </a:cubicBezTo>
                  <a:cubicBezTo>
                    <a:pt x="26" y="23"/>
                    <a:pt x="27" y="21"/>
                    <a:pt x="26" y="19"/>
                  </a:cubicBezTo>
                  <a:cubicBezTo>
                    <a:pt x="25" y="17"/>
                    <a:pt x="25" y="16"/>
                    <a:pt x="24" y="14"/>
                  </a:cubicBezTo>
                  <a:cubicBezTo>
                    <a:pt x="24" y="12"/>
                    <a:pt x="23" y="11"/>
                    <a:pt x="21" y="10"/>
                  </a:cubicBezTo>
                  <a:cubicBezTo>
                    <a:pt x="20" y="9"/>
                    <a:pt x="22" y="10"/>
                    <a:pt x="21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3" name="Freeform 630">
              <a:extLst>
                <a:ext uri="{FF2B5EF4-FFF2-40B4-BE49-F238E27FC236}">
                  <a16:creationId xmlns:a16="http://schemas.microsoft.com/office/drawing/2014/main" id="{F729446C-D2C6-AA26-5931-A67978512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4926" y="9903766"/>
              <a:ext cx="1205078" cy="2216887"/>
            </a:xfrm>
            <a:custGeom>
              <a:avLst/>
              <a:gdLst>
                <a:gd name="T0" fmla="*/ 80 w 103"/>
                <a:gd name="T1" fmla="*/ 52 h 179"/>
                <a:gd name="T2" fmla="*/ 85 w 103"/>
                <a:gd name="T3" fmla="*/ 42 h 179"/>
                <a:gd name="T4" fmla="*/ 102 w 103"/>
                <a:gd name="T5" fmla="*/ 29 h 179"/>
                <a:gd name="T6" fmla="*/ 99 w 103"/>
                <a:gd name="T7" fmla="*/ 21 h 179"/>
                <a:gd name="T8" fmla="*/ 94 w 103"/>
                <a:gd name="T9" fmla="*/ 29 h 179"/>
                <a:gd name="T10" fmla="*/ 82 w 103"/>
                <a:gd name="T11" fmla="*/ 30 h 179"/>
                <a:gd name="T12" fmla="*/ 79 w 103"/>
                <a:gd name="T13" fmla="*/ 28 h 179"/>
                <a:gd name="T14" fmla="*/ 81 w 103"/>
                <a:gd name="T15" fmla="*/ 22 h 179"/>
                <a:gd name="T16" fmla="*/ 64 w 103"/>
                <a:gd name="T17" fmla="*/ 9 h 179"/>
                <a:gd name="T18" fmla="*/ 57 w 103"/>
                <a:gd name="T19" fmla="*/ 2 h 179"/>
                <a:gd name="T20" fmla="*/ 48 w 103"/>
                <a:gd name="T21" fmla="*/ 4 h 179"/>
                <a:gd name="T22" fmla="*/ 39 w 103"/>
                <a:gd name="T23" fmla="*/ 1 h 179"/>
                <a:gd name="T24" fmla="*/ 35 w 103"/>
                <a:gd name="T25" fmla="*/ 9 h 179"/>
                <a:gd name="T26" fmla="*/ 27 w 103"/>
                <a:gd name="T27" fmla="*/ 22 h 179"/>
                <a:gd name="T28" fmla="*/ 25 w 103"/>
                <a:gd name="T29" fmla="*/ 32 h 179"/>
                <a:gd name="T30" fmla="*/ 21 w 103"/>
                <a:gd name="T31" fmla="*/ 39 h 179"/>
                <a:gd name="T32" fmla="*/ 19 w 103"/>
                <a:gd name="T33" fmla="*/ 47 h 179"/>
                <a:gd name="T34" fmla="*/ 17 w 103"/>
                <a:gd name="T35" fmla="*/ 52 h 179"/>
                <a:gd name="T36" fmla="*/ 20 w 103"/>
                <a:gd name="T37" fmla="*/ 61 h 179"/>
                <a:gd name="T38" fmla="*/ 18 w 103"/>
                <a:gd name="T39" fmla="*/ 79 h 179"/>
                <a:gd name="T40" fmla="*/ 15 w 103"/>
                <a:gd name="T41" fmla="*/ 94 h 179"/>
                <a:gd name="T42" fmla="*/ 10 w 103"/>
                <a:gd name="T43" fmla="*/ 117 h 179"/>
                <a:gd name="T44" fmla="*/ 13 w 103"/>
                <a:gd name="T45" fmla="*/ 130 h 179"/>
                <a:gd name="T46" fmla="*/ 12 w 103"/>
                <a:gd name="T47" fmla="*/ 135 h 179"/>
                <a:gd name="T48" fmla="*/ 8 w 103"/>
                <a:gd name="T49" fmla="*/ 147 h 179"/>
                <a:gd name="T50" fmla="*/ 5 w 103"/>
                <a:gd name="T51" fmla="*/ 156 h 179"/>
                <a:gd name="T52" fmla="*/ 8 w 103"/>
                <a:gd name="T53" fmla="*/ 170 h 179"/>
                <a:gd name="T54" fmla="*/ 13 w 103"/>
                <a:gd name="T55" fmla="*/ 176 h 179"/>
                <a:gd name="T56" fmla="*/ 23 w 103"/>
                <a:gd name="T57" fmla="*/ 178 h 179"/>
                <a:gd name="T58" fmla="*/ 27 w 103"/>
                <a:gd name="T59" fmla="*/ 179 h 179"/>
                <a:gd name="T60" fmla="*/ 24 w 103"/>
                <a:gd name="T61" fmla="*/ 169 h 179"/>
                <a:gd name="T62" fmla="*/ 25 w 103"/>
                <a:gd name="T63" fmla="*/ 163 h 179"/>
                <a:gd name="T64" fmla="*/ 28 w 103"/>
                <a:gd name="T65" fmla="*/ 163 h 179"/>
                <a:gd name="T66" fmla="*/ 31 w 103"/>
                <a:gd name="T67" fmla="*/ 157 h 179"/>
                <a:gd name="T68" fmla="*/ 40 w 103"/>
                <a:gd name="T69" fmla="*/ 151 h 179"/>
                <a:gd name="T70" fmla="*/ 41 w 103"/>
                <a:gd name="T71" fmla="*/ 145 h 179"/>
                <a:gd name="T72" fmla="*/ 32 w 103"/>
                <a:gd name="T73" fmla="*/ 140 h 179"/>
                <a:gd name="T74" fmla="*/ 39 w 103"/>
                <a:gd name="T75" fmla="*/ 131 h 179"/>
                <a:gd name="T76" fmla="*/ 43 w 103"/>
                <a:gd name="T77" fmla="*/ 124 h 179"/>
                <a:gd name="T78" fmla="*/ 48 w 103"/>
                <a:gd name="T79" fmla="*/ 116 h 179"/>
                <a:gd name="T80" fmla="*/ 51 w 103"/>
                <a:gd name="T81" fmla="*/ 114 h 179"/>
                <a:gd name="T82" fmla="*/ 45 w 103"/>
                <a:gd name="T83" fmla="*/ 113 h 179"/>
                <a:gd name="T84" fmla="*/ 54 w 103"/>
                <a:gd name="T85" fmla="*/ 108 h 179"/>
                <a:gd name="T86" fmla="*/ 58 w 103"/>
                <a:gd name="T87" fmla="*/ 102 h 179"/>
                <a:gd name="T88" fmla="*/ 59 w 103"/>
                <a:gd name="T89" fmla="*/ 97 h 179"/>
                <a:gd name="T90" fmla="*/ 60 w 103"/>
                <a:gd name="T91" fmla="*/ 96 h 179"/>
                <a:gd name="T92" fmla="*/ 76 w 103"/>
                <a:gd name="T93" fmla="*/ 93 h 179"/>
                <a:gd name="T94" fmla="*/ 84 w 103"/>
                <a:gd name="T95" fmla="*/ 87 h 179"/>
                <a:gd name="T96" fmla="*/ 83 w 103"/>
                <a:gd name="T97" fmla="*/ 78 h 179"/>
                <a:gd name="T98" fmla="*/ 78 w 103"/>
                <a:gd name="T99" fmla="*/ 69 h 179"/>
                <a:gd name="T100" fmla="*/ 78 w 103"/>
                <a:gd name="T101" fmla="*/ 66 h 179"/>
                <a:gd name="T102" fmla="*/ 78 w 103"/>
                <a:gd name="T103" fmla="*/ 62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3" h="179">
                  <a:moveTo>
                    <a:pt x="78" y="62"/>
                  </a:moveTo>
                  <a:cubicBezTo>
                    <a:pt x="81" y="59"/>
                    <a:pt x="79" y="56"/>
                    <a:pt x="80" y="52"/>
                  </a:cubicBezTo>
                  <a:cubicBezTo>
                    <a:pt x="80" y="51"/>
                    <a:pt x="80" y="49"/>
                    <a:pt x="80" y="48"/>
                  </a:cubicBezTo>
                  <a:cubicBezTo>
                    <a:pt x="81" y="45"/>
                    <a:pt x="83" y="44"/>
                    <a:pt x="85" y="42"/>
                  </a:cubicBezTo>
                  <a:cubicBezTo>
                    <a:pt x="89" y="39"/>
                    <a:pt x="91" y="34"/>
                    <a:pt x="95" y="31"/>
                  </a:cubicBezTo>
                  <a:cubicBezTo>
                    <a:pt x="97" y="30"/>
                    <a:pt x="100" y="30"/>
                    <a:pt x="102" y="29"/>
                  </a:cubicBezTo>
                  <a:cubicBezTo>
                    <a:pt x="103" y="27"/>
                    <a:pt x="102" y="24"/>
                    <a:pt x="101" y="23"/>
                  </a:cubicBezTo>
                  <a:cubicBezTo>
                    <a:pt x="100" y="21"/>
                    <a:pt x="101" y="21"/>
                    <a:pt x="99" y="21"/>
                  </a:cubicBezTo>
                  <a:cubicBezTo>
                    <a:pt x="97" y="20"/>
                    <a:pt x="98" y="24"/>
                    <a:pt x="97" y="25"/>
                  </a:cubicBezTo>
                  <a:cubicBezTo>
                    <a:pt x="96" y="26"/>
                    <a:pt x="95" y="28"/>
                    <a:pt x="94" y="29"/>
                  </a:cubicBezTo>
                  <a:cubicBezTo>
                    <a:pt x="93" y="30"/>
                    <a:pt x="90" y="29"/>
                    <a:pt x="88" y="30"/>
                  </a:cubicBezTo>
                  <a:cubicBezTo>
                    <a:pt x="87" y="32"/>
                    <a:pt x="84" y="30"/>
                    <a:pt x="82" y="30"/>
                  </a:cubicBezTo>
                  <a:cubicBezTo>
                    <a:pt x="81" y="30"/>
                    <a:pt x="79" y="31"/>
                    <a:pt x="78" y="30"/>
                  </a:cubicBezTo>
                  <a:cubicBezTo>
                    <a:pt x="76" y="30"/>
                    <a:pt x="79" y="28"/>
                    <a:pt x="79" y="28"/>
                  </a:cubicBezTo>
                  <a:cubicBezTo>
                    <a:pt x="80" y="27"/>
                    <a:pt x="79" y="26"/>
                    <a:pt x="79" y="26"/>
                  </a:cubicBezTo>
                  <a:cubicBezTo>
                    <a:pt x="79" y="24"/>
                    <a:pt x="80" y="23"/>
                    <a:pt x="81" y="22"/>
                  </a:cubicBezTo>
                  <a:cubicBezTo>
                    <a:pt x="85" y="18"/>
                    <a:pt x="77" y="16"/>
                    <a:pt x="74" y="14"/>
                  </a:cubicBezTo>
                  <a:cubicBezTo>
                    <a:pt x="71" y="12"/>
                    <a:pt x="67" y="12"/>
                    <a:pt x="64" y="9"/>
                  </a:cubicBezTo>
                  <a:cubicBezTo>
                    <a:pt x="63" y="8"/>
                    <a:pt x="61" y="7"/>
                    <a:pt x="60" y="6"/>
                  </a:cubicBezTo>
                  <a:cubicBezTo>
                    <a:pt x="59" y="4"/>
                    <a:pt x="58" y="2"/>
                    <a:pt x="57" y="2"/>
                  </a:cubicBezTo>
                  <a:cubicBezTo>
                    <a:pt x="56" y="1"/>
                    <a:pt x="53" y="1"/>
                    <a:pt x="52" y="2"/>
                  </a:cubicBezTo>
                  <a:cubicBezTo>
                    <a:pt x="51" y="3"/>
                    <a:pt x="50" y="6"/>
                    <a:pt x="48" y="4"/>
                  </a:cubicBezTo>
                  <a:cubicBezTo>
                    <a:pt x="47" y="2"/>
                    <a:pt x="45" y="2"/>
                    <a:pt x="43" y="2"/>
                  </a:cubicBezTo>
                  <a:cubicBezTo>
                    <a:pt x="41" y="2"/>
                    <a:pt x="41" y="0"/>
                    <a:pt x="39" y="1"/>
                  </a:cubicBezTo>
                  <a:cubicBezTo>
                    <a:pt x="38" y="2"/>
                    <a:pt x="35" y="3"/>
                    <a:pt x="35" y="4"/>
                  </a:cubicBezTo>
                  <a:cubicBezTo>
                    <a:pt x="34" y="6"/>
                    <a:pt x="35" y="8"/>
                    <a:pt x="35" y="9"/>
                  </a:cubicBezTo>
                  <a:cubicBezTo>
                    <a:pt x="34" y="13"/>
                    <a:pt x="31" y="13"/>
                    <a:pt x="28" y="14"/>
                  </a:cubicBezTo>
                  <a:cubicBezTo>
                    <a:pt x="26" y="15"/>
                    <a:pt x="27" y="20"/>
                    <a:pt x="27" y="22"/>
                  </a:cubicBezTo>
                  <a:cubicBezTo>
                    <a:pt x="27" y="24"/>
                    <a:pt x="28" y="26"/>
                    <a:pt x="28" y="27"/>
                  </a:cubicBezTo>
                  <a:cubicBezTo>
                    <a:pt x="28" y="28"/>
                    <a:pt x="25" y="31"/>
                    <a:pt x="25" y="32"/>
                  </a:cubicBezTo>
                  <a:cubicBezTo>
                    <a:pt x="24" y="33"/>
                    <a:pt x="21" y="35"/>
                    <a:pt x="21" y="36"/>
                  </a:cubicBezTo>
                  <a:cubicBezTo>
                    <a:pt x="21" y="37"/>
                    <a:pt x="21" y="38"/>
                    <a:pt x="21" y="39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6"/>
                    <a:pt x="19" y="47"/>
                  </a:cubicBezTo>
                  <a:cubicBezTo>
                    <a:pt x="19" y="48"/>
                    <a:pt x="19" y="50"/>
                    <a:pt x="19" y="51"/>
                  </a:cubicBezTo>
                  <a:cubicBezTo>
                    <a:pt x="18" y="51"/>
                    <a:pt x="17" y="51"/>
                    <a:pt x="17" y="52"/>
                  </a:cubicBezTo>
                  <a:cubicBezTo>
                    <a:pt x="17" y="54"/>
                    <a:pt x="19" y="55"/>
                    <a:pt x="19" y="57"/>
                  </a:cubicBezTo>
                  <a:cubicBezTo>
                    <a:pt x="19" y="58"/>
                    <a:pt x="19" y="60"/>
                    <a:pt x="20" y="61"/>
                  </a:cubicBezTo>
                  <a:cubicBezTo>
                    <a:pt x="22" y="65"/>
                    <a:pt x="18" y="69"/>
                    <a:pt x="18" y="73"/>
                  </a:cubicBezTo>
                  <a:cubicBezTo>
                    <a:pt x="17" y="75"/>
                    <a:pt x="19" y="77"/>
                    <a:pt x="18" y="79"/>
                  </a:cubicBezTo>
                  <a:cubicBezTo>
                    <a:pt x="17" y="80"/>
                    <a:pt x="15" y="81"/>
                    <a:pt x="14" y="83"/>
                  </a:cubicBezTo>
                  <a:cubicBezTo>
                    <a:pt x="13" y="85"/>
                    <a:pt x="17" y="93"/>
                    <a:pt x="15" y="94"/>
                  </a:cubicBezTo>
                  <a:cubicBezTo>
                    <a:pt x="11" y="96"/>
                    <a:pt x="12" y="101"/>
                    <a:pt x="11" y="105"/>
                  </a:cubicBezTo>
                  <a:cubicBezTo>
                    <a:pt x="9" y="108"/>
                    <a:pt x="10" y="113"/>
                    <a:pt x="10" y="117"/>
                  </a:cubicBezTo>
                  <a:cubicBezTo>
                    <a:pt x="10" y="120"/>
                    <a:pt x="10" y="123"/>
                    <a:pt x="10" y="126"/>
                  </a:cubicBezTo>
                  <a:cubicBezTo>
                    <a:pt x="10" y="127"/>
                    <a:pt x="15" y="130"/>
                    <a:pt x="13" y="130"/>
                  </a:cubicBezTo>
                  <a:cubicBezTo>
                    <a:pt x="13" y="130"/>
                    <a:pt x="9" y="131"/>
                    <a:pt x="11" y="132"/>
                  </a:cubicBezTo>
                  <a:cubicBezTo>
                    <a:pt x="13" y="132"/>
                    <a:pt x="13" y="133"/>
                    <a:pt x="12" y="135"/>
                  </a:cubicBezTo>
                  <a:cubicBezTo>
                    <a:pt x="11" y="137"/>
                    <a:pt x="11" y="139"/>
                    <a:pt x="11" y="142"/>
                  </a:cubicBezTo>
                  <a:cubicBezTo>
                    <a:pt x="11" y="144"/>
                    <a:pt x="9" y="145"/>
                    <a:pt x="8" y="147"/>
                  </a:cubicBezTo>
                  <a:cubicBezTo>
                    <a:pt x="7" y="148"/>
                    <a:pt x="8" y="150"/>
                    <a:pt x="8" y="152"/>
                  </a:cubicBezTo>
                  <a:cubicBezTo>
                    <a:pt x="8" y="153"/>
                    <a:pt x="6" y="156"/>
                    <a:pt x="5" y="156"/>
                  </a:cubicBezTo>
                  <a:cubicBezTo>
                    <a:pt x="0" y="158"/>
                    <a:pt x="3" y="164"/>
                    <a:pt x="4" y="167"/>
                  </a:cubicBezTo>
                  <a:cubicBezTo>
                    <a:pt x="5" y="169"/>
                    <a:pt x="8" y="166"/>
                    <a:pt x="8" y="170"/>
                  </a:cubicBezTo>
                  <a:cubicBezTo>
                    <a:pt x="8" y="171"/>
                    <a:pt x="7" y="174"/>
                    <a:pt x="9" y="175"/>
                  </a:cubicBezTo>
                  <a:cubicBezTo>
                    <a:pt x="10" y="176"/>
                    <a:pt x="11" y="176"/>
                    <a:pt x="13" y="176"/>
                  </a:cubicBezTo>
                  <a:cubicBezTo>
                    <a:pt x="15" y="177"/>
                    <a:pt x="18" y="177"/>
                    <a:pt x="20" y="177"/>
                  </a:cubicBezTo>
                  <a:cubicBezTo>
                    <a:pt x="21" y="177"/>
                    <a:pt x="22" y="177"/>
                    <a:pt x="23" y="178"/>
                  </a:cubicBezTo>
                  <a:cubicBezTo>
                    <a:pt x="23" y="177"/>
                    <a:pt x="24" y="177"/>
                    <a:pt x="25" y="177"/>
                  </a:cubicBezTo>
                  <a:cubicBezTo>
                    <a:pt x="25" y="178"/>
                    <a:pt x="27" y="179"/>
                    <a:pt x="27" y="179"/>
                  </a:cubicBezTo>
                  <a:cubicBezTo>
                    <a:pt x="28" y="179"/>
                    <a:pt x="26" y="176"/>
                    <a:pt x="26" y="175"/>
                  </a:cubicBezTo>
                  <a:cubicBezTo>
                    <a:pt x="24" y="173"/>
                    <a:pt x="24" y="171"/>
                    <a:pt x="24" y="169"/>
                  </a:cubicBezTo>
                  <a:cubicBezTo>
                    <a:pt x="24" y="167"/>
                    <a:pt x="24" y="166"/>
                    <a:pt x="27" y="164"/>
                  </a:cubicBezTo>
                  <a:cubicBezTo>
                    <a:pt x="29" y="163"/>
                    <a:pt x="25" y="163"/>
                    <a:pt x="25" y="163"/>
                  </a:cubicBezTo>
                  <a:cubicBezTo>
                    <a:pt x="25" y="163"/>
                    <a:pt x="27" y="162"/>
                    <a:pt x="26" y="162"/>
                  </a:cubicBezTo>
                  <a:cubicBezTo>
                    <a:pt x="27" y="162"/>
                    <a:pt x="27" y="163"/>
                    <a:pt x="28" y="163"/>
                  </a:cubicBezTo>
                  <a:cubicBezTo>
                    <a:pt x="29" y="164"/>
                    <a:pt x="30" y="163"/>
                    <a:pt x="31" y="163"/>
                  </a:cubicBezTo>
                  <a:cubicBezTo>
                    <a:pt x="32" y="161"/>
                    <a:pt x="31" y="159"/>
                    <a:pt x="31" y="157"/>
                  </a:cubicBezTo>
                  <a:cubicBezTo>
                    <a:pt x="32" y="155"/>
                    <a:pt x="34" y="154"/>
                    <a:pt x="37" y="153"/>
                  </a:cubicBezTo>
                  <a:cubicBezTo>
                    <a:pt x="38" y="152"/>
                    <a:pt x="39" y="152"/>
                    <a:pt x="40" y="151"/>
                  </a:cubicBezTo>
                  <a:cubicBezTo>
                    <a:pt x="41" y="150"/>
                    <a:pt x="39" y="149"/>
                    <a:pt x="39" y="149"/>
                  </a:cubicBezTo>
                  <a:cubicBezTo>
                    <a:pt x="39" y="148"/>
                    <a:pt x="42" y="147"/>
                    <a:pt x="41" y="145"/>
                  </a:cubicBezTo>
                  <a:cubicBezTo>
                    <a:pt x="40" y="143"/>
                    <a:pt x="36" y="145"/>
                    <a:pt x="35" y="143"/>
                  </a:cubicBezTo>
                  <a:cubicBezTo>
                    <a:pt x="34" y="142"/>
                    <a:pt x="33" y="142"/>
                    <a:pt x="32" y="140"/>
                  </a:cubicBezTo>
                  <a:cubicBezTo>
                    <a:pt x="31" y="138"/>
                    <a:pt x="33" y="135"/>
                    <a:pt x="34" y="134"/>
                  </a:cubicBezTo>
                  <a:cubicBezTo>
                    <a:pt x="36" y="133"/>
                    <a:pt x="37" y="131"/>
                    <a:pt x="39" y="131"/>
                  </a:cubicBezTo>
                  <a:cubicBezTo>
                    <a:pt x="41" y="130"/>
                    <a:pt x="41" y="132"/>
                    <a:pt x="42" y="129"/>
                  </a:cubicBezTo>
                  <a:cubicBezTo>
                    <a:pt x="42" y="127"/>
                    <a:pt x="44" y="126"/>
                    <a:pt x="43" y="124"/>
                  </a:cubicBezTo>
                  <a:cubicBezTo>
                    <a:pt x="42" y="121"/>
                    <a:pt x="47" y="121"/>
                    <a:pt x="48" y="119"/>
                  </a:cubicBezTo>
                  <a:cubicBezTo>
                    <a:pt x="48" y="119"/>
                    <a:pt x="43" y="115"/>
                    <a:pt x="48" y="116"/>
                  </a:cubicBezTo>
                  <a:cubicBezTo>
                    <a:pt x="49" y="117"/>
                    <a:pt x="49" y="118"/>
                    <a:pt x="50" y="118"/>
                  </a:cubicBezTo>
                  <a:cubicBezTo>
                    <a:pt x="52" y="118"/>
                    <a:pt x="52" y="115"/>
                    <a:pt x="51" y="114"/>
                  </a:cubicBezTo>
                  <a:cubicBezTo>
                    <a:pt x="51" y="113"/>
                    <a:pt x="49" y="115"/>
                    <a:pt x="49" y="115"/>
                  </a:cubicBezTo>
                  <a:cubicBezTo>
                    <a:pt x="47" y="115"/>
                    <a:pt x="45" y="114"/>
                    <a:pt x="45" y="113"/>
                  </a:cubicBezTo>
                  <a:cubicBezTo>
                    <a:pt x="45" y="112"/>
                    <a:pt x="43" y="105"/>
                    <a:pt x="45" y="105"/>
                  </a:cubicBezTo>
                  <a:cubicBezTo>
                    <a:pt x="48" y="106"/>
                    <a:pt x="50" y="108"/>
                    <a:pt x="54" y="108"/>
                  </a:cubicBezTo>
                  <a:cubicBezTo>
                    <a:pt x="55" y="108"/>
                    <a:pt x="56" y="107"/>
                    <a:pt x="57" y="107"/>
                  </a:cubicBezTo>
                  <a:cubicBezTo>
                    <a:pt x="59" y="105"/>
                    <a:pt x="57" y="104"/>
                    <a:pt x="58" y="102"/>
                  </a:cubicBezTo>
                  <a:cubicBezTo>
                    <a:pt x="58" y="101"/>
                    <a:pt x="59" y="100"/>
                    <a:pt x="59" y="100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6"/>
                    <a:pt x="58" y="94"/>
                    <a:pt x="59" y="94"/>
                  </a:cubicBezTo>
                  <a:cubicBezTo>
                    <a:pt x="61" y="94"/>
                    <a:pt x="60" y="96"/>
                    <a:pt x="60" y="96"/>
                  </a:cubicBezTo>
                  <a:cubicBezTo>
                    <a:pt x="59" y="95"/>
                    <a:pt x="65" y="95"/>
                    <a:pt x="65" y="95"/>
                  </a:cubicBezTo>
                  <a:cubicBezTo>
                    <a:pt x="69" y="95"/>
                    <a:pt x="72" y="93"/>
                    <a:pt x="76" y="93"/>
                  </a:cubicBezTo>
                  <a:cubicBezTo>
                    <a:pt x="77" y="92"/>
                    <a:pt x="80" y="91"/>
                    <a:pt x="82" y="90"/>
                  </a:cubicBezTo>
                  <a:cubicBezTo>
                    <a:pt x="83" y="89"/>
                    <a:pt x="83" y="88"/>
                    <a:pt x="84" y="87"/>
                  </a:cubicBezTo>
                  <a:cubicBezTo>
                    <a:pt x="85" y="86"/>
                    <a:pt x="86" y="85"/>
                    <a:pt x="87" y="83"/>
                  </a:cubicBezTo>
                  <a:cubicBezTo>
                    <a:pt x="87" y="80"/>
                    <a:pt x="85" y="80"/>
                    <a:pt x="83" y="78"/>
                  </a:cubicBezTo>
                  <a:cubicBezTo>
                    <a:pt x="82" y="76"/>
                    <a:pt x="85" y="75"/>
                    <a:pt x="83" y="73"/>
                  </a:cubicBezTo>
                  <a:cubicBezTo>
                    <a:pt x="82" y="72"/>
                    <a:pt x="78" y="71"/>
                    <a:pt x="78" y="69"/>
                  </a:cubicBezTo>
                  <a:cubicBezTo>
                    <a:pt x="78" y="69"/>
                    <a:pt x="78" y="68"/>
                    <a:pt x="79" y="68"/>
                  </a:cubicBezTo>
                  <a:cubicBezTo>
                    <a:pt x="79" y="67"/>
                    <a:pt x="78" y="67"/>
                    <a:pt x="78" y="66"/>
                  </a:cubicBezTo>
                  <a:cubicBezTo>
                    <a:pt x="78" y="65"/>
                    <a:pt x="77" y="63"/>
                    <a:pt x="78" y="62"/>
                  </a:cubicBezTo>
                  <a:cubicBezTo>
                    <a:pt x="79" y="61"/>
                    <a:pt x="77" y="63"/>
                    <a:pt x="78" y="6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4" name="Freeform 631">
              <a:extLst>
                <a:ext uri="{FF2B5EF4-FFF2-40B4-BE49-F238E27FC236}">
                  <a16:creationId xmlns:a16="http://schemas.microsoft.com/office/drawing/2014/main" id="{33A9B053-1401-AE38-A2B1-EC7995909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820" y="7568648"/>
              <a:ext cx="255384" cy="299807"/>
            </a:xfrm>
            <a:custGeom>
              <a:avLst/>
              <a:gdLst>
                <a:gd name="T0" fmla="*/ 15 w 22"/>
                <a:gd name="T1" fmla="*/ 23 h 24"/>
                <a:gd name="T2" fmla="*/ 19 w 22"/>
                <a:gd name="T3" fmla="*/ 24 h 24"/>
                <a:gd name="T4" fmla="*/ 19 w 22"/>
                <a:gd name="T5" fmla="*/ 17 h 24"/>
                <a:gd name="T6" fmla="*/ 20 w 22"/>
                <a:gd name="T7" fmla="*/ 10 h 24"/>
                <a:gd name="T8" fmla="*/ 21 w 22"/>
                <a:gd name="T9" fmla="*/ 7 h 24"/>
                <a:gd name="T10" fmla="*/ 22 w 22"/>
                <a:gd name="T11" fmla="*/ 3 h 24"/>
                <a:gd name="T12" fmla="*/ 17 w 22"/>
                <a:gd name="T13" fmla="*/ 4 h 24"/>
                <a:gd name="T14" fmla="*/ 12 w 22"/>
                <a:gd name="T15" fmla="*/ 5 h 24"/>
                <a:gd name="T16" fmla="*/ 9 w 22"/>
                <a:gd name="T17" fmla="*/ 8 h 24"/>
                <a:gd name="T18" fmla="*/ 4 w 22"/>
                <a:gd name="T19" fmla="*/ 9 h 24"/>
                <a:gd name="T20" fmla="*/ 3 w 22"/>
                <a:gd name="T21" fmla="*/ 12 h 24"/>
                <a:gd name="T22" fmla="*/ 0 w 22"/>
                <a:gd name="T23" fmla="*/ 13 h 24"/>
                <a:gd name="T24" fmla="*/ 6 w 22"/>
                <a:gd name="T25" fmla="*/ 19 h 24"/>
                <a:gd name="T26" fmla="*/ 11 w 22"/>
                <a:gd name="T27" fmla="*/ 22 h 24"/>
                <a:gd name="T28" fmla="*/ 15 w 22"/>
                <a:gd name="T29" fmla="*/ 23 h 24"/>
                <a:gd name="T30" fmla="*/ 15 w 22"/>
                <a:gd name="T31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" h="24">
                  <a:moveTo>
                    <a:pt x="15" y="23"/>
                  </a:moveTo>
                  <a:cubicBezTo>
                    <a:pt x="16" y="24"/>
                    <a:pt x="17" y="24"/>
                    <a:pt x="19" y="24"/>
                  </a:cubicBezTo>
                  <a:cubicBezTo>
                    <a:pt x="17" y="21"/>
                    <a:pt x="19" y="20"/>
                    <a:pt x="19" y="17"/>
                  </a:cubicBezTo>
                  <a:cubicBezTo>
                    <a:pt x="19" y="15"/>
                    <a:pt x="20" y="12"/>
                    <a:pt x="20" y="10"/>
                  </a:cubicBezTo>
                  <a:cubicBezTo>
                    <a:pt x="20" y="9"/>
                    <a:pt x="21" y="8"/>
                    <a:pt x="21" y="7"/>
                  </a:cubicBezTo>
                  <a:cubicBezTo>
                    <a:pt x="22" y="6"/>
                    <a:pt x="21" y="5"/>
                    <a:pt x="22" y="3"/>
                  </a:cubicBezTo>
                  <a:cubicBezTo>
                    <a:pt x="22" y="0"/>
                    <a:pt x="18" y="4"/>
                    <a:pt x="17" y="4"/>
                  </a:cubicBezTo>
                  <a:cubicBezTo>
                    <a:pt x="15" y="4"/>
                    <a:pt x="14" y="3"/>
                    <a:pt x="12" y="5"/>
                  </a:cubicBezTo>
                  <a:cubicBezTo>
                    <a:pt x="12" y="5"/>
                    <a:pt x="10" y="9"/>
                    <a:pt x="9" y="8"/>
                  </a:cubicBezTo>
                  <a:cubicBezTo>
                    <a:pt x="7" y="8"/>
                    <a:pt x="6" y="8"/>
                    <a:pt x="4" y="9"/>
                  </a:cubicBezTo>
                  <a:cubicBezTo>
                    <a:pt x="4" y="10"/>
                    <a:pt x="4" y="12"/>
                    <a:pt x="3" y="12"/>
                  </a:cubicBezTo>
                  <a:cubicBezTo>
                    <a:pt x="3" y="13"/>
                    <a:pt x="1" y="13"/>
                    <a:pt x="0" y="13"/>
                  </a:cubicBezTo>
                  <a:cubicBezTo>
                    <a:pt x="2" y="15"/>
                    <a:pt x="4" y="18"/>
                    <a:pt x="6" y="19"/>
                  </a:cubicBezTo>
                  <a:cubicBezTo>
                    <a:pt x="7" y="21"/>
                    <a:pt x="9" y="22"/>
                    <a:pt x="11" y="22"/>
                  </a:cubicBezTo>
                  <a:cubicBezTo>
                    <a:pt x="12" y="22"/>
                    <a:pt x="14" y="22"/>
                    <a:pt x="15" y="23"/>
                  </a:cubicBezTo>
                  <a:cubicBezTo>
                    <a:pt x="16" y="23"/>
                    <a:pt x="15" y="22"/>
                    <a:pt x="15" y="2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5" name="Freeform 632">
              <a:extLst>
                <a:ext uri="{FF2B5EF4-FFF2-40B4-BE49-F238E27FC236}">
                  <a16:creationId xmlns:a16="http://schemas.microsoft.com/office/drawing/2014/main" id="{DF2B8E6B-CC9A-DEF2-9C9A-B3CF73DB4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2630" y="7843115"/>
              <a:ext cx="199515" cy="185795"/>
            </a:xfrm>
            <a:custGeom>
              <a:avLst/>
              <a:gdLst>
                <a:gd name="T0" fmla="*/ 16 w 17"/>
                <a:gd name="T1" fmla="*/ 10 h 15"/>
                <a:gd name="T2" fmla="*/ 17 w 17"/>
                <a:gd name="T3" fmla="*/ 8 h 15"/>
                <a:gd name="T4" fmla="*/ 15 w 17"/>
                <a:gd name="T5" fmla="*/ 6 h 15"/>
                <a:gd name="T6" fmla="*/ 12 w 17"/>
                <a:gd name="T7" fmla="*/ 2 h 15"/>
                <a:gd name="T8" fmla="*/ 8 w 17"/>
                <a:gd name="T9" fmla="*/ 1 h 15"/>
                <a:gd name="T10" fmla="*/ 3 w 17"/>
                <a:gd name="T11" fmla="*/ 0 h 15"/>
                <a:gd name="T12" fmla="*/ 3 w 17"/>
                <a:gd name="T13" fmla="*/ 6 h 15"/>
                <a:gd name="T14" fmla="*/ 6 w 17"/>
                <a:gd name="T15" fmla="*/ 7 h 15"/>
                <a:gd name="T16" fmla="*/ 4 w 17"/>
                <a:gd name="T17" fmla="*/ 5 h 15"/>
                <a:gd name="T18" fmla="*/ 7 w 17"/>
                <a:gd name="T19" fmla="*/ 7 h 15"/>
                <a:gd name="T20" fmla="*/ 11 w 17"/>
                <a:gd name="T21" fmla="*/ 10 h 15"/>
                <a:gd name="T22" fmla="*/ 14 w 17"/>
                <a:gd name="T23" fmla="*/ 14 h 15"/>
                <a:gd name="T24" fmla="*/ 16 w 17"/>
                <a:gd name="T25" fmla="*/ 10 h 15"/>
                <a:gd name="T26" fmla="*/ 16 w 17"/>
                <a:gd name="T27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5">
                  <a:moveTo>
                    <a:pt x="16" y="10"/>
                  </a:moveTo>
                  <a:cubicBezTo>
                    <a:pt x="16" y="9"/>
                    <a:pt x="16" y="8"/>
                    <a:pt x="17" y="8"/>
                  </a:cubicBezTo>
                  <a:cubicBezTo>
                    <a:pt x="16" y="7"/>
                    <a:pt x="16" y="6"/>
                    <a:pt x="15" y="6"/>
                  </a:cubicBezTo>
                  <a:cubicBezTo>
                    <a:pt x="14" y="5"/>
                    <a:pt x="13" y="2"/>
                    <a:pt x="12" y="2"/>
                  </a:cubicBezTo>
                  <a:cubicBezTo>
                    <a:pt x="10" y="2"/>
                    <a:pt x="9" y="2"/>
                    <a:pt x="8" y="1"/>
                  </a:cubicBezTo>
                  <a:cubicBezTo>
                    <a:pt x="7" y="0"/>
                    <a:pt x="4" y="0"/>
                    <a:pt x="3" y="0"/>
                  </a:cubicBezTo>
                  <a:cubicBezTo>
                    <a:pt x="4" y="1"/>
                    <a:pt x="0" y="6"/>
                    <a:pt x="3" y="6"/>
                  </a:cubicBezTo>
                  <a:cubicBezTo>
                    <a:pt x="4" y="6"/>
                    <a:pt x="4" y="8"/>
                    <a:pt x="6" y="7"/>
                  </a:cubicBezTo>
                  <a:cubicBezTo>
                    <a:pt x="7" y="6"/>
                    <a:pt x="4" y="5"/>
                    <a:pt x="4" y="5"/>
                  </a:cubicBezTo>
                  <a:cubicBezTo>
                    <a:pt x="5" y="5"/>
                    <a:pt x="7" y="6"/>
                    <a:pt x="7" y="7"/>
                  </a:cubicBezTo>
                  <a:cubicBezTo>
                    <a:pt x="8" y="9"/>
                    <a:pt x="10" y="8"/>
                    <a:pt x="11" y="10"/>
                  </a:cubicBezTo>
                  <a:cubicBezTo>
                    <a:pt x="12" y="11"/>
                    <a:pt x="12" y="13"/>
                    <a:pt x="14" y="14"/>
                  </a:cubicBezTo>
                  <a:cubicBezTo>
                    <a:pt x="17" y="15"/>
                    <a:pt x="17" y="12"/>
                    <a:pt x="16" y="10"/>
                  </a:cubicBezTo>
                  <a:cubicBezTo>
                    <a:pt x="16" y="9"/>
                    <a:pt x="16" y="11"/>
                    <a:pt x="16" y="1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6" name="Freeform 633">
              <a:extLst>
                <a:ext uri="{FF2B5EF4-FFF2-40B4-BE49-F238E27FC236}">
                  <a16:creationId xmlns:a16="http://schemas.microsoft.com/office/drawing/2014/main" id="{FF2BE705-EEB6-3403-F61E-9E365862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9168" y="7631985"/>
              <a:ext cx="131681" cy="109792"/>
            </a:xfrm>
            <a:custGeom>
              <a:avLst/>
              <a:gdLst>
                <a:gd name="T0" fmla="*/ 4 w 11"/>
                <a:gd name="T1" fmla="*/ 1 h 9"/>
                <a:gd name="T2" fmla="*/ 4 w 11"/>
                <a:gd name="T3" fmla="*/ 0 h 9"/>
                <a:gd name="T4" fmla="*/ 0 w 11"/>
                <a:gd name="T5" fmla="*/ 4 h 9"/>
                <a:gd name="T6" fmla="*/ 11 w 11"/>
                <a:gd name="T7" fmla="*/ 5 h 9"/>
                <a:gd name="T8" fmla="*/ 4 w 11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9">
                  <a:moveTo>
                    <a:pt x="4" y="1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1" y="3"/>
                    <a:pt x="0" y="4"/>
                  </a:cubicBezTo>
                  <a:cubicBezTo>
                    <a:pt x="2" y="5"/>
                    <a:pt x="11" y="9"/>
                    <a:pt x="11" y="5"/>
                  </a:cubicBezTo>
                  <a:cubicBezTo>
                    <a:pt x="11" y="2"/>
                    <a:pt x="6" y="3"/>
                    <a:pt x="4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7" name="Freeform 634">
              <a:extLst>
                <a:ext uri="{FF2B5EF4-FFF2-40B4-BE49-F238E27FC236}">
                  <a16:creationId xmlns:a16="http://schemas.microsoft.com/office/drawing/2014/main" id="{1C189ED9-A3A4-8770-151B-D81E06AB2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9506" y="7408190"/>
              <a:ext cx="235434" cy="287137"/>
            </a:xfrm>
            <a:custGeom>
              <a:avLst/>
              <a:gdLst>
                <a:gd name="T0" fmla="*/ 16 w 20"/>
                <a:gd name="T1" fmla="*/ 16 h 23"/>
                <a:gd name="T2" fmla="*/ 20 w 20"/>
                <a:gd name="T3" fmla="*/ 12 h 23"/>
                <a:gd name="T4" fmla="*/ 16 w 20"/>
                <a:gd name="T5" fmla="*/ 8 h 23"/>
                <a:gd name="T6" fmla="*/ 16 w 20"/>
                <a:gd name="T7" fmla="*/ 1 h 23"/>
                <a:gd name="T8" fmla="*/ 8 w 20"/>
                <a:gd name="T9" fmla="*/ 1 h 23"/>
                <a:gd name="T10" fmla="*/ 7 w 20"/>
                <a:gd name="T11" fmla="*/ 6 h 23"/>
                <a:gd name="T12" fmla="*/ 8 w 20"/>
                <a:gd name="T13" fmla="*/ 10 h 23"/>
                <a:gd name="T14" fmla="*/ 4 w 20"/>
                <a:gd name="T15" fmla="*/ 10 h 23"/>
                <a:gd name="T16" fmla="*/ 2 w 20"/>
                <a:gd name="T17" fmla="*/ 15 h 23"/>
                <a:gd name="T18" fmla="*/ 12 w 20"/>
                <a:gd name="T19" fmla="*/ 21 h 23"/>
                <a:gd name="T20" fmla="*/ 16 w 20"/>
                <a:gd name="T21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3">
                  <a:moveTo>
                    <a:pt x="16" y="16"/>
                  </a:moveTo>
                  <a:cubicBezTo>
                    <a:pt x="16" y="14"/>
                    <a:pt x="19" y="13"/>
                    <a:pt x="20" y="12"/>
                  </a:cubicBezTo>
                  <a:cubicBezTo>
                    <a:pt x="17" y="11"/>
                    <a:pt x="16" y="11"/>
                    <a:pt x="16" y="8"/>
                  </a:cubicBezTo>
                  <a:cubicBezTo>
                    <a:pt x="16" y="7"/>
                    <a:pt x="17" y="2"/>
                    <a:pt x="16" y="1"/>
                  </a:cubicBezTo>
                  <a:cubicBezTo>
                    <a:pt x="15" y="0"/>
                    <a:pt x="10" y="1"/>
                    <a:pt x="8" y="1"/>
                  </a:cubicBezTo>
                  <a:cubicBezTo>
                    <a:pt x="6" y="1"/>
                    <a:pt x="6" y="4"/>
                    <a:pt x="7" y="6"/>
                  </a:cubicBezTo>
                  <a:cubicBezTo>
                    <a:pt x="8" y="7"/>
                    <a:pt x="12" y="10"/>
                    <a:pt x="8" y="10"/>
                  </a:cubicBezTo>
                  <a:cubicBezTo>
                    <a:pt x="7" y="10"/>
                    <a:pt x="5" y="10"/>
                    <a:pt x="4" y="10"/>
                  </a:cubicBezTo>
                  <a:cubicBezTo>
                    <a:pt x="2" y="10"/>
                    <a:pt x="2" y="14"/>
                    <a:pt x="2" y="15"/>
                  </a:cubicBezTo>
                  <a:cubicBezTo>
                    <a:pt x="0" y="21"/>
                    <a:pt x="8" y="20"/>
                    <a:pt x="12" y="21"/>
                  </a:cubicBezTo>
                  <a:cubicBezTo>
                    <a:pt x="13" y="23"/>
                    <a:pt x="16" y="17"/>
                    <a:pt x="16" y="1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8" name="Freeform 635">
              <a:extLst>
                <a:ext uri="{FF2B5EF4-FFF2-40B4-BE49-F238E27FC236}">
                  <a16:creationId xmlns:a16="http://schemas.microsoft.com/office/drawing/2014/main" id="{DA3B18D2-9E45-41CA-64C0-4E5727A0C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961" y="6428535"/>
              <a:ext cx="1751758" cy="1190785"/>
            </a:xfrm>
            <a:custGeom>
              <a:avLst/>
              <a:gdLst>
                <a:gd name="T0" fmla="*/ 132 w 150"/>
                <a:gd name="T1" fmla="*/ 88 h 96"/>
                <a:gd name="T2" fmla="*/ 130 w 150"/>
                <a:gd name="T3" fmla="*/ 80 h 96"/>
                <a:gd name="T4" fmla="*/ 144 w 150"/>
                <a:gd name="T5" fmla="*/ 78 h 96"/>
                <a:gd name="T6" fmla="*/ 146 w 150"/>
                <a:gd name="T7" fmla="*/ 68 h 96"/>
                <a:gd name="T8" fmla="*/ 146 w 150"/>
                <a:gd name="T9" fmla="*/ 61 h 96"/>
                <a:gd name="T10" fmla="*/ 132 w 150"/>
                <a:gd name="T11" fmla="*/ 64 h 96"/>
                <a:gd name="T12" fmla="*/ 126 w 150"/>
                <a:gd name="T13" fmla="*/ 76 h 96"/>
                <a:gd name="T14" fmla="*/ 110 w 150"/>
                <a:gd name="T15" fmla="*/ 76 h 96"/>
                <a:gd name="T16" fmla="*/ 102 w 150"/>
                <a:gd name="T17" fmla="*/ 69 h 96"/>
                <a:gd name="T18" fmla="*/ 96 w 150"/>
                <a:gd name="T19" fmla="*/ 51 h 96"/>
                <a:gd name="T20" fmla="*/ 98 w 150"/>
                <a:gd name="T21" fmla="*/ 38 h 96"/>
                <a:gd name="T22" fmla="*/ 90 w 150"/>
                <a:gd name="T23" fmla="*/ 35 h 96"/>
                <a:gd name="T24" fmla="*/ 82 w 150"/>
                <a:gd name="T25" fmla="*/ 24 h 96"/>
                <a:gd name="T26" fmla="*/ 75 w 150"/>
                <a:gd name="T27" fmla="*/ 17 h 96"/>
                <a:gd name="T28" fmla="*/ 68 w 150"/>
                <a:gd name="T29" fmla="*/ 20 h 96"/>
                <a:gd name="T30" fmla="*/ 59 w 150"/>
                <a:gd name="T31" fmla="*/ 10 h 96"/>
                <a:gd name="T32" fmla="*/ 45 w 150"/>
                <a:gd name="T33" fmla="*/ 6 h 96"/>
                <a:gd name="T34" fmla="*/ 29 w 150"/>
                <a:gd name="T35" fmla="*/ 8 h 96"/>
                <a:gd name="T36" fmla="*/ 13 w 150"/>
                <a:gd name="T37" fmla="*/ 1 h 96"/>
                <a:gd name="T38" fmla="*/ 7 w 150"/>
                <a:gd name="T39" fmla="*/ 16 h 96"/>
                <a:gd name="T40" fmla="*/ 15 w 150"/>
                <a:gd name="T41" fmla="*/ 28 h 96"/>
                <a:gd name="T42" fmla="*/ 15 w 150"/>
                <a:gd name="T43" fmla="*/ 32 h 96"/>
                <a:gd name="T44" fmla="*/ 25 w 150"/>
                <a:gd name="T45" fmla="*/ 38 h 96"/>
                <a:gd name="T46" fmla="*/ 26 w 150"/>
                <a:gd name="T47" fmla="*/ 44 h 96"/>
                <a:gd name="T48" fmla="*/ 36 w 150"/>
                <a:gd name="T49" fmla="*/ 53 h 96"/>
                <a:gd name="T50" fmla="*/ 36 w 150"/>
                <a:gd name="T51" fmla="*/ 47 h 96"/>
                <a:gd name="T52" fmla="*/ 32 w 150"/>
                <a:gd name="T53" fmla="*/ 42 h 96"/>
                <a:gd name="T54" fmla="*/ 26 w 150"/>
                <a:gd name="T55" fmla="*/ 32 h 96"/>
                <a:gd name="T56" fmla="*/ 20 w 150"/>
                <a:gd name="T57" fmla="*/ 23 h 96"/>
                <a:gd name="T58" fmla="*/ 13 w 150"/>
                <a:gd name="T59" fmla="*/ 16 h 96"/>
                <a:gd name="T60" fmla="*/ 11 w 150"/>
                <a:gd name="T61" fmla="*/ 5 h 96"/>
                <a:gd name="T62" fmla="*/ 15 w 150"/>
                <a:gd name="T63" fmla="*/ 7 h 96"/>
                <a:gd name="T64" fmla="*/ 20 w 150"/>
                <a:gd name="T65" fmla="*/ 9 h 96"/>
                <a:gd name="T66" fmla="*/ 23 w 150"/>
                <a:gd name="T67" fmla="*/ 19 h 96"/>
                <a:gd name="T68" fmla="*/ 23 w 150"/>
                <a:gd name="T69" fmla="*/ 20 h 96"/>
                <a:gd name="T70" fmla="*/ 32 w 150"/>
                <a:gd name="T71" fmla="*/ 27 h 96"/>
                <a:gd name="T72" fmla="*/ 36 w 150"/>
                <a:gd name="T73" fmla="*/ 33 h 96"/>
                <a:gd name="T74" fmla="*/ 38 w 150"/>
                <a:gd name="T75" fmla="*/ 38 h 96"/>
                <a:gd name="T76" fmla="*/ 46 w 150"/>
                <a:gd name="T77" fmla="*/ 45 h 96"/>
                <a:gd name="T78" fmla="*/ 54 w 150"/>
                <a:gd name="T79" fmla="*/ 53 h 96"/>
                <a:gd name="T80" fmla="*/ 56 w 150"/>
                <a:gd name="T81" fmla="*/ 59 h 96"/>
                <a:gd name="T82" fmla="*/ 58 w 150"/>
                <a:gd name="T83" fmla="*/ 65 h 96"/>
                <a:gd name="T84" fmla="*/ 60 w 150"/>
                <a:gd name="T85" fmla="*/ 72 h 96"/>
                <a:gd name="T86" fmla="*/ 68 w 150"/>
                <a:gd name="T87" fmla="*/ 77 h 96"/>
                <a:gd name="T88" fmla="*/ 89 w 150"/>
                <a:gd name="T89" fmla="*/ 86 h 96"/>
                <a:gd name="T90" fmla="*/ 113 w 150"/>
                <a:gd name="T91" fmla="*/ 88 h 96"/>
                <a:gd name="T92" fmla="*/ 126 w 150"/>
                <a:gd name="T93" fmla="*/ 8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0" h="96">
                  <a:moveTo>
                    <a:pt x="126" y="89"/>
                  </a:moveTo>
                  <a:cubicBezTo>
                    <a:pt x="127" y="89"/>
                    <a:pt x="134" y="90"/>
                    <a:pt x="132" y="88"/>
                  </a:cubicBezTo>
                  <a:cubicBezTo>
                    <a:pt x="131" y="86"/>
                    <a:pt x="129" y="85"/>
                    <a:pt x="128" y="83"/>
                  </a:cubicBezTo>
                  <a:cubicBezTo>
                    <a:pt x="128" y="83"/>
                    <a:pt x="129" y="80"/>
                    <a:pt x="130" y="80"/>
                  </a:cubicBezTo>
                  <a:cubicBezTo>
                    <a:pt x="131" y="79"/>
                    <a:pt x="136" y="80"/>
                    <a:pt x="138" y="80"/>
                  </a:cubicBezTo>
                  <a:cubicBezTo>
                    <a:pt x="141" y="80"/>
                    <a:pt x="140" y="75"/>
                    <a:pt x="144" y="78"/>
                  </a:cubicBezTo>
                  <a:cubicBezTo>
                    <a:pt x="145" y="76"/>
                    <a:pt x="146" y="75"/>
                    <a:pt x="146" y="73"/>
                  </a:cubicBezTo>
                  <a:cubicBezTo>
                    <a:pt x="146" y="71"/>
                    <a:pt x="145" y="69"/>
                    <a:pt x="146" y="68"/>
                  </a:cubicBezTo>
                  <a:cubicBezTo>
                    <a:pt x="147" y="66"/>
                    <a:pt x="150" y="64"/>
                    <a:pt x="150" y="63"/>
                  </a:cubicBezTo>
                  <a:cubicBezTo>
                    <a:pt x="149" y="61"/>
                    <a:pt x="148" y="61"/>
                    <a:pt x="146" y="61"/>
                  </a:cubicBezTo>
                  <a:cubicBezTo>
                    <a:pt x="143" y="61"/>
                    <a:pt x="139" y="61"/>
                    <a:pt x="136" y="62"/>
                  </a:cubicBezTo>
                  <a:cubicBezTo>
                    <a:pt x="134" y="62"/>
                    <a:pt x="133" y="63"/>
                    <a:pt x="132" y="64"/>
                  </a:cubicBezTo>
                  <a:cubicBezTo>
                    <a:pt x="131" y="66"/>
                    <a:pt x="132" y="68"/>
                    <a:pt x="131" y="70"/>
                  </a:cubicBezTo>
                  <a:cubicBezTo>
                    <a:pt x="131" y="71"/>
                    <a:pt x="126" y="76"/>
                    <a:pt x="126" y="76"/>
                  </a:cubicBezTo>
                  <a:cubicBezTo>
                    <a:pt x="122" y="75"/>
                    <a:pt x="118" y="76"/>
                    <a:pt x="114" y="78"/>
                  </a:cubicBezTo>
                  <a:cubicBezTo>
                    <a:pt x="112" y="78"/>
                    <a:pt x="111" y="77"/>
                    <a:pt x="110" y="76"/>
                  </a:cubicBezTo>
                  <a:cubicBezTo>
                    <a:pt x="109" y="75"/>
                    <a:pt x="107" y="75"/>
                    <a:pt x="105" y="74"/>
                  </a:cubicBezTo>
                  <a:cubicBezTo>
                    <a:pt x="103" y="74"/>
                    <a:pt x="103" y="71"/>
                    <a:pt x="102" y="69"/>
                  </a:cubicBezTo>
                  <a:cubicBezTo>
                    <a:pt x="101" y="67"/>
                    <a:pt x="99" y="66"/>
                    <a:pt x="98" y="64"/>
                  </a:cubicBezTo>
                  <a:cubicBezTo>
                    <a:pt x="97" y="60"/>
                    <a:pt x="95" y="55"/>
                    <a:pt x="96" y="51"/>
                  </a:cubicBezTo>
                  <a:cubicBezTo>
                    <a:pt x="96" y="48"/>
                    <a:pt x="95" y="44"/>
                    <a:pt x="97" y="41"/>
                  </a:cubicBezTo>
                  <a:cubicBezTo>
                    <a:pt x="98" y="40"/>
                    <a:pt x="98" y="39"/>
                    <a:pt x="98" y="38"/>
                  </a:cubicBezTo>
                  <a:cubicBezTo>
                    <a:pt x="99" y="36"/>
                    <a:pt x="97" y="37"/>
                    <a:pt x="96" y="36"/>
                  </a:cubicBezTo>
                  <a:cubicBezTo>
                    <a:pt x="94" y="36"/>
                    <a:pt x="92" y="35"/>
                    <a:pt x="90" y="35"/>
                  </a:cubicBezTo>
                  <a:cubicBezTo>
                    <a:pt x="89" y="34"/>
                    <a:pt x="87" y="32"/>
                    <a:pt x="87" y="30"/>
                  </a:cubicBezTo>
                  <a:cubicBezTo>
                    <a:pt x="87" y="27"/>
                    <a:pt x="84" y="26"/>
                    <a:pt x="82" y="24"/>
                  </a:cubicBezTo>
                  <a:cubicBezTo>
                    <a:pt x="81" y="22"/>
                    <a:pt x="81" y="20"/>
                    <a:pt x="80" y="18"/>
                  </a:cubicBezTo>
                  <a:cubicBezTo>
                    <a:pt x="79" y="17"/>
                    <a:pt x="77" y="17"/>
                    <a:pt x="75" y="17"/>
                  </a:cubicBezTo>
                  <a:cubicBezTo>
                    <a:pt x="74" y="16"/>
                    <a:pt x="72" y="16"/>
                    <a:pt x="71" y="17"/>
                  </a:cubicBezTo>
                  <a:cubicBezTo>
                    <a:pt x="71" y="18"/>
                    <a:pt x="70" y="20"/>
                    <a:pt x="68" y="20"/>
                  </a:cubicBezTo>
                  <a:cubicBezTo>
                    <a:pt x="66" y="20"/>
                    <a:pt x="63" y="18"/>
                    <a:pt x="62" y="16"/>
                  </a:cubicBezTo>
                  <a:cubicBezTo>
                    <a:pt x="61" y="13"/>
                    <a:pt x="61" y="12"/>
                    <a:pt x="59" y="10"/>
                  </a:cubicBezTo>
                  <a:cubicBezTo>
                    <a:pt x="57" y="9"/>
                    <a:pt x="54" y="6"/>
                    <a:pt x="52" y="6"/>
                  </a:cubicBezTo>
                  <a:cubicBezTo>
                    <a:pt x="51" y="5"/>
                    <a:pt x="45" y="5"/>
                    <a:pt x="45" y="6"/>
                  </a:cubicBezTo>
                  <a:cubicBezTo>
                    <a:pt x="43" y="9"/>
                    <a:pt x="42" y="8"/>
                    <a:pt x="39" y="8"/>
                  </a:cubicBezTo>
                  <a:cubicBezTo>
                    <a:pt x="35" y="8"/>
                    <a:pt x="32" y="8"/>
                    <a:pt x="29" y="8"/>
                  </a:cubicBezTo>
                  <a:cubicBezTo>
                    <a:pt x="28" y="8"/>
                    <a:pt x="25" y="6"/>
                    <a:pt x="23" y="5"/>
                  </a:cubicBezTo>
                  <a:cubicBezTo>
                    <a:pt x="20" y="4"/>
                    <a:pt x="17" y="3"/>
                    <a:pt x="13" y="1"/>
                  </a:cubicBezTo>
                  <a:cubicBezTo>
                    <a:pt x="9" y="0"/>
                    <a:pt x="4" y="1"/>
                    <a:pt x="0" y="2"/>
                  </a:cubicBezTo>
                  <a:cubicBezTo>
                    <a:pt x="1" y="7"/>
                    <a:pt x="5" y="11"/>
                    <a:pt x="7" y="16"/>
                  </a:cubicBezTo>
                  <a:cubicBezTo>
                    <a:pt x="8" y="18"/>
                    <a:pt x="11" y="20"/>
                    <a:pt x="13" y="21"/>
                  </a:cubicBezTo>
                  <a:cubicBezTo>
                    <a:pt x="14" y="23"/>
                    <a:pt x="16" y="26"/>
                    <a:pt x="15" y="28"/>
                  </a:cubicBezTo>
                  <a:cubicBezTo>
                    <a:pt x="15" y="28"/>
                    <a:pt x="8" y="26"/>
                    <a:pt x="12" y="29"/>
                  </a:cubicBezTo>
                  <a:cubicBezTo>
                    <a:pt x="13" y="30"/>
                    <a:pt x="14" y="31"/>
                    <a:pt x="15" y="32"/>
                  </a:cubicBezTo>
                  <a:cubicBezTo>
                    <a:pt x="17" y="32"/>
                    <a:pt x="18" y="32"/>
                    <a:pt x="19" y="33"/>
                  </a:cubicBezTo>
                  <a:cubicBezTo>
                    <a:pt x="21" y="34"/>
                    <a:pt x="23" y="36"/>
                    <a:pt x="25" y="38"/>
                  </a:cubicBezTo>
                  <a:cubicBezTo>
                    <a:pt x="26" y="39"/>
                    <a:pt x="25" y="41"/>
                    <a:pt x="24" y="42"/>
                  </a:cubicBezTo>
                  <a:cubicBezTo>
                    <a:pt x="23" y="43"/>
                    <a:pt x="25" y="44"/>
                    <a:pt x="26" y="44"/>
                  </a:cubicBezTo>
                  <a:cubicBezTo>
                    <a:pt x="29" y="46"/>
                    <a:pt x="31" y="48"/>
                    <a:pt x="33" y="50"/>
                  </a:cubicBezTo>
                  <a:cubicBezTo>
                    <a:pt x="34" y="51"/>
                    <a:pt x="35" y="53"/>
                    <a:pt x="36" y="53"/>
                  </a:cubicBezTo>
                  <a:cubicBezTo>
                    <a:pt x="37" y="53"/>
                    <a:pt x="38" y="51"/>
                    <a:pt x="37" y="50"/>
                  </a:cubicBezTo>
                  <a:cubicBezTo>
                    <a:pt x="37" y="49"/>
                    <a:pt x="36" y="48"/>
                    <a:pt x="36" y="47"/>
                  </a:cubicBezTo>
                  <a:cubicBezTo>
                    <a:pt x="35" y="46"/>
                    <a:pt x="33" y="47"/>
                    <a:pt x="32" y="46"/>
                  </a:cubicBezTo>
                  <a:cubicBezTo>
                    <a:pt x="30" y="44"/>
                    <a:pt x="32" y="44"/>
                    <a:pt x="32" y="42"/>
                  </a:cubicBezTo>
                  <a:cubicBezTo>
                    <a:pt x="32" y="42"/>
                    <a:pt x="30" y="40"/>
                    <a:pt x="30" y="39"/>
                  </a:cubicBezTo>
                  <a:cubicBezTo>
                    <a:pt x="28" y="37"/>
                    <a:pt x="28" y="34"/>
                    <a:pt x="26" y="32"/>
                  </a:cubicBezTo>
                  <a:cubicBezTo>
                    <a:pt x="24" y="31"/>
                    <a:pt x="22" y="29"/>
                    <a:pt x="21" y="27"/>
                  </a:cubicBezTo>
                  <a:cubicBezTo>
                    <a:pt x="21" y="26"/>
                    <a:pt x="21" y="24"/>
                    <a:pt x="20" y="23"/>
                  </a:cubicBezTo>
                  <a:cubicBezTo>
                    <a:pt x="19" y="22"/>
                    <a:pt x="18" y="21"/>
                    <a:pt x="17" y="20"/>
                  </a:cubicBezTo>
                  <a:cubicBezTo>
                    <a:pt x="16" y="18"/>
                    <a:pt x="15" y="17"/>
                    <a:pt x="13" y="16"/>
                  </a:cubicBezTo>
                  <a:cubicBezTo>
                    <a:pt x="12" y="15"/>
                    <a:pt x="12" y="13"/>
                    <a:pt x="12" y="12"/>
                  </a:cubicBezTo>
                  <a:cubicBezTo>
                    <a:pt x="12" y="11"/>
                    <a:pt x="10" y="6"/>
                    <a:pt x="11" y="5"/>
                  </a:cubicBezTo>
                  <a:cubicBezTo>
                    <a:pt x="12" y="4"/>
                    <a:pt x="13" y="7"/>
                    <a:pt x="1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6"/>
                    <a:pt x="17" y="7"/>
                    <a:pt x="18" y="8"/>
                  </a:cubicBezTo>
                  <a:cubicBezTo>
                    <a:pt x="19" y="8"/>
                    <a:pt x="20" y="8"/>
                    <a:pt x="20" y="9"/>
                  </a:cubicBezTo>
                  <a:cubicBezTo>
                    <a:pt x="20" y="11"/>
                    <a:pt x="21" y="13"/>
                    <a:pt x="22" y="15"/>
                  </a:cubicBezTo>
                  <a:cubicBezTo>
                    <a:pt x="22" y="16"/>
                    <a:pt x="23" y="18"/>
                    <a:pt x="23" y="19"/>
                  </a:cubicBezTo>
                  <a:cubicBezTo>
                    <a:pt x="23" y="20"/>
                    <a:pt x="22" y="21"/>
                    <a:pt x="22" y="22"/>
                  </a:cubicBezTo>
                  <a:cubicBezTo>
                    <a:pt x="23" y="22"/>
                    <a:pt x="23" y="20"/>
                    <a:pt x="23" y="20"/>
                  </a:cubicBezTo>
                  <a:cubicBezTo>
                    <a:pt x="24" y="19"/>
                    <a:pt x="25" y="22"/>
                    <a:pt x="26" y="22"/>
                  </a:cubicBezTo>
                  <a:cubicBezTo>
                    <a:pt x="27" y="23"/>
                    <a:pt x="32" y="26"/>
                    <a:pt x="32" y="27"/>
                  </a:cubicBezTo>
                  <a:cubicBezTo>
                    <a:pt x="32" y="29"/>
                    <a:pt x="33" y="30"/>
                    <a:pt x="34" y="30"/>
                  </a:cubicBezTo>
                  <a:cubicBezTo>
                    <a:pt x="35" y="31"/>
                    <a:pt x="35" y="32"/>
                    <a:pt x="36" y="33"/>
                  </a:cubicBezTo>
                  <a:cubicBezTo>
                    <a:pt x="37" y="34"/>
                    <a:pt x="38" y="33"/>
                    <a:pt x="38" y="34"/>
                  </a:cubicBezTo>
                  <a:cubicBezTo>
                    <a:pt x="39" y="35"/>
                    <a:pt x="37" y="36"/>
                    <a:pt x="38" y="38"/>
                  </a:cubicBezTo>
                  <a:cubicBezTo>
                    <a:pt x="40" y="39"/>
                    <a:pt x="42" y="40"/>
                    <a:pt x="44" y="42"/>
                  </a:cubicBezTo>
                  <a:cubicBezTo>
                    <a:pt x="45" y="43"/>
                    <a:pt x="45" y="44"/>
                    <a:pt x="46" y="45"/>
                  </a:cubicBezTo>
                  <a:cubicBezTo>
                    <a:pt x="47" y="46"/>
                    <a:pt x="48" y="46"/>
                    <a:pt x="49" y="48"/>
                  </a:cubicBezTo>
                  <a:cubicBezTo>
                    <a:pt x="51" y="49"/>
                    <a:pt x="52" y="51"/>
                    <a:pt x="54" y="53"/>
                  </a:cubicBezTo>
                  <a:cubicBezTo>
                    <a:pt x="55" y="54"/>
                    <a:pt x="56" y="55"/>
                    <a:pt x="57" y="56"/>
                  </a:cubicBezTo>
                  <a:cubicBezTo>
                    <a:pt x="58" y="58"/>
                    <a:pt x="56" y="58"/>
                    <a:pt x="56" y="59"/>
                  </a:cubicBezTo>
                  <a:cubicBezTo>
                    <a:pt x="56" y="60"/>
                    <a:pt x="59" y="59"/>
                    <a:pt x="59" y="61"/>
                  </a:cubicBezTo>
                  <a:cubicBezTo>
                    <a:pt x="58" y="63"/>
                    <a:pt x="57" y="63"/>
                    <a:pt x="58" y="65"/>
                  </a:cubicBezTo>
                  <a:cubicBezTo>
                    <a:pt x="58" y="65"/>
                    <a:pt x="56" y="67"/>
                    <a:pt x="57" y="68"/>
                  </a:cubicBezTo>
                  <a:cubicBezTo>
                    <a:pt x="58" y="69"/>
                    <a:pt x="59" y="71"/>
                    <a:pt x="60" y="72"/>
                  </a:cubicBezTo>
                  <a:cubicBezTo>
                    <a:pt x="61" y="73"/>
                    <a:pt x="62" y="73"/>
                    <a:pt x="63" y="73"/>
                  </a:cubicBezTo>
                  <a:cubicBezTo>
                    <a:pt x="66" y="74"/>
                    <a:pt x="66" y="76"/>
                    <a:pt x="68" y="77"/>
                  </a:cubicBezTo>
                  <a:cubicBezTo>
                    <a:pt x="71" y="79"/>
                    <a:pt x="75" y="79"/>
                    <a:pt x="77" y="81"/>
                  </a:cubicBezTo>
                  <a:cubicBezTo>
                    <a:pt x="81" y="83"/>
                    <a:pt x="85" y="85"/>
                    <a:pt x="89" y="86"/>
                  </a:cubicBezTo>
                  <a:cubicBezTo>
                    <a:pt x="92" y="88"/>
                    <a:pt x="97" y="90"/>
                    <a:pt x="101" y="91"/>
                  </a:cubicBezTo>
                  <a:cubicBezTo>
                    <a:pt x="105" y="91"/>
                    <a:pt x="108" y="87"/>
                    <a:pt x="113" y="88"/>
                  </a:cubicBezTo>
                  <a:cubicBezTo>
                    <a:pt x="117" y="89"/>
                    <a:pt x="120" y="93"/>
                    <a:pt x="123" y="96"/>
                  </a:cubicBezTo>
                  <a:cubicBezTo>
                    <a:pt x="123" y="95"/>
                    <a:pt x="124" y="90"/>
                    <a:pt x="126" y="89"/>
                  </a:cubicBezTo>
                  <a:cubicBezTo>
                    <a:pt x="127" y="89"/>
                    <a:pt x="125" y="89"/>
                    <a:pt x="126" y="89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09" name="Freeform 636">
              <a:extLst>
                <a:ext uri="{FF2B5EF4-FFF2-40B4-BE49-F238E27FC236}">
                  <a16:creationId xmlns:a16="http://schemas.microsoft.com/office/drawing/2014/main" id="{4CF52179-D4AE-1AA1-62F8-548C6A1F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5084" y="7534867"/>
              <a:ext cx="351150" cy="198465"/>
            </a:xfrm>
            <a:custGeom>
              <a:avLst/>
              <a:gdLst>
                <a:gd name="T0" fmla="*/ 12 w 30"/>
                <a:gd name="T1" fmla="*/ 15 h 16"/>
                <a:gd name="T2" fmla="*/ 13 w 30"/>
                <a:gd name="T3" fmla="*/ 13 h 16"/>
                <a:gd name="T4" fmla="*/ 16 w 30"/>
                <a:gd name="T5" fmla="*/ 11 h 16"/>
                <a:gd name="T6" fmla="*/ 20 w 30"/>
                <a:gd name="T7" fmla="*/ 10 h 16"/>
                <a:gd name="T8" fmla="*/ 24 w 30"/>
                <a:gd name="T9" fmla="*/ 7 h 16"/>
                <a:gd name="T10" fmla="*/ 30 w 30"/>
                <a:gd name="T11" fmla="*/ 5 h 16"/>
                <a:gd name="T12" fmla="*/ 20 w 30"/>
                <a:gd name="T13" fmla="*/ 1 h 16"/>
                <a:gd name="T14" fmla="*/ 14 w 30"/>
                <a:gd name="T15" fmla="*/ 2 h 16"/>
                <a:gd name="T16" fmla="*/ 8 w 30"/>
                <a:gd name="T17" fmla="*/ 1 h 16"/>
                <a:gd name="T18" fmla="*/ 2 w 30"/>
                <a:gd name="T19" fmla="*/ 4 h 16"/>
                <a:gd name="T20" fmla="*/ 1 w 30"/>
                <a:gd name="T21" fmla="*/ 9 h 16"/>
                <a:gd name="T22" fmla="*/ 8 w 30"/>
                <a:gd name="T23" fmla="*/ 14 h 16"/>
                <a:gd name="T24" fmla="*/ 10 w 30"/>
                <a:gd name="T25" fmla="*/ 14 h 16"/>
                <a:gd name="T26" fmla="*/ 9 w 30"/>
                <a:gd name="T27" fmla="*/ 16 h 16"/>
                <a:gd name="T28" fmla="*/ 12 w 30"/>
                <a:gd name="T2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16">
                  <a:moveTo>
                    <a:pt x="12" y="15"/>
                  </a:moveTo>
                  <a:cubicBezTo>
                    <a:pt x="13" y="15"/>
                    <a:pt x="13" y="14"/>
                    <a:pt x="13" y="13"/>
                  </a:cubicBezTo>
                  <a:cubicBezTo>
                    <a:pt x="13" y="12"/>
                    <a:pt x="15" y="11"/>
                    <a:pt x="16" y="11"/>
                  </a:cubicBezTo>
                  <a:cubicBezTo>
                    <a:pt x="18" y="10"/>
                    <a:pt x="18" y="12"/>
                    <a:pt x="20" y="10"/>
                  </a:cubicBezTo>
                  <a:cubicBezTo>
                    <a:pt x="21" y="9"/>
                    <a:pt x="22" y="6"/>
                    <a:pt x="24" y="7"/>
                  </a:cubicBezTo>
                  <a:cubicBezTo>
                    <a:pt x="27" y="7"/>
                    <a:pt x="27" y="6"/>
                    <a:pt x="30" y="5"/>
                  </a:cubicBezTo>
                  <a:cubicBezTo>
                    <a:pt x="26" y="3"/>
                    <a:pt x="25" y="0"/>
                    <a:pt x="20" y="1"/>
                  </a:cubicBezTo>
                  <a:cubicBezTo>
                    <a:pt x="18" y="1"/>
                    <a:pt x="16" y="2"/>
                    <a:pt x="14" y="2"/>
                  </a:cubicBezTo>
                  <a:cubicBezTo>
                    <a:pt x="12" y="2"/>
                    <a:pt x="10" y="1"/>
                    <a:pt x="8" y="1"/>
                  </a:cubicBezTo>
                  <a:cubicBezTo>
                    <a:pt x="5" y="2"/>
                    <a:pt x="4" y="2"/>
                    <a:pt x="2" y="4"/>
                  </a:cubicBezTo>
                  <a:cubicBezTo>
                    <a:pt x="2" y="5"/>
                    <a:pt x="0" y="7"/>
                    <a:pt x="1" y="9"/>
                  </a:cubicBezTo>
                  <a:cubicBezTo>
                    <a:pt x="4" y="11"/>
                    <a:pt x="8" y="9"/>
                    <a:pt x="8" y="14"/>
                  </a:cubicBezTo>
                  <a:cubicBezTo>
                    <a:pt x="8" y="14"/>
                    <a:pt x="10" y="14"/>
                    <a:pt x="10" y="14"/>
                  </a:cubicBezTo>
                  <a:cubicBezTo>
                    <a:pt x="10" y="14"/>
                    <a:pt x="9" y="16"/>
                    <a:pt x="9" y="16"/>
                  </a:cubicBezTo>
                  <a:cubicBezTo>
                    <a:pt x="10" y="16"/>
                    <a:pt x="12" y="16"/>
                    <a:pt x="12" y="1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0" name="Freeform 637">
              <a:extLst>
                <a:ext uri="{FF2B5EF4-FFF2-40B4-BE49-F238E27FC236}">
                  <a16:creationId xmlns:a16="http://schemas.microsoft.com/office/drawing/2014/main" id="{A3AFB356-D238-4B74-9F55-65275B11B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5084" y="7370183"/>
              <a:ext cx="83797" cy="185795"/>
            </a:xfrm>
            <a:custGeom>
              <a:avLst/>
              <a:gdLst>
                <a:gd name="T0" fmla="*/ 5 w 7"/>
                <a:gd name="T1" fmla="*/ 1 h 15"/>
                <a:gd name="T2" fmla="*/ 2 w 7"/>
                <a:gd name="T3" fmla="*/ 4 h 15"/>
                <a:gd name="T4" fmla="*/ 1 w 7"/>
                <a:gd name="T5" fmla="*/ 6 h 15"/>
                <a:gd name="T6" fmla="*/ 2 w 7"/>
                <a:gd name="T7" fmla="*/ 14 h 15"/>
                <a:gd name="T8" fmla="*/ 6 w 7"/>
                <a:gd name="T9" fmla="*/ 8 h 15"/>
                <a:gd name="T10" fmla="*/ 7 w 7"/>
                <a:gd name="T11" fmla="*/ 2 h 15"/>
                <a:gd name="T12" fmla="*/ 5 w 7"/>
                <a:gd name="T13" fmla="*/ 1 h 15"/>
                <a:gd name="T14" fmla="*/ 5 w 7"/>
                <a:gd name="T1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5">
                  <a:moveTo>
                    <a:pt x="5" y="1"/>
                  </a:moveTo>
                  <a:cubicBezTo>
                    <a:pt x="4" y="0"/>
                    <a:pt x="2" y="3"/>
                    <a:pt x="2" y="4"/>
                  </a:cubicBezTo>
                  <a:cubicBezTo>
                    <a:pt x="1" y="5"/>
                    <a:pt x="1" y="4"/>
                    <a:pt x="1" y="6"/>
                  </a:cubicBezTo>
                  <a:cubicBezTo>
                    <a:pt x="1" y="7"/>
                    <a:pt x="0" y="15"/>
                    <a:pt x="2" y="14"/>
                  </a:cubicBezTo>
                  <a:cubicBezTo>
                    <a:pt x="2" y="13"/>
                    <a:pt x="5" y="10"/>
                    <a:pt x="6" y="8"/>
                  </a:cubicBezTo>
                  <a:cubicBezTo>
                    <a:pt x="6" y="5"/>
                    <a:pt x="6" y="4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1" name="Freeform 638">
              <a:extLst>
                <a:ext uri="{FF2B5EF4-FFF2-40B4-BE49-F238E27FC236}">
                  <a16:creationId xmlns:a16="http://schemas.microsoft.com/office/drawing/2014/main" id="{14E6182F-5B97-A4B4-9079-75D51DDAB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951" y="7260391"/>
              <a:ext cx="151631" cy="135123"/>
            </a:xfrm>
            <a:custGeom>
              <a:avLst/>
              <a:gdLst>
                <a:gd name="T0" fmla="*/ 12 w 13"/>
                <a:gd name="T1" fmla="*/ 3 h 11"/>
                <a:gd name="T2" fmla="*/ 6 w 13"/>
                <a:gd name="T3" fmla="*/ 1 h 11"/>
                <a:gd name="T4" fmla="*/ 7 w 13"/>
                <a:gd name="T5" fmla="*/ 5 h 11"/>
                <a:gd name="T6" fmla="*/ 9 w 13"/>
                <a:gd name="T7" fmla="*/ 9 h 11"/>
                <a:gd name="T8" fmla="*/ 6 w 13"/>
                <a:gd name="T9" fmla="*/ 10 h 11"/>
                <a:gd name="T10" fmla="*/ 5 w 13"/>
                <a:gd name="T11" fmla="*/ 8 h 11"/>
                <a:gd name="T12" fmla="*/ 0 w 13"/>
                <a:gd name="T13" fmla="*/ 9 h 11"/>
                <a:gd name="T14" fmla="*/ 3 w 13"/>
                <a:gd name="T15" fmla="*/ 11 h 11"/>
                <a:gd name="T16" fmla="*/ 13 w 13"/>
                <a:gd name="T17" fmla="*/ 11 h 11"/>
                <a:gd name="T18" fmla="*/ 12 w 13"/>
                <a:gd name="T19" fmla="*/ 3 h 11"/>
                <a:gd name="T20" fmla="*/ 12 w 13"/>
                <a:gd name="T21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1">
                  <a:moveTo>
                    <a:pt x="12" y="3"/>
                  </a:moveTo>
                  <a:cubicBezTo>
                    <a:pt x="10" y="3"/>
                    <a:pt x="8" y="0"/>
                    <a:pt x="6" y="1"/>
                  </a:cubicBezTo>
                  <a:cubicBezTo>
                    <a:pt x="3" y="2"/>
                    <a:pt x="7" y="3"/>
                    <a:pt x="7" y="5"/>
                  </a:cubicBezTo>
                  <a:cubicBezTo>
                    <a:pt x="8" y="6"/>
                    <a:pt x="10" y="8"/>
                    <a:pt x="9" y="9"/>
                  </a:cubicBezTo>
                  <a:cubicBezTo>
                    <a:pt x="8" y="10"/>
                    <a:pt x="7" y="10"/>
                    <a:pt x="6" y="10"/>
                  </a:cubicBezTo>
                  <a:cubicBezTo>
                    <a:pt x="4" y="9"/>
                    <a:pt x="6" y="9"/>
                    <a:pt x="5" y="8"/>
                  </a:cubicBezTo>
                  <a:cubicBezTo>
                    <a:pt x="5" y="8"/>
                    <a:pt x="0" y="9"/>
                    <a:pt x="0" y="9"/>
                  </a:cubicBezTo>
                  <a:cubicBezTo>
                    <a:pt x="0" y="11"/>
                    <a:pt x="2" y="11"/>
                    <a:pt x="3" y="11"/>
                  </a:cubicBezTo>
                  <a:cubicBezTo>
                    <a:pt x="6" y="10"/>
                    <a:pt x="9" y="11"/>
                    <a:pt x="13" y="11"/>
                  </a:cubicBezTo>
                  <a:cubicBezTo>
                    <a:pt x="13" y="8"/>
                    <a:pt x="12" y="5"/>
                    <a:pt x="12" y="3"/>
                  </a:cubicBezTo>
                  <a:cubicBezTo>
                    <a:pt x="11" y="3"/>
                    <a:pt x="12" y="5"/>
                    <a:pt x="12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2" name="Freeform 639">
              <a:extLst>
                <a:ext uri="{FF2B5EF4-FFF2-40B4-BE49-F238E27FC236}">
                  <a16:creationId xmlns:a16="http://schemas.microsoft.com/office/drawing/2014/main" id="{1C7C7FC3-3A71-0A1B-F0EB-E3058B5BB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616" y="7260391"/>
              <a:ext cx="211489" cy="185795"/>
            </a:xfrm>
            <a:custGeom>
              <a:avLst/>
              <a:gdLst>
                <a:gd name="T0" fmla="*/ 14 w 18"/>
                <a:gd name="T1" fmla="*/ 7 h 15"/>
                <a:gd name="T2" fmla="*/ 8 w 18"/>
                <a:gd name="T3" fmla="*/ 3 h 15"/>
                <a:gd name="T4" fmla="*/ 1 w 18"/>
                <a:gd name="T5" fmla="*/ 1 h 15"/>
                <a:gd name="T6" fmla="*/ 0 w 18"/>
                <a:gd name="T7" fmla="*/ 3 h 15"/>
                <a:gd name="T8" fmla="*/ 1 w 18"/>
                <a:gd name="T9" fmla="*/ 10 h 15"/>
                <a:gd name="T10" fmla="*/ 2 w 18"/>
                <a:gd name="T11" fmla="*/ 12 h 15"/>
                <a:gd name="T12" fmla="*/ 4 w 18"/>
                <a:gd name="T13" fmla="*/ 10 h 15"/>
                <a:gd name="T14" fmla="*/ 13 w 18"/>
                <a:gd name="T15" fmla="*/ 10 h 15"/>
                <a:gd name="T16" fmla="*/ 17 w 18"/>
                <a:gd name="T17" fmla="*/ 10 h 15"/>
                <a:gd name="T18" fmla="*/ 14 w 18"/>
                <a:gd name="T19" fmla="*/ 7 h 15"/>
                <a:gd name="T20" fmla="*/ 14 w 18"/>
                <a:gd name="T2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5">
                  <a:moveTo>
                    <a:pt x="14" y="7"/>
                  </a:moveTo>
                  <a:cubicBezTo>
                    <a:pt x="12" y="6"/>
                    <a:pt x="10" y="4"/>
                    <a:pt x="8" y="3"/>
                  </a:cubicBezTo>
                  <a:cubicBezTo>
                    <a:pt x="7" y="2"/>
                    <a:pt x="2" y="0"/>
                    <a:pt x="1" y="1"/>
                  </a:cubicBezTo>
                  <a:cubicBezTo>
                    <a:pt x="1" y="1"/>
                    <a:pt x="3" y="3"/>
                    <a:pt x="0" y="3"/>
                  </a:cubicBezTo>
                  <a:cubicBezTo>
                    <a:pt x="0" y="5"/>
                    <a:pt x="1" y="7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3" y="15"/>
                    <a:pt x="3" y="11"/>
                    <a:pt x="4" y="10"/>
                  </a:cubicBezTo>
                  <a:cubicBezTo>
                    <a:pt x="6" y="8"/>
                    <a:pt x="11" y="10"/>
                    <a:pt x="13" y="10"/>
                  </a:cubicBezTo>
                  <a:cubicBezTo>
                    <a:pt x="15" y="10"/>
                    <a:pt x="15" y="11"/>
                    <a:pt x="17" y="10"/>
                  </a:cubicBezTo>
                  <a:cubicBezTo>
                    <a:pt x="18" y="8"/>
                    <a:pt x="17" y="7"/>
                    <a:pt x="14" y="7"/>
                  </a:cubicBezTo>
                  <a:cubicBezTo>
                    <a:pt x="12" y="7"/>
                    <a:pt x="16" y="7"/>
                    <a:pt x="14" y="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3" name="Freeform 640">
              <a:extLst>
                <a:ext uri="{FF2B5EF4-FFF2-40B4-BE49-F238E27FC236}">
                  <a16:creationId xmlns:a16="http://schemas.microsoft.com/office/drawing/2014/main" id="{A5AB5ACA-E8CC-DCE3-3423-2DD22C3D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281" y="3130649"/>
              <a:ext cx="2270500" cy="1613048"/>
            </a:xfrm>
            <a:custGeom>
              <a:avLst/>
              <a:gdLst>
                <a:gd name="T0" fmla="*/ 184 w 194"/>
                <a:gd name="T1" fmla="*/ 118 h 130"/>
                <a:gd name="T2" fmla="*/ 161 w 194"/>
                <a:gd name="T3" fmla="*/ 97 h 130"/>
                <a:gd name="T4" fmla="*/ 143 w 194"/>
                <a:gd name="T5" fmla="*/ 92 h 130"/>
                <a:gd name="T6" fmla="*/ 138 w 194"/>
                <a:gd name="T7" fmla="*/ 76 h 130"/>
                <a:gd name="T8" fmla="*/ 135 w 194"/>
                <a:gd name="T9" fmla="*/ 14 h 130"/>
                <a:gd name="T10" fmla="*/ 84 w 194"/>
                <a:gd name="T11" fmla="*/ 8 h 130"/>
                <a:gd name="T12" fmla="*/ 71 w 194"/>
                <a:gd name="T13" fmla="*/ 5 h 130"/>
                <a:gd name="T14" fmla="*/ 62 w 194"/>
                <a:gd name="T15" fmla="*/ 1 h 130"/>
                <a:gd name="T16" fmla="*/ 43 w 194"/>
                <a:gd name="T17" fmla="*/ 8 h 130"/>
                <a:gd name="T18" fmla="*/ 32 w 194"/>
                <a:gd name="T19" fmla="*/ 11 h 130"/>
                <a:gd name="T20" fmla="*/ 12 w 194"/>
                <a:gd name="T21" fmla="*/ 23 h 130"/>
                <a:gd name="T22" fmla="*/ 26 w 194"/>
                <a:gd name="T23" fmla="*/ 38 h 130"/>
                <a:gd name="T24" fmla="*/ 33 w 194"/>
                <a:gd name="T25" fmla="*/ 42 h 130"/>
                <a:gd name="T26" fmla="*/ 38 w 194"/>
                <a:gd name="T27" fmla="*/ 45 h 130"/>
                <a:gd name="T28" fmla="*/ 24 w 194"/>
                <a:gd name="T29" fmla="*/ 42 h 130"/>
                <a:gd name="T30" fmla="*/ 9 w 194"/>
                <a:gd name="T31" fmla="*/ 46 h 130"/>
                <a:gd name="T32" fmla="*/ 12 w 194"/>
                <a:gd name="T33" fmla="*/ 58 h 130"/>
                <a:gd name="T34" fmla="*/ 32 w 194"/>
                <a:gd name="T35" fmla="*/ 58 h 130"/>
                <a:gd name="T36" fmla="*/ 38 w 194"/>
                <a:gd name="T37" fmla="*/ 61 h 130"/>
                <a:gd name="T38" fmla="*/ 21 w 194"/>
                <a:gd name="T39" fmla="*/ 71 h 130"/>
                <a:gd name="T40" fmla="*/ 15 w 194"/>
                <a:gd name="T41" fmla="*/ 78 h 130"/>
                <a:gd name="T42" fmla="*/ 17 w 194"/>
                <a:gd name="T43" fmla="*/ 84 h 130"/>
                <a:gd name="T44" fmla="*/ 26 w 194"/>
                <a:gd name="T45" fmla="*/ 89 h 130"/>
                <a:gd name="T46" fmla="*/ 22 w 194"/>
                <a:gd name="T47" fmla="*/ 94 h 130"/>
                <a:gd name="T48" fmla="*/ 31 w 194"/>
                <a:gd name="T49" fmla="*/ 93 h 130"/>
                <a:gd name="T50" fmla="*/ 38 w 194"/>
                <a:gd name="T51" fmla="*/ 102 h 130"/>
                <a:gd name="T52" fmla="*/ 48 w 194"/>
                <a:gd name="T53" fmla="*/ 105 h 130"/>
                <a:gd name="T54" fmla="*/ 54 w 194"/>
                <a:gd name="T55" fmla="*/ 103 h 130"/>
                <a:gd name="T56" fmla="*/ 55 w 194"/>
                <a:gd name="T57" fmla="*/ 106 h 130"/>
                <a:gd name="T58" fmla="*/ 51 w 194"/>
                <a:gd name="T59" fmla="*/ 114 h 130"/>
                <a:gd name="T60" fmla="*/ 41 w 194"/>
                <a:gd name="T61" fmla="*/ 124 h 130"/>
                <a:gd name="T62" fmla="*/ 36 w 194"/>
                <a:gd name="T63" fmla="*/ 126 h 130"/>
                <a:gd name="T64" fmla="*/ 43 w 194"/>
                <a:gd name="T65" fmla="*/ 125 h 130"/>
                <a:gd name="T66" fmla="*/ 54 w 194"/>
                <a:gd name="T67" fmla="*/ 118 h 130"/>
                <a:gd name="T68" fmla="*/ 72 w 194"/>
                <a:gd name="T69" fmla="*/ 107 h 130"/>
                <a:gd name="T70" fmla="*/ 77 w 194"/>
                <a:gd name="T71" fmla="*/ 91 h 130"/>
                <a:gd name="T72" fmla="*/ 94 w 194"/>
                <a:gd name="T73" fmla="*/ 86 h 130"/>
                <a:gd name="T74" fmla="*/ 87 w 194"/>
                <a:gd name="T75" fmla="*/ 97 h 130"/>
                <a:gd name="T76" fmla="*/ 101 w 194"/>
                <a:gd name="T77" fmla="*/ 88 h 130"/>
                <a:gd name="T78" fmla="*/ 119 w 194"/>
                <a:gd name="T79" fmla="*/ 92 h 130"/>
                <a:gd name="T80" fmla="*/ 136 w 194"/>
                <a:gd name="T81" fmla="*/ 95 h 130"/>
                <a:gd name="T82" fmla="*/ 145 w 194"/>
                <a:gd name="T83" fmla="*/ 98 h 130"/>
                <a:gd name="T84" fmla="*/ 160 w 194"/>
                <a:gd name="T85" fmla="*/ 102 h 130"/>
                <a:gd name="T86" fmla="*/ 169 w 194"/>
                <a:gd name="T87" fmla="*/ 104 h 130"/>
                <a:gd name="T88" fmla="*/ 176 w 194"/>
                <a:gd name="T89" fmla="*/ 111 h 130"/>
                <a:gd name="T90" fmla="*/ 184 w 194"/>
                <a:gd name="T91" fmla="*/ 121 h 130"/>
                <a:gd name="T92" fmla="*/ 186 w 194"/>
                <a:gd name="T93" fmla="*/ 125 h 130"/>
                <a:gd name="T94" fmla="*/ 194 w 194"/>
                <a:gd name="T95" fmla="*/ 12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4" h="130">
                  <a:moveTo>
                    <a:pt x="194" y="126"/>
                  </a:moveTo>
                  <a:cubicBezTo>
                    <a:pt x="193" y="125"/>
                    <a:pt x="191" y="125"/>
                    <a:pt x="193" y="123"/>
                  </a:cubicBezTo>
                  <a:cubicBezTo>
                    <a:pt x="193" y="122"/>
                    <a:pt x="192" y="122"/>
                    <a:pt x="191" y="122"/>
                  </a:cubicBezTo>
                  <a:cubicBezTo>
                    <a:pt x="189" y="120"/>
                    <a:pt x="185" y="119"/>
                    <a:pt x="184" y="118"/>
                  </a:cubicBezTo>
                  <a:cubicBezTo>
                    <a:pt x="180" y="113"/>
                    <a:pt x="178" y="107"/>
                    <a:pt x="174" y="103"/>
                  </a:cubicBezTo>
                  <a:cubicBezTo>
                    <a:pt x="172" y="102"/>
                    <a:pt x="170" y="100"/>
                    <a:pt x="169" y="99"/>
                  </a:cubicBezTo>
                  <a:cubicBezTo>
                    <a:pt x="167" y="98"/>
                    <a:pt x="167" y="95"/>
                    <a:pt x="165" y="95"/>
                  </a:cubicBezTo>
                  <a:cubicBezTo>
                    <a:pt x="164" y="95"/>
                    <a:pt x="161" y="97"/>
                    <a:pt x="161" y="97"/>
                  </a:cubicBezTo>
                  <a:cubicBezTo>
                    <a:pt x="162" y="99"/>
                    <a:pt x="159" y="100"/>
                    <a:pt x="158" y="100"/>
                  </a:cubicBezTo>
                  <a:cubicBezTo>
                    <a:pt x="155" y="101"/>
                    <a:pt x="152" y="97"/>
                    <a:pt x="150" y="95"/>
                  </a:cubicBezTo>
                  <a:cubicBezTo>
                    <a:pt x="149" y="94"/>
                    <a:pt x="148" y="94"/>
                    <a:pt x="147" y="92"/>
                  </a:cubicBezTo>
                  <a:cubicBezTo>
                    <a:pt x="146" y="90"/>
                    <a:pt x="144" y="91"/>
                    <a:pt x="143" y="92"/>
                  </a:cubicBezTo>
                  <a:cubicBezTo>
                    <a:pt x="141" y="92"/>
                    <a:pt x="141" y="91"/>
                    <a:pt x="139" y="92"/>
                  </a:cubicBezTo>
                  <a:cubicBezTo>
                    <a:pt x="139" y="92"/>
                    <a:pt x="138" y="92"/>
                    <a:pt x="138" y="91"/>
                  </a:cubicBezTo>
                  <a:cubicBezTo>
                    <a:pt x="138" y="90"/>
                    <a:pt x="138" y="90"/>
                    <a:pt x="138" y="89"/>
                  </a:cubicBezTo>
                  <a:cubicBezTo>
                    <a:pt x="138" y="85"/>
                    <a:pt x="138" y="80"/>
                    <a:pt x="138" y="76"/>
                  </a:cubicBezTo>
                  <a:cubicBezTo>
                    <a:pt x="138" y="64"/>
                    <a:pt x="138" y="51"/>
                    <a:pt x="138" y="38"/>
                  </a:cubicBezTo>
                  <a:cubicBezTo>
                    <a:pt x="138" y="33"/>
                    <a:pt x="138" y="27"/>
                    <a:pt x="138" y="21"/>
                  </a:cubicBezTo>
                  <a:cubicBezTo>
                    <a:pt x="138" y="20"/>
                    <a:pt x="138" y="18"/>
                    <a:pt x="138" y="16"/>
                  </a:cubicBezTo>
                  <a:cubicBezTo>
                    <a:pt x="138" y="15"/>
                    <a:pt x="137" y="15"/>
                    <a:pt x="135" y="14"/>
                  </a:cubicBezTo>
                  <a:cubicBezTo>
                    <a:pt x="130" y="12"/>
                    <a:pt x="127" y="12"/>
                    <a:pt x="122" y="12"/>
                  </a:cubicBezTo>
                  <a:cubicBezTo>
                    <a:pt x="117" y="12"/>
                    <a:pt x="113" y="11"/>
                    <a:pt x="108" y="10"/>
                  </a:cubicBezTo>
                  <a:cubicBezTo>
                    <a:pt x="102" y="10"/>
                    <a:pt x="97" y="8"/>
                    <a:pt x="92" y="8"/>
                  </a:cubicBezTo>
                  <a:cubicBezTo>
                    <a:pt x="89" y="8"/>
                    <a:pt x="87" y="9"/>
                    <a:pt x="84" y="8"/>
                  </a:cubicBezTo>
                  <a:cubicBezTo>
                    <a:pt x="84" y="8"/>
                    <a:pt x="80" y="7"/>
                    <a:pt x="80" y="7"/>
                  </a:cubicBezTo>
                  <a:cubicBezTo>
                    <a:pt x="80" y="7"/>
                    <a:pt x="81" y="5"/>
                    <a:pt x="81" y="4"/>
                  </a:cubicBezTo>
                  <a:cubicBezTo>
                    <a:pt x="81" y="4"/>
                    <a:pt x="78" y="4"/>
                    <a:pt x="78" y="4"/>
                  </a:cubicBezTo>
                  <a:cubicBezTo>
                    <a:pt x="76" y="4"/>
                    <a:pt x="73" y="5"/>
                    <a:pt x="71" y="5"/>
                  </a:cubicBezTo>
                  <a:cubicBezTo>
                    <a:pt x="69" y="5"/>
                    <a:pt x="70" y="1"/>
                    <a:pt x="67" y="3"/>
                  </a:cubicBezTo>
                  <a:cubicBezTo>
                    <a:pt x="66" y="3"/>
                    <a:pt x="65" y="5"/>
                    <a:pt x="64" y="4"/>
                  </a:cubicBezTo>
                  <a:cubicBezTo>
                    <a:pt x="62" y="4"/>
                    <a:pt x="62" y="3"/>
                    <a:pt x="64" y="2"/>
                  </a:cubicBezTo>
                  <a:cubicBezTo>
                    <a:pt x="66" y="2"/>
                    <a:pt x="63" y="1"/>
                    <a:pt x="62" y="1"/>
                  </a:cubicBezTo>
                  <a:cubicBezTo>
                    <a:pt x="58" y="0"/>
                    <a:pt x="58" y="1"/>
                    <a:pt x="56" y="3"/>
                  </a:cubicBezTo>
                  <a:cubicBezTo>
                    <a:pt x="53" y="6"/>
                    <a:pt x="49" y="4"/>
                    <a:pt x="45" y="5"/>
                  </a:cubicBezTo>
                  <a:cubicBezTo>
                    <a:pt x="41" y="6"/>
                    <a:pt x="45" y="8"/>
                    <a:pt x="45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4" y="10"/>
                    <a:pt x="43" y="10"/>
                  </a:cubicBezTo>
                  <a:cubicBezTo>
                    <a:pt x="42" y="10"/>
                    <a:pt x="42" y="8"/>
                    <a:pt x="42" y="7"/>
                  </a:cubicBezTo>
                  <a:cubicBezTo>
                    <a:pt x="41" y="7"/>
                    <a:pt x="38" y="10"/>
                    <a:pt x="38" y="10"/>
                  </a:cubicBezTo>
                  <a:cubicBezTo>
                    <a:pt x="36" y="11"/>
                    <a:pt x="34" y="9"/>
                    <a:pt x="32" y="11"/>
                  </a:cubicBezTo>
                  <a:cubicBezTo>
                    <a:pt x="30" y="12"/>
                    <a:pt x="28" y="13"/>
                    <a:pt x="27" y="15"/>
                  </a:cubicBezTo>
                  <a:cubicBezTo>
                    <a:pt x="27" y="17"/>
                    <a:pt x="27" y="19"/>
                    <a:pt x="25" y="20"/>
                  </a:cubicBezTo>
                  <a:cubicBezTo>
                    <a:pt x="23" y="21"/>
                    <a:pt x="22" y="22"/>
                    <a:pt x="20" y="22"/>
                  </a:cubicBezTo>
                  <a:cubicBezTo>
                    <a:pt x="19" y="22"/>
                    <a:pt x="13" y="22"/>
                    <a:pt x="12" y="23"/>
                  </a:cubicBezTo>
                  <a:cubicBezTo>
                    <a:pt x="12" y="24"/>
                    <a:pt x="10" y="27"/>
                    <a:pt x="10" y="27"/>
                  </a:cubicBezTo>
                  <a:cubicBezTo>
                    <a:pt x="11" y="28"/>
                    <a:pt x="14" y="28"/>
                    <a:pt x="15" y="29"/>
                  </a:cubicBezTo>
                  <a:cubicBezTo>
                    <a:pt x="18" y="30"/>
                    <a:pt x="21" y="32"/>
                    <a:pt x="23" y="34"/>
                  </a:cubicBezTo>
                  <a:cubicBezTo>
                    <a:pt x="24" y="35"/>
                    <a:pt x="24" y="37"/>
                    <a:pt x="26" y="38"/>
                  </a:cubicBezTo>
                  <a:cubicBezTo>
                    <a:pt x="28" y="38"/>
                    <a:pt x="29" y="38"/>
                    <a:pt x="31" y="37"/>
                  </a:cubicBezTo>
                  <a:cubicBezTo>
                    <a:pt x="31" y="37"/>
                    <a:pt x="34" y="38"/>
                    <a:pt x="34" y="38"/>
                  </a:cubicBezTo>
                  <a:cubicBezTo>
                    <a:pt x="36" y="41"/>
                    <a:pt x="31" y="39"/>
                    <a:pt x="31" y="39"/>
                  </a:cubicBezTo>
                  <a:cubicBezTo>
                    <a:pt x="29" y="39"/>
                    <a:pt x="32" y="41"/>
                    <a:pt x="33" y="42"/>
                  </a:cubicBezTo>
                  <a:cubicBezTo>
                    <a:pt x="34" y="44"/>
                    <a:pt x="35" y="43"/>
                    <a:pt x="37" y="42"/>
                  </a:cubicBezTo>
                  <a:cubicBezTo>
                    <a:pt x="38" y="41"/>
                    <a:pt x="41" y="41"/>
                    <a:pt x="42" y="42"/>
                  </a:cubicBezTo>
                  <a:cubicBezTo>
                    <a:pt x="43" y="43"/>
                    <a:pt x="38" y="44"/>
                    <a:pt x="38" y="44"/>
                  </a:cubicBezTo>
                  <a:cubicBezTo>
                    <a:pt x="37" y="44"/>
                    <a:pt x="38" y="44"/>
                    <a:pt x="38" y="45"/>
                  </a:cubicBezTo>
                  <a:cubicBezTo>
                    <a:pt x="38" y="46"/>
                    <a:pt x="36" y="45"/>
                    <a:pt x="36" y="45"/>
                  </a:cubicBezTo>
                  <a:cubicBezTo>
                    <a:pt x="35" y="45"/>
                    <a:pt x="34" y="46"/>
                    <a:pt x="32" y="46"/>
                  </a:cubicBezTo>
                  <a:cubicBezTo>
                    <a:pt x="30" y="46"/>
                    <a:pt x="26" y="47"/>
                    <a:pt x="24" y="46"/>
                  </a:cubicBezTo>
                  <a:cubicBezTo>
                    <a:pt x="22" y="45"/>
                    <a:pt x="25" y="43"/>
                    <a:pt x="24" y="42"/>
                  </a:cubicBezTo>
                  <a:cubicBezTo>
                    <a:pt x="23" y="42"/>
                    <a:pt x="21" y="42"/>
                    <a:pt x="20" y="43"/>
                  </a:cubicBezTo>
                  <a:cubicBezTo>
                    <a:pt x="19" y="43"/>
                    <a:pt x="17" y="43"/>
                    <a:pt x="16" y="43"/>
                  </a:cubicBezTo>
                  <a:cubicBezTo>
                    <a:pt x="14" y="44"/>
                    <a:pt x="15" y="46"/>
                    <a:pt x="15" y="46"/>
                  </a:cubicBezTo>
                  <a:cubicBezTo>
                    <a:pt x="13" y="46"/>
                    <a:pt x="11" y="45"/>
                    <a:pt x="9" y="46"/>
                  </a:cubicBezTo>
                  <a:cubicBezTo>
                    <a:pt x="8" y="47"/>
                    <a:pt x="6" y="48"/>
                    <a:pt x="5" y="49"/>
                  </a:cubicBezTo>
                  <a:cubicBezTo>
                    <a:pt x="0" y="52"/>
                    <a:pt x="12" y="52"/>
                    <a:pt x="12" y="53"/>
                  </a:cubicBezTo>
                  <a:cubicBezTo>
                    <a:pt x="11" y="54"/>
                    <a:pt x="8" y="54"/>
                    <a:pt x="10" y="55"/>
                  </a:cubicBezTo>
                  <a:cubicBezTo>
                    <a:pt x="11" y="56"/>
                    <a:pt x="11" y="58"/>
                    <a:pt x="12" y="58"/>
                  </a:cubicBezTo>
                  <a:cubicBezTo>
                    <a:pt x="16" y="59"/>
                    <a:pt x="19" y="58"/>
                    <a:pt x="23" y="58"/>
                  </a:cubicBezTo>
                  <a:cubicBezTo>
                    <a:pt x="24" y="59"/>
                    <a:pt x="25" y="59"/>
                    <a:pt x="26" y="59"/>
                  </a:cubicBezTo>
                  <a:cubicBezTo>
                    <a:pt x="28" y="59"/>
                    <a:pt x="27" y="59"/>
                    <a:pt x="29" y="60"/>
                  </a:cubicBezTo>
                  <a:cubicBezTo>
                    <a:pt x="29" y="60"/>
                    <a:pt x="31" y="58"/>
                    <a:pt x="32" y="58"/>
                  </a:cubicBezTo>
                  <a:cubicBezTo>
                    <a:pt x="33" y="57"/>
                    <a:pt x="34" y="57"/>
                    <a:pt x="35" y="57"/>
                  </a:cubicBezTo>
                  <a:cubicBezTo>
                    <a:pt x="36" y="56"/>
                    <a:pt x="37" y="55"/>
                    <a:pt x="37" y="55"/>
                  </a:cubicBezTo>
                  <a:cubicBezTo>
                    <a:pt x="38" y="56"/>
                    <a:pt x="39" y="57"/>
                    <a:pt x="38" y="58"/>
                  </a:cubicBezTo>
                  <a:cubicBezTo>
                    <a:pt x="37" y="59"/>
                    <a:pt x="36" y="59"/>
                    <a:pt x="38" y="61"/>
                  </a:cubicBezTo>
                  <a:cubicBezTo>
                    <a:pt x="40" y="65"/>
                    <a:pt x="38" y="68"/>
                    <a:pt x="33" y="67"/>
                  </a:cubicBezTo>
                  <a:cubicBezTo>
                    <a:pt x="33" y="67"/>
                    <a:pt x="32" y="66"/>
                    <a:pt x="31" y="67"/>
                  </a:cubicBezTo>
                  <a:cubicBezTo>
                    <a:pt x="30" y="68"/>
                    <a:pt x="29" y="70"/>
                    <a:pt x="28" y="70"/>
                  </a:cubicBezTo>
                  <a:cubicBezTo>
                    <a:pt x="26" y="71"/>
                    <a:pt x="20" y="68"/>
                    <a:pt x="21" y="71"/>
                  </a:cubicBezTo>
                  <a:cubicBezTo>
                    <a:pt x="21" y="71"/>
                    <a:pt x="18" y="73"/>
                    <a:pt x="19" y="73"/>
                  </a:cubicBezTo>
                  <a:cubicBezTo>
                    <a:pt x="19" y="73"/>
                    <a:pt x="20" y="73"/>
                    <a:pt x="20" y="73"/>
                  </a:cubicBezTo>
                  <a:cubicBezTo>
                    <a:pt x="21" y="74"/>
                    <a:pt x="18" y="75"/>
                    <a:pt x="17" y="76"/>
                  </a:cubicBezTo>
                  <a:cubicBezTo>
                    <a:pt x="16" y="76"/>
                    <a:pt x="15" y="77"/>
                    <a:pt x="15" y="78"/>
                  </a:cubicBezTo>
                  <a:cubicBezTo>
                    <a:pt x="14" y="80"/>
                    <a:pt x="16" y="80"/>
                    <a:pt x="14" y="81"/>
                  </a:cubicBezTo>
                  <a:cubicBezTo>
                    <a:pt x="12" y="82"/>
                    <a:pt x="14" y="84"/>
                    <a:pt x="15" y="85"/>
                  </a:cubicBezTo>
                  <a:cubicBezTo>
                    <a:pt x="15" y="86"/>
                    <a:pt x="18" y="81"/>
                    <a:pt x="19" y="81"/>
                  </a:cubicBezTo>
                  <a:cubicBezTo>
                    <a:pt x="19" y="81"/>
                    <a:pt x="17" y="84"/>
                    <a:pt x="17" y="84"/>
                  </a:cubicBezTo>
                  <a:cubicBezTo>
                    <a:pt x="16" y="85"/>
                    <a:pt x="19" y="87"/>
                    <a:pt x="20" y="87"/>
                  </a:cubicBezTo>
                  <a:cubicBezTo>
                    <a:pt x="21" y="88"/>
                    <a:pt x="21" y="89"/>
                    <a:pt x="22" y="88"/>
                  </a:cubicBezTo>
                  <a:cubicBezTo>
                    <a:pt x="23" y="87"/>
                    <a:pt x="24" y="86"/>
                    <a:pt x="24" y="86"/>
                  </a:cubicBezTo>
                  <a:cubicBezTo>
                    <a:pt x="24" y="87"/>
                    <a:pt x="25" y="89"/>
                    <a:pt x="26" y="89"/>
                  </a:cubicBezTo>
                  <a:cubicBezTo>
                    <a:pt x="24" y="90"/>
                    <a:pt x="23" y="89"/>
                    <a:pt x="22" y="89"/>
                  </a:cubicBezTo>
                  <a:cubicBezTo>
                    <a:pt x="21" y="90"/>
                    <a:pt x="20" y="87"/>
                    <a:pt x="19" y="87"/>
                  </a:cubicBezTo>
                  <a:cubicBezTo>
                    <a:pt x="18" y="87"/>
                    <a:pt x="16" y="90"/>
                    <a:pt x="18" y="91"/>
                  </a:cubicBezTo>
                  <a:cubicBezTo>
                    <a:pt x="20" y="92"/>
                    <a:pt x="20" y="93"/>
                    <a:pt x="22" y="94"/>
                  </a:cubicBezTo>
                  <a:cubicBezTo>
                    <a:pt x="23" y="96"/>
                    <a:pt x="25" y="95"/>
                    <a:pt x="27" y="95"/>
                  </a:cubicBezTo>
                  <a:cubicBezTo>
                    <a:pt x="28" y="94"/>
                    <a:pt x="30" y="95"/>
                    <a:pt x="30" y="93"/>
                  </a:cubicBezTo>
                  <a:cubicBezTo>
                    <a:pt x="30" y="91"/>
                    <a:pt x="31" y="88"/>
                    <a:pt x="33" y="89"/>
                  </a:cubicBezTo>
                  <a:cubicBezTo>
                    <a:pt x="33" y="88"/>
                    <a:pt x="31" y="92"/>
                    <a:pt x="31" y="93"/>
                  </a:cubicBezTo>
                  <a:cubicBezTo>
                    <a:pt x="31" y="94"/>
                    <a:pt x="35" y="97"/>
                    <a:pt x="34" y="98"/>
                  </a:cubicBezTo>
                  <a:cubicBezTo>
                    <a:pt x="32" y="100"/>
                    <a:pt x="35" y="101"/>
                    <a:pt x="35" y="101"/>
                  </a:cubicBezTo>
                  <a:cubicBezTo>
                    <a:pt x="34" y="101"/>
                    <a:pt x="32" y="104"/>
                    <a:pt x="32" y="104"/>
                  </a:cubicBezTo>
                  <a:cubicBezTo>
                    <a:pt x="33" y="105"/>
                    <a:pt x="38" y="102"/>
                    <a:pt x="38" y="102"/>
                  </a:cubicBezTo>
                  <a:cubicBezTo>
                    <a:pt x="38" y="103"/>
                    <a:pt x="37" y="103"/>
                    <a:pt x="37" y="104"/>
                  </a:cubicBezTo>
                  <a:cubicBezTo>
                    <a:pt x="37" y="104"/>
                    <a:pt x="39" y="102"/>
                    <a:pt x="40" y="101"/>
                  </a:cubicBezTo>
                  <a:cubicBezTo>
                    <a:pt x="41" y="101"/>
                    <a:pt x="45" y="102"/>
                    <a:pt x="45" y="103"/>
                  </a:cubicBezTo>
                  <a:cubicBezTo>
                    <a:pt x="46" y="104"/>
                    <a:pt x="48" y="107"/>
                    <a:pt x="48" y="105"/>
                  </a:cubicBezTo>
                  <a:cubicBezTo>
                    <a:pt x="48" y="104"/>
                    <a:pt x="50" y="100"/>
                    <a:pt x="50" y="100"/>
                  </a:cubicBezTo>
                  <a:cubicBezTo>
                    <a:pt x="50" y="99"/>
                    <a:pt x="53" y="102"/>
                    <a:pt x="53" y="101"/>
                  </a:cubicBezTo>
                  <a:cubicBezTo>
                    <a:pt x="53" y="101"/>
                    <a:pt x="50" y="101"/>
                    <a:pt x="50" y="102"/>
                  </a:cubicBezTo>
                  <a:cubicBezTo>
                    <a:pt x="50" y="104"/>
                    <a:pt x="53" y="104"/>
                    <a:pt x="54" y="103"/>
                  </a:cubicBezTo>
                  <a:cubicBezTo>
                    <a:pt x="55" y="102"/>
                    <a:pt x="56" y="103"/>
                    <a:pt x="57" y="102"/>
                  </a:cubicBezTo>
                  <a:cubicBezTo>
                    <a:pt x="57" y="102"/>
                    <a:pt x="59" y="100"/>
                    <a:pt x="59" y="100"/>
                  </a:cubicBezTo>
                  <a:cubicBezTo>
                    <a:pt x="59" y="100"/>
                    <a:pt x="57" y="103"/>
                    <a:pt x="56" y="104"/>
                  </a:cubicBezTo>
                  <a:cubicBezTo>
                    <a:pt x="56" y="105"/>
                    <a:pt x="56" y="105"/>
                    <a:pt x="55" y="106"/>
                  </a:cubicBezTo>
                  <a:cubicBezTo>
                    <a:pt x="55" y="107"/>
                    <a:pt x="56" y="106"/>
                    <a:pt x="56" y="107"/>
                  </a:cubicBezTo>
                  <a:cubicBezTo>
                    <a:pt x="56" y="107"/>
                    <a:pt x="55" y="108"/>
                    <a:pt x="54" y="109"/>
                  </a:cubicBezTo>
                  <a:cubicBezTo>
                    <a:pt x="54" y="111"/>
                    <a:pt x="54" y="111"/>
                    <a:pt x="55" y="112"/>
                  </a:cubicBezTo>
                  <a:cubicBezTo>
                    <a:pt x="55" y="112"/>
                    <a:pt x="52" y="114"/>
                    <a:pt x="51" y="114"/>
                  </a:cubicBezTo>
                  <a:cubicBezTo>
                    <a:pt x="50" y="116"/>
                    <a:pt x="49" y="117"/>
                    <a:pt x="47" y="118"/>
                  </a:cubicBezTo>
                  <a:cubicBezTo>
                    <a:pt x="45" y="118"/>
                    <a:pt x="43" y="120"/>
                    <a:pt x="42" y="121"/>
                  </a:cubicBezTo>
                  <a:cubicBezTo>
                    <a:pt x="41" y="121"/>
                    <a:pt x="41" y="122"/>
                    <a:pt x="40" y="122"/>
                  </a:cubicBezTo>
                  <a:cubicBezTo>
                    <a:pt x="40" y="123"/>
                    <a:pt x="41" y="124"/>
                    <a:pt x="41" y="124"/>
                  </a:cubicBezTo>
                  <a:cubicBezTo>
                    <a:pt x="40" y="125"/>
                    <a:pt x="37" y="124"/>
                    <a:pt x="36" y="124"/>
                  </a:cubicBezTo>
                  <a:cubicBezTo>
                    <a:pt x="33" y="124"/>
                    <a:pt x="32" y="125"/>
                    <a:pt x="30" y="127"/>
                  </a:cubicBezTo>
                  <a:cubicBezTo>
                    <a:pt x="29" y="128"/>
                    <a:pt x="30" y="130"/>
                    <a:pt x="31" y="129"/>
                  </a:cubicBezTo>
                  <a:cubicBezTo>
                    <a:pt x="33" y="128"/>
                    <a:pt x="35" y="125"/>
                    <a:pt x="36" y="126"/>
                  </a:cubicBezTo>
                  <a:cubicBezTo>
                    <a:pt x="36" y="125"/>
                    <a:pt x="35" y="129"/>
                    <a:pt x="38" y="126"/>
                  </a:cubicBezTo>
                  <a:cubicBezTo>
                    <a:pt x="38" y="126"/>
                    <a:pt x="40" y="129"/>
                    <a:pt x="41" y="127"/>
                  </a:cubicBezTo>
                  <a:cubicBezTo>
                    <a:pt x="41" y="126"/>
                    <a:pt x="40" y="126"/>
                    <a:pt x="41" y="126"/>
                  </a:cubicBezTo>
                  <a:cubicBezTo>
                    <a:pt x="42" y="125"/>
                    <a:pt x="42" y="125"/>
                    <a:pt x="43" y="125"/>
                  </a:cubicBezTo>
                  <a:cubicBezTo>
                    <a:pt x="44" y="125"/>
                    <a:pt x="44" y="125"/>
                    <a:pt x="45" y="124"/>
                  </a:cubicBezTo>
                  <a:cubicBezTo>
                    <a:pt x="46" y="123"/>
                    <a:pt x="48" y="123"/>
                    <a:pt x="50" y="122"/>
                  </a:cubicBezTo>
                  <a:cubicBezTo>
                    <a:pt x="53" y="121"/>
                    <a:pt x="49" y="121"/>
                    <a:pt x="51" y="120"/>
                  </a:cubicBezTo>
                  <a:cubicBezTo>
                    <a:pt x="52" y="119"/>
                    <a:pt x="53" y="118"/>
                    <a:pt x="54" y="118"/>
                  </a:cubicBezTo>
                  <a:cubicBezTo>
                    <a:pt x="56" y="117"/>
                    <a:pt x="58" y="116"/>
                    <a:pt x="59" y="116"/>
                  </a:cubicBezTo>
                  <a:cubicBezTo>
                    <a:pt x="62" y="114"/>
                    <a:pt x="60" y="115"/>
                    <a:pt x="60" y="113"/>
                  </a:cubicBezTo>
                  <a:cubicBezTo>
                    <a:pt x="60" y="113"/>
                    <a:pt x="68" y="109"/>
                    <a:pt x="69" y="108"/>
                  </a:cubicBezTo>
                  <a:cubicBezTo>
                    <a:pt x="70" y="108"/>
                    <a:pt x="72" y="108"/>
                    <a:pt x="72" y="107"/>
                  </a:cubicBezTo>
                  <a:cubicBezTo>
                    <a:pt x="72" y="104"/>
                    <a:pt x="73" y="105"/>
                    <a:pt x="75" y="104"/>
                  </a:cubicBezTo>
                  <a:cubicBezTo>
                    <a:pt x="78" y="102"/>
                    <a:pt x="69" y="101"/>
                    <a:pt x="73" y="97"/>
                  </a:cubicBezTo>
                  <a:cubicBezTo>
                    <a:pt x="75" y="96"/>
                    <a:pt x="77" y="96"/>
                    <a:pt x="78" y="95"/>
                  </a:cubicBezTo>
                  <a:cubicBezTo>
                    <a:pt x="79" y="94"/>
                    <a:pt x="79" y="91"/>
                    <a:pt x="77" y="91"/>
                  </a:cubicBezTo>
                  <a:cubicBezTo>
                    <a:pt x="79" y="91"/>
                    <a:pt x="79" y="92"/>
                    <a:pt x="81" y="91"/>
                  </a:cubicBezTo>
                  <a:cubicBezTo>
                    <a:pt x="82" y="90"/>
                    <a:pt x="83" y="88"/>
                    <a:pt x="85" y="87"/>
                  </a:cubicBezTo>
                  <a:cubicBezTo>
                    <a:pt x="86" y="86"/>
                    <a:pt x="88" y="84"/>
                    <a:pt x="89" y="84"/>
                  </a:cubicBezTo>
                  <a:cubicBezTo>
                    <a:pt x="90" y="84"/>
                    <a:pt x="95" y="84"/>
                    <a:pt x="94" y="86"/>
                  </a:cubicBezTo>
                  <a:cubicBezTo>
                    <a:pt x="93" y="87"/>
                    <a:pt x="91" y="85"/>
                    <a:pt x="89" y="86"/>
                  </a:cubicBezTo>
                  <a:cubicBezTo>
                    <a:pt x="87" y="87"/>
                    <a:pt x="87" y="88"/>
                    <a:pt x="86" y="90"/>
                  </a:cubicBezTo>
                  <a:cubicBezTo>
                    <a:pt x="86" y="92"/>
                    <a:pt x="84" y="94"/>
                    <a:pt x="84" y="96"/>
                  </a:cubicBezTo>
                  <a:cubicBezTo>
                    <a:pt x="83" y="97"/>
                    <a:pt x="87" y="96"/>
                    <a:pt x="87" y="97"/>
                  </a:cubicBezTo>
                  <a:cubicBezTo>
                    <a:pt x="86" y="97"/>
                    <a:pt x="81" y="99"/>
                    <a:pt x="85" y="99"/>
                  </a:cubicBezTo>
                  <a:cubicBezTo>
                    <a:pt x="88" y="99"/>
                    <a:pt x="90" y="97"/>
                    <a:pt x="93" y="96"/>
                  </a:cubicBezTo>
                  <a:cubicBezTo>
                    <a:pt x="95" y="94"/>
                    <a:pt x="97" y="94"/>
                    <a:pt x="99" y="93"/>
                  </a:cubicBezTo>
                  <a:cubicBezTo>
                    <a:pt x="103" y="92"/>
                    <a:pt x="101" y="90"/>
                    <a:pt x="101" y="88"/>
                  </a:cubicBezTo>
                  <a:cubicBezTo>
                    <a:pt x="100" y="84"/>
                    <a:pt x="109" y="87"/>
                    <a:pt x="111" y="88"/>
                  </a:cubicBezTo>
                  <a:cubicBezTo>
                    <a:pt x="113" y="88"/>
                    <a:pt x="114" y="90"/>
                    <a:pt x="116" y="91"/>
                  </a:cubicBezTo>
                  <a:cubicBezTo>
                    <a:pt x="116" y="91"/>
                    <a:pt x="118" y="88"/>
                    <a:pt x="119" y="89"/>
                  </a:cubicBezTo>
                  <a:cubicBezTo>
                    <a:pt x="119" y="89"/>
                    <a:pt x="119" y="91"/>
                    <a:pt x="119" y="92"/>
                  </a:cubicBezTo>
                  <a:cubicBezTo>
                    <a:pt x="121" y="93"/>
                    <a:pt x="122" y="93"/>
                    <a:pt x="123" y="93"/>
                  </a:cubicBezTo>
                  <a:cubicBezTo>
                    <a:pt x="126" y="93"/>
                    <a:pt x="129" y="92"/>
                    <a:pt x="131" y="93"/>
                  </a:cubicBezTo>
                  <a:cubicBezTo>
                    <a:pt x="132" y="93"/>
                    <a:pt x="133" y="94"/>
                    <a:pt x="134" y="93"/>
                  </a:cubicBezTo>
                  <a:cubicBezTo>
                    <a:pt x="135" y="93"/>
                    <a:pt x="135" y="94"/>
                    <a:pt x="136" y="95"/>
                  </a:cubicBezTo>
                  <a:cubicBezTo>
                    <a:pt x="137" y="95"/>
                    <a:pt x="139" y="96"/>
                    <a:pt x="140" y="96"/>
                  </a:cubicBezTo>
                  <a:cubicBezTo>
                    <a:pt x="142" y="96"/>
                    <a:pt x="143" y="94"/>
                    <a:pt x="144" y="94"/>
                  </a:cubicBezTo>
                  <a:cubicBezTo>
                    <a:pt x="146" y="93"/>
                    <a:pt x="145" y="96"/>
                    <a:pt x="145" y="96"/>
                  </a:cubicBezTo>
                  <a:cubicBezTo>
                    <a:pt x="144" y="97"/>
                    <a:pt x="144" y="97"/>
                    <a:pt x="145" y="98"/>
                  </a:cubicBezTo>
                  <a:cubicBezTo>
                    <a:pt x="148" y="99"/>
                    <a:pt x="150" y="100"/>
                    <a:pt x="152" y="101"/>
                  </a:cubicBezTo>
                  <a:cubicBezTo>
                    <a:pt x="154" y="103"/>
                    <a:pt x="156" y="105"/>
                    <a:pt x="158" y="106"/>
                  </a:cubicBezTo>
                  <a:cubicBezTo>
                    <a:pt x="159" y="106"/>
                    <a:pt x="160" y="105"/>
                    <a:pt x="161" y="105"/>
                  </a:cubicBezTo>
                  <a:cubicBezTo>
                    <a:pt x="162" y="104"/>
                    <a:pt x="160" y="103"/>
                    <a:pt x="160" y="102"/>
                  </a:cubicBezTo>
                  <a:cubicBezTo>
                    <a:pt x="160" y="101"/>
                    <a:pt x="163" y="103"/>
                    <a:pt x="163" y="103"/>
                  </a:cubicBezTo>
                  <a:cubicBezTo>
                    <a:pt x="163" y="104"/>
                    <a:pt x="166" y="106"/>
                    <a:pt x="167" y="105"/>
                  </a:cubicBezTo>
                  <a:cubicBezTo>
                    <a:pt x="167" y="105"/>
                    <a:pt x="165" y="99"/>
                    <a:pt x="165" y="99"/>
                  </a:cubicBezTo>
                  <a:cubicBezTo>
                    <a:pt x="166" y="99"/>
                    <a:pt x="168" y="104"/>
                    <a:pt x="169" y="104"/>
                  </a:cubicBezTo>
                  <a:cubicBezTo>
                    <a:pt x="169" y="105"/>
                    <a:pt x="170" y="107"/>
                    <a:pt x="171" y="107"/>
                  </a:cubicBezTo>
                  <a:cubicBezTo>
                    <a:pt x="172" y="107"/>
                    <a:pt x="173" y="105"/>
                    <a:pt x="173" y="105"/>
                  </a:cubicBezTo>
                  <a:cubicBezTo>
                    <a:pt x="171" y="106"/>
                    <a:pt x="177" y="110"/>
                    <a:pt x="177" y="111"/>
                  </a:cubicBezTo>
                  <a:cubicBezTo>
                    <a:pt x="176" y="111"/>
                    <a:pt x="176" y="111"/>
                    <a:pt x="176" y="111"/>
                  </a:cubicBezTo>
                  <a:cubicBezTo>
                    <a:pt x="175" y="112"/>
                    <a:pt x="177" y="112"/>
                    <a:pt x="177" y="113"/>
                  </a:cubicBezTo>
                  <a:cubicBezTo>
                    <a:pt x="177" y="113"/>
                    <a:pt x="175" y="114"/>
                    <a:pt x="176" y="114"/>
                  </a:cubicBezTo>
                  <a:cubicBezTo>
                    <a:pt x="177" y="115"/>
                    <a:pt x="178" y="116"/>
                    <a:pt x="179" y="117"/>
                  </a:cubicBezTo>
                  <a:cubicBezTo>
                    <a:pt x="181" y="119"/>
                    <a:pt x="182" y="120"/>
                    <a:pt x="184" y="121"/>
                  </a:cubicBezTo>
                  <a:cubicBezTo>
                    <a:pt x="184" y="121"/>
                    <a:pt x="182" y="125"/>
                    <a:pt x="183" y="125"/>
                  </a:cubicBezTo>
                  <a:cubicBezTo>
                    <a:pt x="184" y="126"/>
                    <a:pt x="184" y="124"/>
                    <a:pt x="184" y="124"/>
                  </a:cubicBezTo>
                  <a:cubicBezTo>
                    <a:pt x="185" y="123"/>
                    <a:pt x="185" y="126"/>
                    <a:pt x="186" y="127"/>
                  </a:cubicBezTo>
                  <a:cubicBezTo>
                    <a:pt x="186" y="127"/>
                    <a:pt x="186" y="126"/>
                    <a:pt x="186" y="125"/>
                  </a:cubicBezTo>
                  <a:cubicBezTo>
                    <a:pt x="186" y="127"/>
                    <a:pt x="192" y="130"/>
                    <a:pt x="193" y="127"/>
                  </a:cubicBezTo>
                  <a:cubicBezTo>
                    <a:pt x="193" y="127"/>
                    <a:pt x="193" y="128"/>
                    <a:pt x="193" y="128"/>
                  </a:cubicBezTo>
                  <a:cubicBezTo>
                    <a:pt x="193" y="128"/>
                    <a:pt x="194" y="127"/>
                    <a:pt x="194" y="126"/>
                  </a:cubicBezTo>
                  <a:cubicBezTo>
                    <a:pt x="193" y="126"/>
                    <a:pt x="194" y="127"/>
                    <a:pt x="194" y="12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4" name="Freeform 641">
              <a:extLst>
                <a:ext uri="{FF2B5EF4-FFF2-40B4-BE49-F238E27FC236}">
                  <a16:creationId xmlns:a16="http://schemas.microsoft.com/office/drawing/2014/main" id="{6091E785-188C-677B-FFDE-244304703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071" y="5187074"/>
              <a:ext cx="3379809" cy="1773510"/>
            </a:xfrm>
            <a:custGeom>
              <a:avLst/>
              <a:gdLst>
                <a:gd name="T0" fmla="*/ 84 w 289"/>
                <a:gd name="T1" fmla="*/ 106 h 143"/>
                <a:gd name="T2" fmla="*/ 105 w 289"/>
                <a:gd name="T3" fmla="*/ 119 h 143"/>
                <a:gd name="T4" fmla="*/ 125 w 289"/>
                <a:gd name="T5" fmla="*/ 127 h 143"/>
                <a:gd name="T6" fmla="*/ 137 w 289"/>
                <a:gd name="T7" fmla="*/ 127 h 143"/>
                <a:gd name="T8" fmla="*/ 149 w 289"/>
                <a:gd name="T9" fmla="*/ 119 h 143"/>
                <a:gd name="T10" fmla="*/ 162 w 289"/>
                <a:gd name="T11" fmla="*/ 118 h 143"/>
                <a:gd name="T12" fmla="*/ 177 w 289"/>
                <a:gd name="T13" fmla="*/ 119 h 143"/>
                <a:gd name="T14" fmla="*/ 171 w 289"/>
                <a:gd name="T15" fmla="*/ 113 h 143"/>
                <a:gd name="T16" fmla="*/ 186 w 289"/>
                <a:gd name="T17" fmla="*/ 113 h 143"/>
                <a:gd name="T18" fmla="*/ 209 w 289"/>
                <a:gd name="T19" fmla="*/ 122 h 143"/>
                <a:gd name="T20" fmla="*/ 213 w 289"/>
                <a:gd name="T21" fmla="*/ 133 h 143"/>
                <a:gd name="T22" fmla="*/ 220 w 289"/>
                <a:gd name="T23" fmla="*/ 143 h 143"/>
                <a:gd name="T24" fmla="*/ 215 w 289"/>
                <a:gd name="T25" fmla="*/ 108 h 143"/>
                <a:gd name="T26" fmla="*/ 234 w 289"/>
                <a:gd name="T27" fmla="*/ 92 h 143"/>
                <a:gd name="T28" fmla="*/ 239 w 289"/>
                <a:gd name="T29" fmla="*/ 86 h 143"/>
                <a:gd name="T30" fmla="*/ 244 w 289"/>
                <a:gd name="T31" fmla="*/ 82 h 143"/>
                <a:gd name="T32" fmla="*/ 242 w 289"/>
                <a:gd name="T33" fmla="*/ 78 h 143"/>
                <a:gd name="T34" fmla="*/ 238 w 289"/>
                <a:gd name="T35" fmla="*/ 71 h 143"/>
                <a:gd name="T36" fmla="*/ 239 w 289"/>
                <a:gd name="T37" fmla="*/ 69 h 143"/>
                <a:gd name="T38" fmla="*/ 242 w 289"/>
                <a:gd name="T39" fmla="*/ 75 h 143"/>
                <a:gd name="T40" fmla="*/ 246 w 289"/>
                <a:gd name="T41" fmla="*/ 62 h 143"/>
                <a:gd name="T42" fmla="*/ 253 w 289"/>
                <a:gd name="T43" fmla="*/ 52 h 143"/>
                <a:gd name="T44" fmla="*/ 265 w 289"/>
                <a:gd name="T45" fmla="*/ 48 h 143"/>
                <a:gd name="T46" fmla="*/ 271 w 289"/>
                <a:gd name="T47" fmla="*/ 48 h 143"/>
                <a:gd name="T48" fmla="*/ 274 w 289"/>
                <a:gd name="T49" fmla="*/ 35 h 143"/>
                <a:gd name="T50" fmla="*/ 288 w 289"/>
                <a:gd name="T51" fmla="*/ 28 h 143"/>
                <a:gd name="T52" fmla="*/ 276 w 289"/>
                <a:gd name="T53" fmla="*/ 13 h 143"/>
                <a:gd name="T54" fmla="*/ 264 w 289"/>
                <a:gd name="T55" fmla="*/ 28 h 143"/>
                <a:gd name="T56" fmla="*/ 237 w 289"/>
                <a:gd name="T57" fmla="*/ 39 h 143"/>
                <a:gd name="T58" fmla="*/ 224 w 289"/>
                <a:gd name="T59" fmla="*/ 45 h 143"/>
                <a:gd name="T60" fmla="*/ 208 w 289"/>
                <a:gd name="T61" fmla="*/ 44 h 143"/>
                <a:gd name="T62" fmla="*/ 203 w 289"/>
                <a:gd name="T63" fmla="*/ 36 h 143"/>
                <a:gd name="T64" fmla="*/ 196 w 289"/>
                <a:gd name="T65" fmla="*/ 28 h 143"/>
                <a:gd name="T66" fmla="*/ 185 w 289"/>
                <a:gd name="T67" fmla="*/ 48 h 143"/>
                <a:gd name="T68" fmla="*/ 187 w 289"/>
                <a:gd name="T69" fmla="*/ 25 h 143"/>
                <a:gd name="T70" fmla="*/ 196 w 289"/>
                <a:gd name="T71" fmla="*/ 17 h 143"/>
                <a:gd name="T72" fmla="*/ 184 w 289"/>
                <a:gd name="T73" fmla="*/ 13 h 143"/>
                <a:gd name="T74" fmla="*/ 165 w 289"/>
                <a:gd name="T75" fmla="*/ 15 h 143"/>
                <a:gd name="T76" fmla="*/ 158 w 289"/>
                <a:gd name="T77" fmla="*/ 5 h 143"/>
                <a:gd name="T78" fmla="*/ 147 w 289"/>
                <a:gd name="T79" fmla="*/ 4 h 143"/>
                <a:gd name="T80" fmla="*/ 30 w 289"/>
                <a:gd name="T81" fmla="*/ 4 h 143"/>
                <a:gd name="T82" fmla="*/ 7 w 289"/>
                <a:gd name="T83" fmla="*/ 9 h 143"/>
                <a:gd name="T84" fmla="*/ 8 w 289"/>
                <a:gd name="T85" fmla="*/ 21 h 143"/>
                <a:gd name="T86" fmla="*/ 2 w 289"/>
                <a:gd name="T87" fmla="*/ 40 h 143"/>
                <a:gd name="T88" fmla="*/ 5 w 289"/>
                <a:gd name="T89" fmla="*/ 63 h 143"/>
                <a:gd name="T90" fmla="*/ 12 w 289"/>
                <a:gd name="T91" fmla="*/ 73 h 143"/>
                <a:gd name="T92" fmla="*/ 21 w 289"/>
                <a:gd name="T93" fmla="*/ 88 h 143"/>
                <a:gd name="T94" fmla="*/ 39 w 289"/>
                <a:gd name="T95" fmla="*/ 102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89" h="143">
                  <a:moveTo>
                    <a:pt x="68" y="108"/>
                  </a:moveTo>
                  <a:cubicBezTo>
                    <a:pt x="71" y="108"/>
                    <a:pt x="74" y="108"/>
                    <a:pt x="78" y="108"/>
                  </a:cubicBezTo>
                  <a:cubicBezTo>
                    <a:pt x="79" y="108"/>
                    <a:pt x="81" y="108"/>
                    <a:pt x="82" y="108"/>
                  </a:cubicBezTo>
                  <a:cubicBezTo>
                    <a:pt x="83" y="108"/>
                    <a:pt x="83" y="106"/>
                    <a:pt x="84" y="106"/>
                  </a:cubicBezTo>
                  <a:cubicBezTo>
                    <a:pt x="85" y="105"/>
                    <a:pt x="91" y="105"/>
                    <a:pt x="91" y="106"/>
                  </a:cubicBezTo>
                  <a:cubicBezTo>
                    <a:pt x="94" y="108"/>
                    <a:pt x="97" y="110"/>
                    <a:pt x="100" y="112"/>
                  </a:cubicBezTo>
                  <a:cubicBezTo>
                    <a:pt x="100" y="112"/>
                    <a:pt x="101" y="115"/>
                    <a:pt x="101" y="116"/>
                  </a:cubicBezTo>
                  <a:cubicBezTo>
                    <a:pt x="102" y="118"/>
                    <a:pt x="102" y="118"/>
                    <a:pt x="105" y="119"/>
                  </a:cubicBezTo>
                  <a:cubicBezTo>
                    <a:pt x="107" y="120"/>
                    <a:pt x="108" y="121"/>
                    <a:pt x="109" y="119"/>
                  </a:cubicBezTo>
                  <a:cubicBezTo>
                    <a:pt x="110" y="116"/>
                    <a:pt x="111" y="116"/>
                    <a:pt x="114" y="117"/>
                  </a:cubicBezTo>
                  <a:cubicBezTo>
                    <a:pt x="116" y="117"/>
                    <a:pt x="119" y="118"/>
                    <a:pt x="119" y="120"/>
                  </a:cubicBezTo>
                  <a:cubicBezTo>
                    <a:pt x="121" y="123"/>
                    <a:pt x="123" y="124"/>
                    <a:pt x="125" y="127"/>
                  </a:cubicBezTo>
                  <a:cubicBezTo>
                    <a:pt x="127" y="129"/>
                    <a:pt x="126" y="133"/>
                    <a:pt x="129" y="134"/>
                  </a:cubicBezTo>
                  <a:cubicBezTo>
                    <a:pt x="131" y="136"/>
                    <a:pt x="135" y="136"/>
                    <a:pt x="137" y="137"/>
                  </a:cubicBezTo>
                  <a:cubicBezTo>
                    <a:pt x="137" y="136"/>
                    <a:pt x="135" y="129"/>
                    <a:pt x="135" y="129"/>
                  </a:cubicBezTo>
                  <a:cubicBezTo>
                    <a:pt x="137" y="130"/>
                    <a:pt x="136" y="127"/>
                    <a:pt x="137" y="127"/>
                  </a:cubicBezTo>
                  <a:cubicBezTo>
                    <a:pt x="137" y="126"/>
                    <a:pt x="139" y="126"/>
                    <a:pt x="140" y="125"/>
                  </a:cubicBezTo>
                  <a:cubicBezTo>
                    <a:pt x="141" y="125"/>
                    <a:pt x="142" y="122"/>
                    <a:pt x="142" y="122"/>
                  </a:cubicBezTo>
                  <a:cubicBezTo>
                    <a:pt x="143" y="123"/>
                    <a:pt x="144" y="123"/>
                    <a:pt x="145" y="122"/>
                  </a:cubicBezTo>
                  <a:cubicBezTo>
                    <a:pt x="147" y="121"/>
                    <a:pt x="148" y="121"/>
                    <a:pt x="149" y="119"/>
                  </a:cubicBezTo>
                  <a:cubicBezTo>
                    <a:pt x="151" y="118"/>
                    <a:pt x="148" y="118"/>
                    <a:pt x="148" y="117"/>
                  </a:cubicBezTo>
                  <a:cubicBezTo>
                    <a:pt x="148" y="117"/>
                    <a:pt x="151" y="118"/>
                    <a:pt x="152" y="117"/>
                  </a:cubicBezTo>
                  <a:cubicBezTo>
                    <a:pt x="154" y="116"/>
                    <a:pt x="155" y="116"/>
                    <a:pt x="157" y="116"/>
                  </a:cubicBezTo>
                  <a:cubicBezTo>
                    <a:pt x="159" y="116"/>
                    <a:pt x="160" y="119"/>
                    <a:pt x="162" y="118"/>
                  </a:cubicBezTo>
                  <a:cubicBezTo>
                    <a:pt x="165" y="116"/>
                    <a:pt x="166" y="118"/>
                    <a:pt x="168" y="119"/>
                  </a:cubicBezTo>
                  <a:cubicBezTo>
                    <a:pt x="170" y="120"/>
                    <a:pt x="171" y="118"/>
                    <a:pt x="172" y="118"/>
                  </a:cubicBezTo>
                  <a:cubicBezTo>
                    <a:pt x="173" y="117"/>
                    <a:pt x="176" y="119"/>
                    <a:pt x="176" y="120"/>
                  </a:cubicBezTo>
                  <a:cubicBezTo>
                    <a:pt x="177" y="121"/>
                    <a:pt x="178" y="120"/>
                    <a:pt x="177" y="119"/>
                  </a:cubicBezTo>
                  <a:cubicBezTo>
                    <a:pt x="177" y="119"/>
                    <a:pt x="176" y="118"/>
                    <a:pt x="175" y="118"/>
                  </a:cubicBezTo>
                  <a:cubicBezTo>
                    <a:pt x="174" y="117"/>
                    <a:pt x="176" y="117"/>
                    <a:pt x="176" y="117"/>
                  </a:cubicBezTo>
                  <a:cubicBezTo>
                    <a:pt x="175" y="115"/>
                    <a:pt x="175" y="114"/>
                    <a:pt x="173" y="115"/>
                  </a:cubicBezTo>
                  <a:cubicBezTo>
                    <a:pt x="173" y="115"/>
                    <a:pt x="169" y="115"/>
                    <a:pt x="171" y="113"/>
                  </a:cubicBezTo>
                  <a:cubicBezTo>
                    <a:pt x="173" y="113"/>
                    <a:pt x="174" y="114"/>
                    <a:pt x="175" y="114"/>
                  </a:cubicBezTo>
                  <a:cubicBezTo>
                    <a:pt x="178" y="113"/>
                    <a:pt x="180" y="113"/>
                    <a:pt x="183" y="113"/>
                  </a:cubicBezTo>
                  <a:cubicBezTo>
                    <a:pt x="184" y="113"/>
                    <a:pt x="183" y="113"/>
                    <a:pt x="184" y="114"/>
                  </a:cubicBezTo>
                  <a:cubicBezTo>
                    <a:pt x="184" y="114"/>
                    <a:pt x="185" y="114"/>
                    <a:pt x="186" y="113"/>
                  </a:cubicBezTo>
                  <a:cubicBezTo>
                    <a:pt x="188" y="113"/>
                    <a:pt x="190" y="113"/>
                    <a:pt x="192" y="113"/>
                  </a:cubicBezTo>
                  <a:cubicBezTo>
                    <a:pt x="194" y="113"/>
                    <a:pt x="194" y="115"/>
                    <a:pt x="196" y="116"/>
                  </a:cubicBezTo>
                  <a:cubicBezTo>
                    <a:pt x="198" y="118"/>
                    <a:pt x="200" y="116"/>
                    <a:pt x="202" y="115"/>
                  </a:cubicBezTo>
                  <a:cubicBezTo>
                    <a:pt x="203" y="115"/>
                    <a:pt x="209" y="121"/>
                    <a:pt x="209" y="122"/>
                  </a:cubicBezTo>
                  <a:cubicBezTo>
                    <a:pt x="210" y="123"/>
                    <a:pt x="208" y="125"/>
                    <a:pt x="209" y="126"/>
                  </a:cubicBezTo>
                  <a:cubicBezTo>
                    <a:pt x="210" y="128"/>
                    <a:pt x="209" y="128"/>
                    <a:pt x="210" y="130"/>
                  </a:cubicBezTo>
                  <a:cubicBezTo>
                    <a:pt x="210" y="131"/>
                    <a:pt x="211" y="132"/>
                    <a:pt x="211" y="132"/>
                  </a:cubicBezTo>
                  <a:cubicBezTo>
                    <a:pt x="212" y="132"/>
                    <a:pt x="212" y="133"/>
                    <a:pt x="213" y="133"/>
                  </a:cubicBezTo>
                  <a:cubicBezTo>
                    <a:pt x="214" y="134"/>
                    <a:pt x="213" y="136"/>
                    <a:pt x="214" y="137"/>
                  </a:cubicBezTo>
                  <a:cubicBezTo>
                    <a:pt x="215" y="138"/>
                    <a:pt x="216" y="138"/>
                    <a:pt x="217" y="140"/>
                  </a:cubicBezTo>
                  <a:cubicBezTo>
                    <a:pt x="219" y="143"/>
                    <a:pt x="218" y="140"/>
                    <a:pt x="220" y="141"/>
                  </a:cubicBezTo>
                  <a:cubicBezTo>
                    <a:pt x="220" y="141"/>
                    <a:pt x="220" y="143"/>
                    <a:pt x="220" y="143"/>
                  </a:cubicBezTo>
                  <a:cubicBezTo>
                    <a:pt x="221" y="143"/>
                    <a:pt x="222" y="136"/>
                    <a:pt x="222" y="135"/>
                  </a:cubicBezTo>
                  <a:cubicBezTo>
                    <a:pt x="222" y="132"/>
                    <a:pt x="221" y="130"/>
                    <a:pt x="220" y="126"/>
                  </a:cubicBezTo>
                  <a:cubicBezTo>
                    <a:pt x="218" y="123"/>
                    <a:pt x="218" y="120"/>
                    <a:pt x="217" y="117"/>
                  </a:cubicBezTo>
                  <a:cubicBezTo>
                    <a:pt x="215" y="115"/>
                    <a:pt x="214" y="111"/>
                    <a:pt x="215" y="108"/>
                  </a:cubicBezTo>
                  <a:cubicBezTo>
                    <a:pt x="216" y="105"/>
                    <a:pt x="218" y="103"/>
                    <a:pt x="221" y="101"/>
                  </a:cubicBezTo>
                  <a:cubicBezTo>
                    <a:pt x="222" y="100"/>
                    <a:pt x="223" y="100"/>
                    <a:pt x="224" y="99"/>
                  </a:cubicBezTo>
                  <a:cubicBezTo>
                    <a:pt x="225" y="98"/>
                    <a:pt x="226" y="96"/>
                    <a:pt x="227" y="96"/>
                  </a:cubicBezTo>
                  <a:cubicBezTo>
                    <a:pt x="229" y="94"/>
                    <a:pt x="232" y="94"/>
                    <a:pt x="234" y="92"/>
                  </a:cubicBezTo>
                  <a:cubicBezTo>
                    <a:pt x="235" y="91"/>
                    <a:pt x="236" y="89"/>
                    <a:pt x="238" y="89"/>
                  </a:cubicBezTo>
                  <a:cubicBezTo>
                    <a:pt x="238" y="89"/>
                    <a:pt x="242" y="89"/>
                    <a:pt x="241" y="87"/>
                  </a:cubicBezTo>
                  <a:cubicBezTo>
                    <a:pt x="241" y="87"/>
                    <a:pt x="238" y="88"/>
                    <a:pt x="238" y="88"/>
                  </a:cubicBezTo>
                  <a:cubicBezTo>
                    <a:pt x="238" y="87"/>
                    <a:pt x="240" y="88"/>
                    <a:pt x="239" y="86"/>
                  </a:cubicBezTo>
                  <a:cubicBezTo>
                    <a:pt x="239" y="86"/>
                    <a:pt x="238" y="85"/>
                    <a:pt x="239" y="85"/>
                  </a:cubicBezTo>
                  <a:cubicBezTo>
                    <a:pt x="239" y="84"/>
                    <a:pt x="239" y="85"/>
                    <a:pt x="240" y="84"/>
                  </a:cubicBezTo>
                  <a:cubicBezTo>
                    <a:pt x="239" y="85"/>
                    <a:pt x="241" y="86"/>
                    <a:pt x="241" y="85"/>
                  </a:cubicBezTo>
                  <a:cubicBezTo>
                    <a:pt x="242" y="85"/>
                    <a:pt x="245" y="83"/>
                    <a:pt x="244" y="82"/>
                  </a:cubicBezTo>
                  <a:cubicBezTo>
                    <a:pt x="244" y="83"/>
                    <a:pt x="238" y="82"/>
                    <a:pt x="239" y="81"/>
                  </a:cubicBezTo>
                  <a:cubicBezTo>
                    <a:pt x="239" y="80"/>
                    <a:pt x="240" y="82"/>
                    <a:pt x="241" y="81"/>
                  </a:cubicBezTo>
                  <a:cubicBezTo>
                    <a:pt x="241" y="81"/>
                    <a:pt x="243" y="80"/>
                    <a:pt x="243" y="80"/>
                  </a:cubicBezTo>
                  <a:cubicBezTo>
                    <a:pt x="243" y="80"/>
                    <a:pt x="242" y="79"/>
                    <a:pt x="242" y="78"/>
                  </a:cubicBezTo>
                  <a:cubicBezTo>
                    <a:pt x="243" y="77"/>
                    <a:pt x="243" y="76"/>
                    <a:pt x="241" y="76"/>
                  </a:cubicBezTo>
                  <a:cubicBezTo>
                    <a:pt x="241" y="76"/>
                    <a:pt x="237" y="74"/>
                    <a:pt x="237" y="74"/>
                  </a:cubicBezTo>
                  <a:cubicBezTo>
                    <a:pt x="238" y="73"/>
                    <a:pt x="239" y="74"/>
                    <a:pt x="240" y="74"/>
                  </a:cubicBezTo>
                  <a:cubicBezTo>
                    <a:pt x="241" y="73"/>
                    <a:pt x="239" y="71"/>
                    <a:pt x="238" y="71"/>
                  </a:cubicBezTo>
                  <a:cubicBezTo>
                    <a:pt x="237" y="70"/>
                    <a:pt x="236" y="69"/>
                    <a:pt x="236" y="68"/>
                  </a:cubicBezTo>
                  <a:cubicBezTo>
                    <a:pt x="235" y="67"/>
                    <a:pt x="238" y="65"/>
                    <a:pt x="237" y="64"/>
                  </a:cubicBezTo>
                  <a:cubicBezTo>
                    <a:pt x="238" y="65"/>
                    <a:pt x="237" y="66"/>
                    <a:pt x="237" y="67"/>
                  </a:cubicBezTo>
                  <a:cubicBezTo>
                    <a:pt x="237" y="67"/>
                    <a:pt x="239" y="69"/>
                    <a:pt x="239" y="69"/>
                  </a:cubicBezTo>
                  <a:cubicBezTo>
                    <a:pt x="241" y="67"/>
                    <a:pt x="239" y="62"/>
                    <a:pt x="242" y="61"/>
                  </a:cubicBezTo>
                  <a:cubicBezTo>
                    <a:pt x="241" y="61"/>
                    <a:pt x="241" y="66"/>
                    <a:pt x="242" y="67"/>
                  </a:cubicBezTo>
                  <a:cubicBezTo>
                    <a:pt x="242" y="69"/>
                    <a:pt x="244" y="69"/>
                    <a:pt x="244" y="71"/>
                  </a:cubicBezTo>
                  <a:cubicBezTo>
                    <a:pt x="244" y="72"/>
                    <a:pt x="241" y="74"/>
                    <a:pt x="242" y="75"/>
                  </a:cubicBezTo>
                  <a:cubicBezTo>
                    <a:pt x="242" y="75"/>
                    <a:pt x="248" y="69"/>
                    <a:pt x="247" y="67"/>
                  </a:cubicBezTo>
                  <a:cubicBezTo>
                    <a:pt x="247" y="65"/>
                    <a:pt x="245" y="64"/>
                    <a:pt x="245" y="62"/>
                  </a:cubicBezTo>
                  <a:cubicBezTo>
                    <a:pt x="244" y="61"/>
                    <a:pt x="245" y="58"/>
                    <a:pt x="247" y="59"/>
                  </a:cubicBezTo>
                  <a:cubicBezTo>
                    <a:pt x="246" y="58"/>
                    <a:pt x="245" y="61"/>
                    <a:pt x="246" y="62"/>
                  </a:cubicBezTo>
                  <a:cubicBezTo>
                    <a:pt x="248" y="64"/>
                    <a:pt x="248" y="65"/>
                    <a:pt x="250" y="62"/>
                  </a:cubicBezTo>
                  <a:cubicBezTo>
                    <a:pt x="251" y="61"/>
                    <a:pt x="253" y="58"/>
                    <a:pt x="252" y="56"/>
                  </a:cubicBezTo>
                  <a:cubicBezTo>
                    <a:pt x="252" y="56"/>
                    <a:pt x="251" y="55"/>
                    <a:pt x="252" y="54"/>
                  </a:cubicBezTo>
                  <a:cubicBezTo>
                    <a:pt x="252" y="54"/>
                    <a:pt x="253" y="52"/>
                    <a:pt x="253" y="52"/>
                  </a:cubicBezTo>
                  <a:cubicBezTo>
                    <a:pt x="253" y="52"/>
                    <a:pt x="253" y="54"/>
                    <a:pt x="253" y="54"/>
                  </a:cubicBezTo>
                  <a:cubicBezTo>
                    <a:pt x="253" y="54"/>
                    <a:pt x="258" y="51"/>
                    <a:pt x="260" y="51"/>
                  </a:cubicBezTo>
                  <a:cubicBezTo>
                    <a:pt x="261" y="50"/>
                    <a:pt x="263" y="51"/>
                    <a:pt x="264" y="51"/>
                  </a:cubicBezTo>
                  <a:cubicBezTo>
                    <a:pt x="266" y="50"/>
                    <a:pt x="265" y="49"/>
                    <a:pt x="265" y="48"/>
                  </a:cubicBezTo>
                  <a:cubicBezTo>
                    <a:pt x="266" y="48"/>
                    <a:pt x="266" y="50"/>
                    <a:pt x="267" y="50"/>
                  </a:cubicBezTo>
                  <a:cubicBezTo>
                    <a:pt x="267" y="50"/>
                    <a:pt x="269" y="49"/>
                    <a:pt x="269" y="49"/>
                  </a:cubicBezTo>
                  <a:cubicBezTo>
                    <a:pt x="271" y="51"/>
                    <a:pt x="275" y="46"/>
                    <a:pt x="272" y="46"/>
                  </a:cubicBezTo>
                  <a:cubicBezTo>
                    <a:pt x="272" y="46"/>
                    <a:pt x="272" y="48"/>
                    <a:pt x="271" y="48"/>
                  </a:cubicBezTo>
                  <a:cubicBezTo>
                    <a:pt x="270" y="48"/>
                    <a:pt x="268" y="44"/>
                    <a:pt x="268" y="44"/>
                  </a:cubicBezTo>
                  <a:cubicBezTo>
                    <a:pt x="269" y="43"/>
                    <a:pt x="268" y="42"/>
                    <a:pt x="269" y="41"/>
                  </a:cubicBezTo>
                  <a:cubicBezTo>
                    <a:pt x="270" y="39"/>
                    <a:pt x="271" y="37"/>
                    <a:pt x="272" y="36"/>
                  </a:cubicBezTo>
                  <a:cubicBezTo>
                    <a:pt x="273" y="36"/>
                    <a:pt x="274" y="35"/>
                    <a:pt x="274" y="35"/>
                  </a:cubicBezTo>
                  <a:cubicBezTo>
                    <a:pt x="276" y="36"/>
                    <a:pt x="277" y="33"/>
                    <a:pt x="278" y="32"/>
                  </a:cubicBezTo>
                  <a:cubicBezTo>
                    <a:pt x="278" y="32"/>
                    <a:pt x="280" y="33"/>
                    <a:pt x="281" y="32"/>
                  </a:cubicBezTo>
                  <a:cubicBezTo>
                    <a:pt x="283" y="31"/>
                    <a:pt x="285" y="31"/>
                    <a:pt x="286" y="30"/>
                  </a:cubicBezTo>
                  <a:cubicBezTo>
                    <a:pt x="287" y="30"/>
                    <a:pt x="289" y="29"/>
                    <a:pt x="288" y="28"/>
                  </a:cubicBezTo>
                  <a:cubicBezTo>
                    <a:pt x="286" y="26"/>
                    <a:pt x="286" y="25"/>
                    <a:pt x="285" y="24"/>
                  </a:cubicBezTo>
                  <a:cubicBezTo>
                    <a:pt x="281" y="23"/>
                    <a:pt x="287" y="14"/>
                    <a:pt x="281" y="14"/>
                  </a:cubicBezTo>
                  <a:cubicBezTo>
                    <a:pt x="280" y="13"/>
                    <a:pt x="279" y="15"/>
                    <a:pt x="278" y="14"/>
                  </a:cubicBezTo>
                  <a:cubicBezTo>
                    <a:pt x="277" y="13"/>
                    <a:pt x="277" y="12"/>
                    <a:pt x="276" y="13"/>
                  </a:cubicBezTo>
                  <a:cubicBezTo>
                    <a:pt x="275" y="14"/>
                    <a:pt x="274" y="16"/>
                    <a:pt x="273" y="17"/>
                  </a:cubicBezTo>
                  <a:cubicBezTo>
                    <a:pt x="272" y="18"/>
                    <a:pt x="272" y="20"/>
                    <a:pt x="271" y="21"/>
                  </a:cubicBezTo>
                  <a:cubicBezTo>
                    <a:pt x="271" y="23"/>
                    <a:pt x="270" y="26"/>
                    <a:pt x="268" y="26"/>
                  </a:cubicBezTo>
                  <a:cubicBezTo>
                    <a:pt x="266" y="26"/>
                    <a:pt x="266" y="28"/>
                    <a:pt x="264" y="28"/>
                  </a:cubicBezTo>
                  <a:cubicBezTo>
                    <a:pt x="259" y="28"/>
                    <a:pt x="254" y="28"/>
                    <a:pt x="249" y="28"/>
                  </a:cubicBezTo>
                  <a:cubicBezTo>
                    <a:pt x="247" y="28"/>
                    <a:pt x="247" y="28"/>
                    <a:pt x="246" y="29"/>
                  </a:cubicBezTo>
                  <a:cubicBezTo>
                    <a:pt x="245" y="31"/>
                    <a:pt x="241" y="33"/>
                    <a:pt x="241" y="34"/>
                  </a:cubicBezTo>
                  <a:cubicBezTo>
                    <a:pt x="242" y="37"/>
                    <a:pt x="239" y="39"/>
                    <a:pt x="237" y="39"/>
                  </a:cubicBezTo>
                  <a:cubicBezTo>
                    <a:pt x="235" y="39"/>
                    <a:pt x="234" y="38"/>
                    <a:pt x="232" y="38"/>
                  </a:cubicBezTo>
                  <a:cubicBezTo>
                    <a:pt x="230" y="38"/>
                    <a:pt x="228" y="39"/>
                    <a:pt x="227" y="39"/>
                  </a:cubicBezTo>
                  <a:cubicBezTo>
                    <a:pt x="227" y="39"/>
                    <a:pt x="227" y="42"/>
                    <a:pt x="228" y="42"/>
                  </a:cubicBezTo>
                  <a:cubicBezTo>
                    <a:pt x="227" y="43"/>
                    <a:pt x="226" y="44"/>
                    <a:pt x="224" y="45"/>
                  </a:cubicBezTo>
                  <a:cubicBezTo>
                    <a:pt x="222" y="46"/>
                    <a:pt x="219" y="48"/>
                    <a:pt x="216" y="49"/>
                  </a:cubicBezTo>
                  <a:cubicBezTo>
                    <a:pt x="213" y="50"/>
                    <a:pt x="210" y="50"/>
                    <a:pt x="207" y="49"/>
                  </a:cubicBezTo>
                  <a:cubicBezTo>
                    <a:pt x="206" y="48"/>
                    <a:pt x="205" y="47"/>
                    <a:pt x="206" y="46"/>
                  </a:cubicBezTo>
                  <a:cubicBezTo>
                    <a:pt x="206" y="46"/>
                    <a:pt x="207" y="44"/>
                    <a:pt x="208" y="44"/>
                  </a:cubicBezTo>
                  <a:cubicBezTo>
                    <a:pt x="208" y="44"/>
                    <a:pt x="208" y="45"/>
                    <a:pt x="208" y="46"/>
                  </a:cubicBezTo>
                  <a:cubicBezTo>
                    <a:pt x="210" y="42"/>
                    <a:pt x="211" y="39"/>
                    <a:pt x="209" y="35"/>
                  </a:cubicBezTo>
                  <a:cubicBezTo>
                    <a:pt x="208" y="34"/>
                    <a:pt x="206" y="36"/>
                    <a:pt x="205" y="36"/>
                  </a:cubicBezTo>
                  <a:cubicBezTo>
                    <a:pt x="204" y="37"/>
                    <a:pt x="204" y="36"/>
                    <a:pt x="203" y="36"/>
                  </a:cubicBezTo>
                  <a:cubicBezTo>
                    <a:pt x="202" y="35"/>
                    <a:pt x="204" y="34"/>
                    <a:pt x="204" y="34"/>
                  </a:cubicBezTo>
                  <a:cubicBezTo>
                    <a:pt x="208" y="30"/>
                    <a:pt x="205" y="26"/>
                    <a:pt x="201" y="25"/>
                  </a:cubicBezTo>
                  <a:cubicBezTo>
                    <a:pt x="198" y="24"/>
                    <a:pt x="198" y="25"/>
                    <a:pt x="196" y="26"/>
                  </a:cubicBezTo>
                  <a:cubicBezTo>
                    <a:pt x="196" y="27"/>
                    <a:pt x="196" y="27"/>
                    <a:pt x="196" y="28"/>
                  </a:cubicBezTo>
                  <a:cubicBezTo>
                    <a:pt x="196" y="29"/>
                    <a:pt x="194" y="28"/>
                    <a:pt x="193" y="28"/>
                  </a:cubicBezTo>
                  <a:cubicBezTo>
                    <a:pt x="192" y="28"/>
                    <a:pt x="190" y="36"/>
                    <a:pt x="190" y="37"/>
                  </a:cubicBezTo>
                  <a:cubicBezTo>
                    <a:pt x="191" y="42"/>
                    <a:pt x="192" y="45"/>
                    <a:pt x="188" y="47"/>
                  </a:cubicBezTo>
                  <a:cubicBezTo>
                    <a:pt x="188" y="48"/>
                    <a:pt x="185" y="49"/>
                    <a:pt x="185" y="48"/>
                  </a:cubicBezTo>
                  <a:cubicBezTo>
                    <a:pt x="185" y="46"/>
                    <a:pt x="184" y="44"/>
                    <a:pt x="184" y="42"/>
                  </a:cubicBezTo>
                  <a:cubicBezTo>
                    <a:pt x="184" y="41"/>
                    <a:pt x="186" y="30"/>
                    <a:pt x="186" y="30"/>
                  </a:cubicBezTo>
                  <a:cubicBezTo>
                    <a:pt x="185" y="30"/>
                    <a:pt x="183" y="32"/>
                    <a:pt x="183" y="31"/>
                  </a:cubicBezTo>
                  <a:cubicBezTo>
                    <a:pt x="183" y="30"/>
                    <a:pt x="186" y="26"/>
                    <a:pt x="187" y="25"/>
                  </a:cubicBezTo>
                  <a:cubicBezTo>
                    <a:pt x="188" y="23"/>
                    <a:pt x="191" y="23"/>
                    <a:pt x="193" y="22"/>
                  </a:cubicBezTo>
                  <a:cubicBezTo>
                    <a:pt x="196" y="22"/>
                    <a:pt x="199" y="23"/>
                    <a:pt x="202" y="23"/>
                  </a:cubicBezTo>
                  <a:cubicBezTo>
                    <a:pt x="205" y="23"/>
                    <a:pt x="201" y="20"/>
                    <a:pt x="199" y="20"/>
                  </a:cubicBezTo>
                  <a:cubicBezTo>
                    <a:pt x="197" y="20"/>
                    <a:pt x="199" y="17"/>
                    <a:pt x="196" y="17"/>
                  </a:cubicBezTo>
                  <a:cubicBezTo>
                    <a:pt x="194" y="18"/>
                    <a:pt x="192" y="19"/>
                    <a:pt x="189" y="19"/>
                  </a:cubicBezTo>
                  <a:cubicBezTo>
                    <a:pt x="187" y="19"/>
                    <a:pt x="185" y="17"/>
                    <a:pt x="183" y="16"/>
                  </a:cubicBezTo>
                  <a:cubicBezTo>
                    <a:pt x="183" y="16"/>
                    <a:pt x="180" y="16"/>
                    <a:pt x="181" y="15"/>
                  </a:cubicBezTo>
                  <a:cubicBezTo>
                    <a:pt x="182" y="15"/>
                    <a:pt x="184" y="14"/>
                    <a:pt x="184" y="13"/>
                  </a:cubicBezTo>
                  <a:cubicBezTo>
                    <a:pt x="184" y="13"/>
                    <a:pt x="176" y="16"/>
                    <a:pt x="175" y="16"/>
                  </a:cubicBezTo>
                  <a:cubicBezTo>
                    <a:pt x="174" y="17"/>
                    <a:pt x="173" y="18"/>
                    <a:pt x="172" y="18"/>
                  </a:cubicBezTo>
                  <a:cubicBezTo>
                    <a:pt x="170" y="18"/>
                    <a:pt x="170" y="16"/>
                    <a:pt x="168" y="16"/>
                  </a:cubicBezTo>
                  <a:cubicBezTo>
                    <a:pt x="167" y="16"/>
                    <a:pt x="162" y="18"/>
                    <a:pt x="165" y="15"/>
                  </a:cubicBezTo>
                  <a:cubicBezTo>
                    <a:pt x="168" y="13"/>
                    <a:pt x="171" y="11"/>
                    <a:pt x="174" y="9"/>
                  </a:cubicBezTo>
                  <a:cubicBezTo>
                    <a:pt x="172" y="9"/>
                    <a:pt x="170" y="7"/>
                    <a:pt x="168" y="9"/>
                  </a:cubicBezTo>
                  <a:cubicBezTo>
                    <a:pt x="165" y="10"/>
                    <a:pt x="164" y="8"/>
                    <a:pt x="161" y="7"/>
                  </a:cubicBezTo>
                  <a:cubicBezTo>
                    <a:pt x="160" y="7"/>
                    <a:pt x="159" y="6"/>
                    <a:pt x="158" y="5"/>
                  </a:cubicBezTo>
                  <a:cubicBezTo>
                    <a:pt x="156" y="5"/>
                    <a:pt x="155" y="6"/>
                    <a:pt x="153" y="6"/>
                  </a:cubicBezTo>
                  <a:cubicBezTo>
                    <a:pt x="152" y="5"/>
                    <a:pt x="150" y="5"/>
                    <a:pt x="150" y="3"/>
                  </a:cubicBezTo>
                  <a:cubicBezTo>
                    <a:pt x="150" y="3"/>
                    <a:pt x="148" y="0"/>
                    <a:pt x="148" y="1"/>
                  </a:cubicBezTo>
                  <a:cubicBezTo>
                    <a:pt x="147" y="1"/>
                    <a:pt x="148" y="4"/>
                    <a:pt x="147" y="4"/>
                  </a:cubicBezTo>
                  <a:cubicBezTo>
                    <a:pt x="146" y="4"/>
                    <a:pt x="145" y="4"/>
                    <a:pt x="145" y="4"/>
                  </a:cubicBezTo>
                  <a:cubicBezTo>
                    <a:pt x="142" y="4"/>
                    <a:pt x="139" y="4"/>
                    <a:pt x="136" y="4"/>
                  </a:cubicBezTo>
                  <a:cubicBezTo>
                    <a:pt x="125" y="4"/>
                    <a:pt x="115" y="4"/>
                    <a:pt x="105" y="4"/>
                  </a:cubicBezTo>
                  <a:cubicBezTo>
                    <a:pt x="80" y="4"/>
                    <a:pt x="55" y="4"/>
                    <a:pt x="30" y="4"/>
                  </a:cubicBezTo>
                  <a:cubicBezTo>
                    <a:pt x="24" y="4"/>
                    <a:pt x="17" y="4"/>
                    <a:pt x="11" y="4"/>
                  </a:cubicBezTo>
                  <a:cubicBezTo>
                    <a:pt x="12" y="5"/>
                    <a:pt x="14" y="13"/>
                    <a:pt x="11" y="14"/>
                  </a:cubicBezTo>
                  <a:cubicBezTo>
                    <a:pt x="9" y="14"/>
                    <a:pt x="8" y="14"/>
                    <a:pt x="10" y="12"/>
                  </a:cubicBezTo>
                  <a:cubicBezTo>
                    <a:pt x="12" y="9"/>
                    <a:pt x="9" y="9"/>
                    <a:pt x="7" y="9"/>
                  </a:cubicBezTo>
                  <a:cubicBezTo>
                    <a:pt x="5" y="9"/>
                    <a:pt x="2" y="7"/>
                    <a:pt x="1" y="7"/>
                  </a:cubicBezTo>
                  <a:cubicBezTo>
                    <a:pt x="0" y="8"/>
                    <a:pt x="2" y="12"/>
                    <a:pt x="2" y="12"/>
                  </a:cubicBezTo>
                  <a:cubicBezTo>
                    <a:pt x="3" y="15"/>
                    <a:pt x="4" y="16"/>
                    <a:pt x="4" y="18"/>
                  </a:cubicBezTo>
                  <a:cubicBezTo>
                    <a:pt x="4" y="19"/>
                    <a:pt x="7" y="21"/>
                    <a:pt x="8" y="21"/>
                  </a:cubicBezTo>
                  <a:cubicBezTo>
                    <a:pt x="7" y="21"/>
                    <a:pt x="6" y="21"/>
                    <a:pt x="5" y="22"/>
                  </a:cubicBezTo>
                  <a:cubicBezTo>
                    <a:pt x="4" y="23"/>
                    <a:pt x="5" y="24"/>
                    <a:pt x="5" y="25"/>
                  </a:cubicBezTo>
                  <a:cubicBezTo>
                    <a:pt x="5" y="28"/>
                    <a:pt x="5" y="30"/>
                    <a:pt x="4" y="32"/>
                  </a:cubicBezTo>
                  <a:cubicBezTo>
                    <a:pt x="4" y="35"/>
                    <a:pt x="3" y="37"/>
                    <a:pt x="2" y="40"/>
                  </a:cubicBezTo>
                  <a:cubicBezTo>
                    <a:pt x="1" y="43"/>
                    <a:pt x="3" y="46"/>
                    <a:pt x="4" y="49"/>
                  </a:cubicBezTo>
                  <a:cubicBezTo>
                    <a:pt x="4" y="52"/>
                    <a:pt x="3" y="54"/>
                    <a:pt x="3" y="56"/>
                  </a:cubicBezTo>
                  <a:cubicBezTo>
                    <a:pt x="3" y="57"/>
                    <a:pt x="4" y="58"/>
                    <a:pt x="4" y="59"/>
                  </a:cubicBezTo>
                  <a:cubicBezTo>
                    <a:pt x="5" y="60"/>
                    <a:pt x="5" y="62"/>
                    <a:pt x="5" y="63"/>
                  </a:cubicBezTo>
                  <a:cubicBezTo>
                    <a:pt x="6" y="66"/>
                    <a:pt x="9" y="67"/>
                    <a:pt x="10" y="70"/>
                  </a:cubicBezTo>
                  <a:cubicBezTo>
                    <a:pt x="11" y="72"/>
                    <a:pt x="11" y="71"/>
                    <a:pt x="12" y="70"/>
                  </a:cubicBezTo>
                  <a:cubicBezTo>
                    <a:pt x="12" y="70"/>
                    <a:pt x="13" y="73"/>
                    <a:pt x="13" y="73"/>
                  </a:cubicBezTo>
                  <a:cubicBezTo>
                    <a:pt x="13" y="73"/>
                    <a:pt x="12" y="72"/>
                    <a:pt x="12" y="73"/>
                  </a:cubicBezTo>
                  <a:cubicBezTo>
                    <a:pt x="12" y="74"/>
                    <a:pt x="12" y="75"/>
                    <a:pt x="13" y="76"/>
                  </a:cubicBezTo>
                  <a:cubicBezTo>
                    <a:pt x="14" y="76"/>
                    <a:pt x="14" y="76"/>
                    <a:pt x="15" y="77"/>
                  </a:cubicBezTo>
                  <a:cubicBezTo>
                    <a:pt x="16" y="78"/>
                    <a:pt x="14" y="79"/>
                    <a:pt x="15" y="80"/>
                  </a:cubicBezTo>
                  <a:cubicBezTo>
                    <a:pt x="17" y="83"/>
                    <a:pt x="21" y="85"/>
                    <a:pt x="21" y="88"/>
                  </a:cubicBezTo>
                  <a:cubicBezTo>
                    <a:pt x="22" y="90"/>
                    <a:pt x="23" y="90"/>
                    <a:pt x="25" y="91"/>
                  </a:cubicBezTo>
                  <a:cubicBezTo>
                    <a:pt x="27" y="92"/>
                    <a:pt x="29" y="93"/>
                    <a:pt x="31" y="93"/>
                  </a:cubicBezTo>
                  <a:cubicBezTo>
                    <a:pt x="33" y="93"/>
                    <a:pt x="35" y="95"/>
                    <a:pt x="36" y="96"/>
                  </a:cubicBezTo>
                  <a:cubicBezTo>
                    <a:pt x="36" y="97"/>
                    <a:pt x="40" y="101"/>
                    <a:pt x="39" y="102"/>
                  </a:cubicBezTo>
                  <a:cubicBezTo>
                    <a:pt x="43" y="101"/>
                    <a:pt x="48" y="100"/>
                    <a:pt x="52" y="101"/>
                  </a:cubicBezTo>
                  <a:cubicBezTo>
                    <a:pt x="58" y="103"/>
                    <a:pt x="63" y="106"/>
                    <a:pt x="68" y="108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5" name="Freeform 642">
              <a:extLst>
                <a:ext uri="{FF2B5EF4-FFF2-40B4-BE49-F238E27FC236}">
                  <a16:creationId xmlns:a16="http://schemas.microsoft.com/office/drawing/2014/main" id="{E37D1A67-9237-CD52-43C5-71F33BE91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0364" y="3054644"/>
              <a:ext cx="4991901" cy="2715161"/>
            </a:xfrm>
            <a:custGeom>
              <a:avLst/>
              <a:gdLst>
                <a:gd name="T0" fmla="*/ 255 w 427"/>
                <a:gd name="T1" fmla="*/ 181 h 219"/>
                <a:gd name="T2" fmla="*/ 299 w 427"/>
                <a:gd name="T3" fmla="*/ 195 h 219"/>
                <a:gd name="T4" fmla="*/ 296 w 427"/>
                <a:gd name="T5" fmla="*/ 215 h 219"/>
                <a:gd name="T6" fmla="*/ 332 w 427"/>
                <a:gd name="T7" fmla="*/ 200 h 219"/>
                <a:gd name="T8" fmla="*/ 366 w 427"/>
                <a:gd name="T9" fmla="*/ 196 h 219"/>
                <a:gd name="T10" fmla="*/ 383 w 427"/>
                <a:gd name="T11" fmla="*/ 200 h 219"/>
                <a:gd name="T12" fmla="*/ 391 w 427"/>
                <a:gd name="T13" fmla="*/ 201 h 219"/>
                <a:gd name="T14" fmla="*/ 380 w 427"/>
                <a:gd name="T15" fmla="*/ 188 h 219"/>
                <a:gd name="T16" fmla="*/ 382 w 427"/>
                <a:gd name="T17" fmla="*/ 176 h 219"/>
                <a:gd name="T18" fmla="*/ 354 w 427"/>
                <a:gd name="T19" fmla="*/ 180 h 219"/>
                <a:gd name="T20" fmla="*/ 414 w 427"/>
                <a:gd name="T21" fmla="*/ 160 h 219"/>
                <a:gd name="T22" fmla="*/ 417 w 427"/>
                <a:gd name="T23" fmla="*/ 144 h 219"/>
                <a:gd name="T24" fmla="*/ 415 w 427"/>
                <a:gd name="T25" fmla="*/ 139 h 219"/>
                <a:gd name="T26" fmla="*/ 394 w 427"/>
                <a:gd name="T27" fmla="*/ 126 h 219"/>
                <a:gd name="T28" fmla="*/ 390 w 427"/>
                <a:gd name="T29" fmla="*/ 110 h 219"/>
                <a:gd name="T30" fmla="*/ 378 w 427"/>
                <a:gd name="T31" fmla="*/ 104 h 219"/>
                <a:gd name="T32" fmla="*/ 364 w 427"/>
                <a:gd name="T33" fmla="*/ 112 h 219"/>
                <a:gd name="T34" fmla="*/ 356 w 427"/>
                <a:gd name="T35" fmla="*/ 107 h 219"/>
                <a:gd name="T36" fmla="*/ 342 w 427"/>
                <a:gd name="T37" fmla="*/ 85 h 219"/>
                <a:gd name="T38" fmla="*/ 314 w 427"/>
                <a:gd name="T39" fmla="*/ 91 h 219"/>
                <a:gd name="T40" fmla="*/ 320 w 427"/>
                <a:gd name="T41" fmla="*/ 116 h 219"/>
                <a:gd name="T42" fmla="*/ 306 w 427"/>
                <a:gd name="T43" fmla="*/ 159 h 219"/>
                <a:gd name="T44" fmla="*/ 292 w 427"/>
                <a:gd name="T45" fmla="*/ 135 h 219"/>
                <a:gd name="T46" fmla="*/ 250 w 427"/>
                <a:gd name="T47" fmla="*/ 119 h 219"/>
                <a:gd name="T48" fmla="*/ 237 w 427"/>
                <a:gd name="T49" fmla="*/ 86 h 219"/>
                <a:gd name="T50" fmla="*/ 246 w 427"/>
                <a:gd name="T51" fmla="*/ 77 h 219"/>
                <a:gd name="T52" fmla="*/ 246 w 427"/>
                <a:gd name="T53" fmla="*/ 70 h 219"/>
                <a:gd name="T54" fmla="*/ 263 w 427"/>
                <a:gd name="T55" fmla="*/ 58 h 219"/>
                <a:gd name="T56" fmla="*/ 276 w 427"/>
                <a:gd name="T57" fmla="*/ 48 h 219"/>
                <a:gd name="T58" fmla="*/ 293 w 427"/>
                <a:gd name="T59" fmla="*/ 36 h 219"/>
                <a:gd name="T60" fmla="*/ 276 w 427"/>
                <a:gd name="T61" fmla="*/ 23 h 219"/>
                <a:gd name="T62" fmla="*/ 262 w 427"/>
                <a:gd name="T63" fmla="*/ 35 h 219"/>
                <a:gd name="T64" fmla="*/ 252 w 427"/>
                <a:gd name="T65" fmla="*/ 23 h 219"/>
                <a:gd name="T66" fmla="*/ 241 w 427"/>
                <a:gd name="T67" fmla="*/ 10 h 219"/>
                <a:gd name="T68" fmla="*/ 223 w 427"/>
                <a:gd name="T69" fmla="*/ 6 h 219"/>
                <a:gd name="T70" fmla="*/ 232 w 427"/>
                <a:gd name="T71" fmla="*/ 27 h 219"/>
                <a:gd name="T72" fmla="*/ 226 w 427"/>
                <a:gd name="T73" fmla="*/ 40 h 219"/>
                <a:gd name="T74" fmla="*/ 218 w 427"/>
                <a:gd name="T75" fmla="*/ 37 h 219"/>
                <a:gd name="T76" fmla="*/ 164 w 427"/>
                <a:gd name="T77" fmla="*/ 29 h 219"/>
                <a:gd name="T78" fmla="*/ 166 w 427"/>
                <a:gd name="T79" fmla="*/ 41 h 219"/>
                <a:gd name="T80" fmla="*/ 160 w 427"/>
                <a:gd name="T81" fmla="*/ 40 h 219"/>
                <a:gd name="T82" fmla="*/ 133 w 427"/>
                <a:gd name="T83" fmla="*/ 30 h 219"/>
                <a:gd name="T84" fmla="*/ 83 w 427"/>
                <a:gd name="T85" fmla="*/ 23 h 219"/>
                <a:gd name="T86" fmla="*/ 71 w 427"/>
                <a:gd name="T87" fmla="*/ 18 h 219"/>
                <a:gd name="T88" fmla="*/ 50 w 427"/>
                <a:gd name="T89" fmla="*/ 24 h 219"/>
                <a:gd name="T90" fmla="*/ 49 w 427"/>
                <a:gd name="T91" fmla="*/ 22 h 219"/>
                <a:gd name="T92" fmla="*/ 29 w 427"/>
                <a:gd name="T93" fmla="*/ 23 h 219"/>
                <a:gd name="T94" fmla="*/ 21 w 427"/>
                <a:gd name="T95" fmla="*/ 28 h 219"/>
                <a:gd name="T96" fmla="*/ 3 w 427"/>
                <a:gd name="T97" fmla="*/ 97 h 219"/>
                <a:gd name="T98" fmla="*/ 40 w 427"/>
                <a:gd name="T99" fmla="*/ 116 h 219"/>
                <a:gd name="T100" fmla="*/ 53 w 427"/>
                <a:gd name="T101" fmla="*/ 141 h 219"/>
                <a:gd name="T102" fmla="*/ 62 w 427"/>
                <a:gd name="T103" fmla="*/ 150 h 219"/>
                <a:gd name="T104" fmla="*/ 67 w 427"/>
                <a:gd name="T105" fmla="*/ 160 h 219"/>
                <a:gd name="T106" fmla="*/ 80 w 427"/>
                <a:gd name="T107" fmla="*/ 166 h 219"/>
                <a:gd name="T108" fmla="*/ 133 w 427"/>
                <a:gd name="T109" fmla="*/ 176 h 219"/>
                <a:gd name="T110" fmla="*/ 97 w 427"/>
                <a:gd name="T111" fmla="*/ 57 h 219"/>
                <a:gd name="T112" fmla="*/ 87 w 427"/>
                <a:gd name="T113" fmla="*/ 51 h 219"/>
                <a:gd name="T114" fmla="*/ 113 w 427"/>
                <a:gd name="T115" fmla="*/ 49 h 219"/>
                <a:gd name="T116" fmla="*/ 142 w 427"/>
                <a:gd name="T117" fmla="*/ 85 h 219"/>
                <a:gd name="T118" fmla="*/ 131 w 427"/>
                <a:gd name="T119" fmla="*/ 85 h 219"/>
                <a:gd name="T120" fmla="*/ 160 w 427"/>
                <a:gd name="T121" fmla="*/ 78 h 219"/>
                <a:gd name="T122" fmla="*/ 210 w 427"/>
                <a:gd name="T123" fmla="*/ 150 h 219"/>
                <a:gd name="T124" fmla="*/ 222 w 427"/>
                <a:gd name="T125" fmla="*/ 16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7" h="219">
                  <a:moveTo>
                    <a:pt x="229" y="174"/>
                  </a:moveTo>
                  <a:cubicBezTo>
                    <a:pt x="229" y="174"/>
                    <a:pt x="229" y="173"/>
                    <a:pt x="229" y="173"/>
                  </a:cubicBezTo>
                  <a:cubicBezTo>
                    <a:pt x="229" y="173"/>
                    <a:pt x="232" y="177"/>
                    <a:pt x="232" y="177"/>
                  </a:cubicBezTo>
                  <a:cubicBezTo>
                    <a:pt x="234" y="177"/>
                    <a:pt x="235" y="178"/>
                    <a:pt x="236" y="178"/>
                  </a:cubicBezTo>
                  <a:cubicBezTo>
                    <a:pt x="238" y="178"/>
                    <a:pt x="238" y="177"/>
                    <a:pt x="239" y="178"/>
                  </a:cubicBezTo>
                  <a:cubicBezTo>
                    <a:pt x="242" y="179"/>
                    <a:pt x="244" y="180"/>
                    <a:pt x="246" y="181"/>
                  </a:cubicBezTo>
                  <a:cubicBezTo>
                    <a:pt x="247" y="182"/>
                    <a:pt x="248" y="181"/>
                    <a:pt x="249" y="181"/>
                  </a:cubicBezTo>
                  <a:cubicBezTo>
                    <a:pt x="250" y="180"/>
                    <a:pt x="251" y="180"/>
                    <a:pt x="252" y="180"/>
                  </a:cubicBezTo>
                  <a:cubicBezTo>
                    <a:pt x="253" y="180"/>
                    <a:pt x="254" y="181"/>
                    <a:pt x="255" y="181"/>
                  </a:cubicBezTo>
                  <a:cubicBezTo>
                    <a:pt x="257" y="181"/>
                    <a:pt x="258" y="180"/>
                    <a:pt x="259" y="179"/>
                  </a:cubicBezTo>
                  <a:cubicBezTo>
                    <a:pt x="260" y="178"/>
                    <a:pt x="263" y="175"/>
                    <a:pt x="264" y="175"/>
                  </a:cubicBezTo>
                  <a:cubicBezTo>
                    <a:pt x="264" y="175"/>
                    <a:pt x="265" y="176"/>
                    <a:pt x="265" y="176"/>
                  </a:cubicBezTo>
                  <a:cubicBezTo>
                    <a:pt x="267" y="176"/>
                    <a:pt x="268" y="176"/>
                    <a:pt x="269" y="176"/>
                  </a:cubicBezTo>
                  <a:cubicBezTo>
                    <a:pt x="273" y="176"/>
                    <a:pt x="272" y="179"/>
                    <a:pt x="274" y="181"/>
                  </a:cubicBezTo>
                  <a:cubicBezTo>
                    <a:pt x="275" y="182"/>
                    <a:pt x="279" y="181"/>
                    <a:pt x="279" y="183"/>
                  </a:cubicBezTo>
                  <a:cubicBezTo>
                    <a:pt x="279" y="185"/>
                    <a:pt x="280" y="187"/>
                    <a:pt x="281" y="189"/>
                  </a:cubicBezTo>
                  <a:cubicBezTo>
                    <a:pt x="281" y="194"/>
                    <a:pt x="290" y="193"/>
                    <a:pt x="293" y="194"/>
                  </a:cubicBezTo>
                  <a:cubicBezTo>
                    <a:pt x="295" y="194"/>
                    <a:pt x="298" y="194"/>
                    <a:pt x="299" y="195"/>
                  </a:cubicBezTo>
                  <a:cubicBezTo>
                    <a:pt x="300" y="196"/>
                    <a:pt x="305" y="201"/>
                    <a:pt x="304" y="201"/>
                  </a:cubicBezTo>
                  <a:cubicBezTo>
                    <a:pt x="302" y="203"/>
                    <a:pt x="302" y="203"/>
                    <a:pt x="300" y="202"/>
                  </a:cubicBezTo>
                  <a:cubicBezTo>
                    <a:pt x="299" y="201"/>
                    <a:pt x="295" y="199"/>
                    <a:pt x="295" y="199"/>
                  </a:cubicBezTo>
                  <a:cubicBezTo>
                    <a:pt x="295" y="200"/>
                    <a:pt x="298" y="201"/>
                    <a:pt x="297" y="203"/>
                  </a:cubicBezTo>
                  <a:cubicBezTo>
                    <a:pt x="296" y="204"/>
                    <a:pt x="295" y="206"/>
                    <a:pt x="295" y="207"/>
                  </a:cubicBezTo>
                  <a:cubicBezTo>
                    <a:pt x="295" y="209"/>
                    <a:pt x="295" y="210"/>
                    <a:pt x="294" y="211"/>
                  </a:cubicBezTo>
                  <a:cubicBezTo>
                    <a:pt x="294" y="212"/>
                    <a:pt x="291" y="213"/>
                    <a:pt x="291" y="213"/>
                  </a:cubicBezTo>
                  <a:cubicBezTo>
                    <a:pt x="290" y="214"/>
                    <a:pt x="287" y="219"/>
                    <a:pt x="291" y="219"/>
                  </a:cubicBezTo>
                  <a:cubicBezTo>
                    <a:pt x="292" y="219"/>
                    <a:pt x="294" y="217"/>
                    <a:pt x="296" y="215"/>
                  </a:cubicBezTo>
                  <a:cubicBezTo>
                    <a:pt x="298" y="214"/>
                    <a:pt x="299" y="216"/>
                    <a:pt x="301" y="215"/>
                  </a:cubicBezTo>
                  <a:cubicBezTo>
                    <a:pt x="304" y="215"/>
                    <a:pt x="305" y="213"/>
                    <a:pt x="308" y="213"/>
                  </a:cubicBezTo>
                  <a:cubicBezTo>
                    <a:pt x="308" y="211"/>
                    <a:pt x="308" y="212"/>
                    <a:pt x="306" y="211"/>
                  </a:cubicBezTo>
                  <a:cubicBezTo>
                    <a:pt x="305" y="211"/>
                    <a:pt x="305" y="210"/>
                    <a:pt x="306" y="210"/>
                  </a:cubicBezTo>
                  <a:cubicBezTo>
                    <a:pt x="307" y="208"/>
                    <a:pt x="308" y="207"/>
                    <a:pt x="311" y="207"/>
                  </a:cubicBezTo>
                  <a:cubicBezTo>
                    <a:pt x="312" y="207"/>
                    <a:pt x="315" y="205"/>
                    <a:pt x="317" y="206"/>
                  </a:cubicBezTo>
                  <a:cubicBezTo>
                    <a:pt x="319" y="207"/>
                    <a:pt x="320" y="203"/>
                    <a:pt x="322" y="206"/>
                  </a:cubicBezTo>
                  <a:cubicBezTo>
                    <a:pt x="324" y="204"/>
                    <a:pt x="325" y="203"/>
                    <a:pt x="327" y="201"/>
                  </a:cubicBezTo>
                  <a:cubicBezTo>
                    <a:pt x="329" y="200"/>
                    <a:pt x="330" y="200"/>
                    <a:pt x="332" y="200"/>
                  </a:cubicBezTo>
                  <a:cubicBezTo>
                    <a:pt x="335" y="200"/>
                    <a:pt x="339" y="200"/>
                    <a:pt x="342" y="200"/>
                  </a:cubicBezTo>
                  <a:cubicBezTo>
                    <a:pt x="345" y="200"/>
                    <a:pt x="346" y="201"/>
                    <a:pt x="347" y="199"/>
                  </a:cubicBezTo>
                  <a:cubicBezTo>
                    <a:pt x="348" y="198"/>
                    <a:pt x="349" y="199"/>
                    <a:pt x="350" y="198"/>
                  </a:cubicBezTo>
                  <a:cubicBezTo>
                    <a:pt x="351" y="196"/>
                    <a:pt x="352" y="195"/>
                    <a:pt x="352" y="193"/>
                  </a:cubicBezTo>
                  <a:cubicBezTo>
                    <a:pt x="353" y="191"/>
                    <a:pt x="353" y="190"/>
                    <a:pt x="354" y="188"/>
                  </a:cubicBezTo>
                  <a:cubicBezTo>
                    <a:pt x="355" y="187"/>
                    <a:pt x="356" y="186"/>
                    <a:pt x="357" y="185"/>
                  </a:cubicBezTo>
                  <a:cubicBezTo>
                    <a:pt x="358" y="184"/>
                    <a:pt x="359" y="187"/>
                    <a:pt x="361" y="186"/>
                  </a:cubicBezTo>
                  <a:cubicBezTo>
                    <a:pt x="363" y="184"/>
                    <a:pt x="365" y="187"/>
                    <a:pt x="365" y="189"/>
                  </a:cubicBezTo>
                  <a:cubicBezTo>
                    <a:pt x="365" y="190"/>
                    <a:pt x="364" y="196"/>
                    <a:pt x="366" y="196"/>
                  </a:cubicBezTo>
                  <a:cubicBezTo>
                    <a:pt x="367" y="197"/>
                    <a:pt x="368" y="199"/>
                    <a:pt x="369" y="201"/>
                  </a:cubicBezTo>
                  <a:cubicBezTo>
                    <a:pt x="370" y="199"/>
                    <a:pt x="381" y="196"/>
                    <a:pt x="381" y="196"/>
                  </a:cubicBezTo>
                  <a:cubicBezTo>
                    <a:pt x="381" y="195"/>
                    <a:pt x="380" y="195"/>
                    <a:pt x="380" y="194"/>
                  </a:cubicBezTo>
                  <a:cubicBezTo>
                    <a:pt x="380" y="194"/>
                    <a:pt x="382" y="196"/>
                    <a:pt x="382" y="196"/>
                  </a:cubicBezTo>
                  <a:cubicBezTo>
                    <a:pt x="382" y="197"/>
                    <a:pt x="380" y="197"/>
                    <a:pt x="380" y="197"/>
                  </a:cubicBezTo>
                  <a:cubicBezTo>
                    <a:pt x="380" y="197"/>
                    <a:pt x="386" y="198"/>
                    <a:pt x="386" y="198"/>
                  </a:cubicBezTo>
                  <a:cubicBezTo>
                    <a:pt x="386" y="198"/>
                    <a:pt x="386" y="198"/>
                    <a:pt x="386" y="198"/>
                  </a:cubicBezTo>
                  <a:cubicBezTo>
                    <a:pt x="386" y="198"/>
                    <a:pt x="386" y="199"/>
                    <a:pt x="386" y="199"/>
                  </a:cubicBezTo>
                  <a:cubicBezTo>
                    <a:pt x="385" y="199"/>
                    <a:pt x="384" y="199"/>
                    <a:pt x="383" y="200"/>
                  </a:cubicBezTo>
                  <a:cubicBezTo>
                    <a:pt x="383" y="201"/>
                    <a:pt x="382" y="198"/>
                    <a:pt x="382" y="198"/>
                  </a:cubicBezTo>
                  <a:cubicBezTo>
                    <a:pt x="381" y="198"/>
                    <a:pt x="381" y="199"/>
                    <a:pt x="381" y="199"/>
                  </a:cubicBezTo>
                  <a:cubicBezTo>
                    <a:pt x="381" y="199"/>
                    <a:pt x="381" y="198"/>
                    <a:pt x="380" y="199"/>
                  </a:cubicBezTo>
                  <a:cubicBezTo>
                    <a:pt x="379" y="200"/>
                    <a:pt x="378" y="200"/>
                    <a:pt x="377" y="201"/>
                  </a:cubicBezTo>
                  <a:cubicBezTo>
                    <a:pt x="375" y="202"/>
                    <a:pt x="371" y="205"/>
                    <a:pt x="373" y="208"/>
                  </a:cubicBezTo>
                  <a:cubicBezTo>
                    <a:pt x="376" y="210"/>
                    <a:pt x="378" y="208"/>
                    <a:pt x="379" y="207"/>
                  </a:cubicBezTo>
                  <a:cubicBezTo>
                    <a:pt x="380" y="206"/>
                    <a:pt x="384" y="203"/>
                    <a:pt x="384" y="202"/>
                  </a:cubicBezTo>
                  <a:cubicBezTo>
                    <a:pt x="384" y="203"/>
                    <a:pt x="386" y="204"/>
                    <a:pt x="387" y="203"/>
                  </a:cubicBezTo>
                  <a:cubicBezTo>
                    <a:pt x="387" y="202"/>
                    <a:pt x="390" y="201"/>
                    <a:pt x="391" y="201"/>
                  </a:cubicBezTo>
                  <a:cubicBezTo>
                    <a:pt x="393" y="200"/>
                    <a:pt x="395" y="199"/>
                    <a:pt x="397" y="199"/>
                  </a:cubicBezTo>
                  <a:cubicBezTo>
                    <a:pt x="398" y="199"/>
                    <a:pt x="398" y="199"/>
                    <a:pt x="398" y="198"/>
                  </a:cubicBezTo>
                  <a:cubicBezTo>
                    <a:pt x="397" y="197"/>
                    <a:pt x="398" y="197"/>
                    <a:pt x="398" y="197"/>
                  </a:cubicBezTo>
                  <a:cubicBezTo>
                    <a:pt x="398" y="196"/>
                    <a:pt x="396" y="197"/>
                    <a:pt x="395" y="196"/>
                  </a:cubicBezTo>
                  <a:cubicBezTo>
                    <a:pt x="394" y="196"/>
                    <a:pt x="395" y="194"/>
                    <a:pt x="393" y="196"/>
                  </a:cubicBezTo>
                  <a:cubicBezTo>
                    <a:pt x="391" y="197"/>
                    <a:pt x="387" y="196"/>
                    <a:pt x="385" y="195"/>
                  </a:cubicBezTo>
                  <a:cubicBezTo>
                    <a:pt x="384" y="195"/>
                    <a:pt x="385" y="193"/>
                    <a:pt x="384" y="193"/>
                  </a:cubicBezTo>
                  <a:cubicBezTo>
                    <a:pt x="384" y="193"/>
                    <a:pt x="382" y="193"/>
                    <a:pt x="381" y="192"/>
                  </a:cubicBezTo>
                  <a:cubicBezTo>
                    <a:pt x="380" y="192"/>
                    <a:pt x="380" y="189"/>
                    <a:pt x="380" y="188"/>
                  </a:cubicBezTo>
                  <a:cubicBezTo>
                    <a:pt x="380" y="187"/>
                    <a:pt x="378" y="188"/>
                    <a:pt x="377" y="187"/>
                  </a:cubicBezTo>
                  <a:cubicBezTo>
                    <a:pt x="377" y="187"/>
                    <a:pt x="379" y="185"/>
                    <a:pt x="379" y="185"/>
                  </a:cubicBezTo>
                  <a:cubicBezTo>
                    <a:pt x="380" y="184"/>
                    <a:pt x="380" y="181"/>
                    <a:pt x="378" y="181"/>
                  </a:cubicBezTo>
                  <a:cubicBezTo>
                    <a:pt x="378" y="181"/>
                    <a:pt x="376" y="185"/>
                    <a:pt x="375" y="183"/>
                  </a:cubicBezTo>
                  <a:cubicBezTo>
                    <a:pt x="375" y="181"/>
                    <a:pt x="374" y="182"/>
                    <a:pt x="373" y="181"/>
                  </a:cubicBezTo>
                  <a:cubicBezTo>
                    <a:pt x="373" y="180"/>
                    <a:pt x="376" y="181"/>
                    <a:pt x="376" y="181"/>
                  </a:cubicBezTo>
                  <a:cubicBezTo>
                    <a:pt x="378" y="181"/>
                    <a:pt x="379" y="180"/>
                    <a:pt x="380" y="180"/>
                  </a:cubicBezTo>
                  <a:cubicBezTo>
                    <a:pt x="381" y="179"/>
                    <a:pt x="382" y="179"/>
                    <a:pt x="383" y="179"/>
                  </a:cubicBezTo>
                  <a:cubicBezTo>
                    <a:pt x="384" y="178"/>
                    <a:pt x="382" y="176"/>
                    <a:pt x="382" y="176"/>
                  </a:cubicBezTo>
                  <a:cubicBezTo>
                    <a:pt x="382" y="176"/>
                    <a:pt x="383" y="176"/>
                    <a:pt x="383" y="176"/>
                  </a:cubicBezTo>
                  <a:cubicBezTo>
                    <a:pt x="383" y="176"/>
                    <a:pt x="379" y="174"/>
                    <a:pt x="379" y="174"/>
                  </a:cubicBezTo>
                  <a:cubicBezTo>
                    <a:pt x="377" y="173"/>
                    <a:pt x="375" y="173"/>
                    <a:pt x="373" y="174"/>
                  </a:cubicBezTo>
                  <a:cubicBezTo>
                    <a:pt x="369" y="175"/>
                    <a:pt x="366" y="176"/>
                    <a:pt x="363" y="178"/>
                  </a:cubicBezTo>
                  <a:cubicBezTo>
                    <a:pt x="360" y="179"/>
                    <a:pt x="358" y="181"/>
                    <a:pt x="355" y="183"/>
                  </a:cubicBezTo>
                  <a:cubicBezTo>
                    <a:pt x="354" y="184"/>
                    <a:pt x="353" y="185"/>
                    <a:pt x="352" y="187"/>
                  </a:cubicBezTo>
                  <a:cubicBezTo>
                    <a:pt x="352" y="187"/>
                    <a:pt x="348" y="189"/>
                    <a:pt x="348" y="189"/>
                  </a:cubicBezTo>
                  <a:cubicBezTo>
                    <a:pt x="348" y="188"/>
                    <a:pt x="353" y="184"/>
                    <a:pt x="354" y="183"/>
                  </a:cubicBezTo>
                  <a:cubicBezTo>
                    <a:pt x="354" y="182"/>
                    <a:pt x="355" y="181"/>
                    <a:pt x="354" y="180"/>
                  </a:cubicBezTo>
                  <a:cubicBezTo>
                    <a:pt x="353" y="180"/>
                    <a:pt x="351" y="179"/>
                    <a:pt x="350" y="179"/>
                  </a:cubicBezTo>
                  <a:cubicBezTo>
                    <a:pt x="351" y="179"/>
                    <a:pt x="353" y="180"/>
                    <a:pt x="354" y="180"/>
                  </a:cubicBezTo>
                  <a:cubicBezTo>
                    <a:pt x="356" y="181"/>
                    <a:pt x="358" y="178"/>
                    <a:pt x="359" y="177"/>
                  </a:cubicBezTo>
                  <a:cubicBezTo>
                    <a:pt x="360" y="176"/>
                    <a:pt x="361" y="174"/>
                    <a:pt x="363" y="173"/>
                  </a:cubicBezTo>
                  <a:cubicBezTo>
                    <a:pt x="365" y="173"/>
                    <a:pt x="367" y="174"/>
                    <a:pt x="368" y="172"/>
                  </a:cubicBezTo>
                  <a:cubicBezTo>
                    <a:pt x="369" y="168"/>
                    <a:pt x="371" y="167"/>
                    <a:pt x="375" y="167"/>
                  </a:cubicBezTo>
                  <a:cubicBezTo>
                    <a:pt x="379" y="167"/>
                    <a:pt x="383" y="167"/>
                    <a:pt x="387" y="167"/>
                  </a:cubicBezTo>
                  <a:cubicBezTo>
                    <a:pt x="394" y="167"/>
                    <a:pt x="404" y="169"/>
                    <a:pt x="409" y="163"/>
                  </a:cubicBezTo>
                  <a:cubicBezTo>
                    <a:pt x="411" y="161"/>
                    <a:pt x="412" y="160"/>
                    <a:pt x="414" y="160"/>
                  </a:cubicBezTo>
                  <a:cubicBezTo>
                    <a:pt x="416" y="160"/>
                    <a:pt x="418" y="160"/>
                    <a:pt x="421" y="158"/>
                  </a:cubicBezTo>
                  <a:cubicBezTo>
                    <a:pt x="422" y="158"/>
                    <a:pt x="425" y="156"/>
                    <a:pt x="425" y="155"/>
                  </a:cubicBezTo>
                  <a:cubicBezTo>
                    <a:pt x="427" y="152"/>
                    <a:pt x="422" y="153"/>
                    <a:pt x="422" y="152"/>
                  </a:cubicBezTo>
                  <a:cubicBezTo>
                    <a:pt x="422" y="151"/>
                    <a:pt x="424" y="151"/>
                    <a:pt x="424" y="151"/>
                  </a:cubicBezTo>
                  <a:cubicBezTo>
                    <a:pt x="425" y="150"/>
                    <a:pt x="424" y="149"/>
                    <a:pt x="424" y="148"/>
                  </a:cubicBezTo>
                  <a:cubicBezTo>
                    <a:pt x="424" y="148"/>
                    <a:pt x="425" y="147"/>
                    <a:pt x="425" y="147"/>
                  </a:cubicBezTo>
                  <a:cubicBezTo>
                    <a:pt x="425" y="146"/>
                    <a:pt x="423" y="145"/>
                    <a:pt x="423" y="145"/>
                  </a:cubicBezTo>
                  <a:cubicBezTo>
                    <a:pt x="422" y="144"/>
                    <a:pt x="421" y="144"/>
                    <a:pt x="421" y="143"/>
                  </a:cubicBezTo>
                  <a:cubicBezTo>
                    <a:pt x="420" y="143"/>
                    <a:pt x="418" y="146"/>
                    <a:pt x="417" y="144"/>
                  </a:cubicBezTo>
                  <a:cubicBezTo>
                    <a:pt x="417" y="144"/>
                    <a:pt x="419" y="143"/>
                    <a:pt x="418" y="143"/>
                  </a:cubicBezTo>
                  <a:cubicBezTo>
                    <a:pt x="418" y="142"/>
                    <a:pt x="417" y="141"/>
                    <a:pt x="416" y="141"/>
                  </a:cubicBezTo>
                  <a:cubicBezTo>
                    <a:pt x="415" y="140"/>
                    <a:pt x="411" y="141"/>
                    <a:pt x="410" y="142"/>
                  </a:cubicBezTo>
                  <a:cubicBezTo>
                    <a:pt x="409" y="144"/>
                    <a:pt x="406" y="145"/>
                    <a:pt x="404" y="146"/>
                  </a:cubicBezTo>
                  <a:cubicBezTo>
                    <a:pt x="403" y="146"/>
                    <a:pt x="400" y="144"/>
                    <a:pt x="400" y="143"/>
                  </a:cubicBezTo>
                  <a:cubicBezTo>
                    <a:pt x="400" y="142"/>
                    <a:pt x="403" y="145"/>
                    <a:pt x="403" y="145"/>
                  </a:cubicBezTo>
                  <a:cubicBezTo>
                    <a:pt x="404" y="145"/>
                    <a:pt x="408" y="142"/>
                    <a:pt x="408" y="142"/>
                  </a:cubicBezTo>
                  <a:cubicBezTo>
                    <a:pt x="408" y="142"/>
                    <a:pt x="406" y="141"/>
                    <a:pt x="406" y="141"/>
                  </a:cubicBezTo>
                  <a:cubicBezTo>
                    <a:pt x="409" y="140"/>
                    <a:pt x="412" y="140"/>
                    <a:pt x="415" y="139"/>
                  </a:cubicBezTo>
                  <a:cubicBezTo>
                    <a:pt x="415" y="139"/>
                    <a:pt x="417" y="138"/>
                    <a:pt x="416" y="137"/>
                  </a:cubicBezTo>
                  <a:cubicBezTo>
                    <a:pt x="416" y="137"/>
                    <a:pt x="414" y="135"/>
                    <a:pt x="414" y="135"/>
                  </a:cubicBezTo>
                  <a:cubicBezTo>
                    <a:pt x="412" y="136"/>
                    <a:pt x="410" y="136"/>
                    <a:pt x="409" y="134"/>
                  </a:cubicBezTo>
                  <a:cubicBezTo>
                    <a:pt x="408" y="134"/>
                    <a:pt x="404" y="137"/>
                    <a:pt x="404" y="136"/>
                  </a:cubicBezTo>
                  <a:cubicBezTo>
                    <a:pt x="404" y="136"/>
                    <a:pt x="407" y="133"/>
                    <a:pt x="404" y="134"/>
                  </a:cubicBezTo>
                  <a:cubicBezTo>
                    <a:pt x="404" y="134"/>
                    <a:pt x="400" y="135"/>
                    <a:pt x="400" y="135"/>
                  </a:cubicBezTo>
                  <a:cubicBezTo>
                    <a:pt x="401" y="133"/>
                    <a:pt x="404" y="133"/>
                    <a:pt x="402" y="130"/>
                  </a:cubicBezTo>
                  <a:cubicBezTo>
                    <a:pt x="402" y="130"/>
                    <a:pt x="398" y="128"/>
                    <a:pt x="398" y="128"/>
                  </a:cubicBezTo>
                  <a:cubicBezTo>
                    <a:pt x="396" y="128"/>
                    <a:pt x="396" y="126"/>
                    <a:pt x="394" y="126"/>
                  </a:cubicBezTo>
                  <a:cubicBezTo>
                    <a:pt x="395" y="126"/>
                    <a:pt x="392" y="122"/>
                    <a:pt x="392" y="122"/>
                  </a:cubicBezTo>
                  <a:cubicBezTo>
                    <a:pt x="392" y="122"/>
                    <a:pt x="393" y="123"/>
                    <a:pt x="394" y="123"/>
                  </a:cubicBezTo>
                  <a:cubicBezTo>
                    <a:pt x="395" y="124"/>
                    <a:pt x="395" y="122"/>
                    <a:pt x="396" y="122"/>
                  </a:cubicBezTo>
                  <a:cubicBezTo>
                    <a:pt x="400" y="121"/>
                    <a:pt x="393" y="118"/>
                    <a:pt x="392" y="117"/>
                  </a:cubicBezTo>
                  <a:cubicBezTo>
                    <a:pt x="392" y="118"/>
                    <a:pt x="394" y="116"/>
                    <a:pt x="394" y="116"/>
                  </a:cubicBezTo>
                  <a:cubicBezTo>
                    <a:pt x="395" y="115"/>
                    <a:pt x="393" y="115"/>
                    <a:pt x="392" y="114"/>
                  </a:cubicBezTo>
                  <a:cubicBezTo>
                    <a:pt x="392" y="114"/>
                    <a:pt x="391" y="113"/>
                    <a:pt x="390" y="113"/>
                  </a:cubicBezTo>
                  <a:cubicBezTo>
                    <a:pt x="390" y="113"/>
                    <a:pt x="388" y="113"/>
                    <a:pt x="388" y="113"/>
                  </a:cubicBezTo>
                  <a:cubicBezTo>
                    <a:pt x="389" y="112"/>
                    <a:pt x="391" y="113"/>
                    <a:pt x="390" y="110"/>
                  </a:cubicBezTo>
                  <a:cubicBezTo>
                    <a:pt x="389" y="110"/>
                    <a:pt x="386" y="111"/>
                    <a:pt x="386" y="111"/>
                  </a:cubicBezTo>
                  <a:cubicBezTo>
                    <a:pt x="386" y="110"/>
                    <a:pt x="389" y="110"/>
                    <a:pt x="388" y="108"/>
                  </a:cubicBezTo>
                  <a:cubicBezTo>
                    <a:pt x="388" y="107"/>
                    <a:pt x="388" y="106"/>
                    <a:pt x="387" y="105"/>
                  </a:cubicBezTo>
                  <a:cubicBezTo>
                    <a:pt x="387" y="105"/>
                    <a:pt x="386" y="106"/>
                    <a:pt x="386" y="105"/>
                  </a:cubicBezTo>
                  <a:cubicBezTo>
                    <a:pt x="386" y="106"/>
                    <a:pt x="384" y="102"/>
                    <a:pt x="384" y="102"/>
                  </a:cubicBezTo>
                  <a:cubicBezTo>
                    <a:pt x="383" y="100"/>
                    <a:pt x="382" y="99"/>
                    <a:pt x="382" y="98"/>
                  </a:cubicBezTo>
                  <a:cubicBezTo>
                    <a:pt x="381" y="96"/>
                    <a:pt x="381" y="94"/>
                    <a:pt x="379" y="97"/>
                  </a:cubicBezTo>
                  <a:cubicBezTo>
                    <a:pt x="379" y="97"/>
                    <a:pt x="378" y="101"/>
                    <a:pt x="379" y="100"/>
                  </a:cubicBezTo>
                  <a:cubicBezTo>
                    <a:pt x="375" y="101"/>
                    <a:pt x="377" y="101"/>
                    <a:pt x="378" y="104"/>
                  </a:cubicBezTo>
                  <a:cubicBezTo>
                    <a:pt x="378" y="103"/>
                    <a:pt x="377" y="103"/>
                    <a:pt x="377" y="104"/>
                  </a:cubicBezTo>
                  <a:cubicBezTo>
                    <a:pt x="376" y="104"/>
                    <a:pt x="376" y="104"/>
                    <a:pt x="375" y="105"/>
                  </a:cubicBezTo>
                  <a:cubicBezTo>
                    <a:pt x="375" y="105"/>
                    <a:pt x="377" y="106"/>
                    <a:pt x="377" y="106"/>
                  </a:cubicBezTo>
                  <a:cubicBezTo>
                    <a:pt x="376" y="107"/>
                    <a:pt x="374" y="106"/>
                    <a:pt x="374" y="107"/>
                  </a:cubicBezTo>
                  <a:cubicBezTo>
                    <a:pt x="373" y="108"/>
                    <a:pt x="375" y="110"/>
                    <a:pt x="373" y="111"/>
                  </a:cubicBezTo>
                  <a:cubicBezTo>
                    <a:pt x="374" y="111"/>
                    <a:pt x="372" y="107"/>
                    <a:pt x="370" y="109"/>
                  </a:cubicBezTo>
                  <a:cubicBezTo>
                    <a:pt x="370" y="110"/>
                    <a:pt x="366" y="113"/>
                    <a:pt x="366" y="113"/>
                  </a:cubicBezTo>
                  <a:cubicBezTo>
                    <a:pt x="365" y="113"/>
                    <a:pt x="365" y="112"/>
                    <a:pt x="365" y="111"/>
                  </a:cubicBezTo>
                  <a:cubicBezTo>
                    <a:pt x="364" y="111"/>
                    <a:pt x="364" y="112"/>
                    <a:pt x="364" y="112"/>
                  </a:cubicBezTo>
                  <a:cubicBezTo>
                    <a:pt x="363" y="111"/>
                    <a:pt x="364" y="111"/>
                    <a:pt x="364" y="110"/>
                  </a:cubicBezTo>
                  <a:cubicBezTo>
                    <a:pt x="364" y="111"/>
                    <a:pt x="357" y="116"/>
                    <a:pt x="357" y="115"/>
                  </a:cubicBezTo>
                  <a:cubicBezTo>
                    <a:pt x="356" y="114"/>
                    <a:pt x="360" y="113"/>
                    <a:pt x="361" y="113"/>
                  </a:cubicBezTo>
                  <a:cubicBezTo>
                    <a:pt x="363" y="111"/>
                    <a:pt x="363" y="110"/>
                    <a:pt x="362" y="108"/>
                  </a:cubicBezTo>
                  <a:cubicBezTo>
                    <a:pt x="361" y="107"/>
                    <a:pt x="358" y="107"/>
                    <a:pt x="357" y="107"/>
                  </a:cubicBezTo>
                  <a:cubicBezTo>
                    <a:pt x="356" y="107"/>
                    <a:pt x="356" y="108"/>
                    <a:pt x="356" y="108"/>
                  </a:cubicBezTo>
                  <a:cubicBezTo>
                    <a:pt x="355" y="110"/>
                    <a:pt x="353" y="108"/>
                    <a:pt x="352" y="108"/>
                  </a:cubicBezTo>
                  <a:cubicBezTo>
                    <a:pt x="353" y="108"/>
                    <a:pt x="355" y="106"/>
                    <a:pt x="355" y="106"/>
                  </a:cubicBezTo>
                  <a:cubicBezTo>
                    <a:pt x="355" y="106"/>
                    <a:pt x="356" y="107"/>
                    <a:pt x="356" y="107"/>
                  </a:cubicBezTo>
                  <a:cubicBezTo>
                    <a:pt x="355" y="107"/>
                    <a:pt x="357" y="105"/>
                    <a:pt x="357" y="105"/>
                  </a:cubicBezTo>
                  <a:cubicBezTo>
                    <a:pt x="358" y="103"/>
                    <a:pt x="356" y="104"/>
                    <a:pt x="355" y="103"/>
                  </a:cubicBezTo>
                  <a:cubicBezTo>
                    <a:pt x="355" y="103"/>
                    <a:pt x="356" y="98"/>
                    <a:pt x="354" y="99"/>
                  </a:cubicBezTo>
                  <a:cubicBezTo>
                    <a:pt x="355" y="98"/>
                    <a:pt x="356" y="98"/>
                    <a:pt x="355" y="96"/>
                  </a:cubicBezTo>
                  <a:cubicBezTo>
                    <a:pt x="353" y="95"/>
                    <a:pt x="357" y="94"/>
                    <a:pt x="356" y="92"/>
                  </a:cubicBezTo>
                  <a:cubicBezTo>
                    <a:pt x="356" y="91"/>
                    <a:pt x="354" y="93"/>
                    <a:pt x="353" y="92"/>
                  </a:cubicBezTo>
                  <a:cubicBezTo>
                    <a:pt x="352" y="91"/>
                    <a:pt x="350" y="91"/>
                    <a:pt x="349" y="91"/>
                  </a:cubicBezTo>
                  <a:cubicBezTo>
                    <a:pt x="347" y="90"/>
                    <a:pt x="346" y="90"/>
                    <a:pt x="345" y="88"/>
                  </a:cubicBezTo>
                  <a:cubicBezTo>
                    <a:pt x="345" y="86"/>
                    <a:pt x="342" y="87"/>
                    <a:pt x="342" y="85"/>
                  </a:cubicBezTo>
                  <a:cubicBezTo>
                    <a:pt x="342" y="84"/>
                    <a:pt x="340" y="85"/>
                    <a:pt x="340" y="85"/>
                  </a:cubicBezTo>
                  <a:cubicBezTo>
                    <a:pt x="341" y="83"/>
                    <a:pt x="339" y="83"/>
                    <a:pt x="338" y="82"/>
                  </a:cubicBezTo>
                  <a:cubicBezTo>
                    <a:pt x="336" y="81"/>
                    <a:pt x="336" y="80"/>
                    <a:pt x="334" y="81"/>
                  </a:cubicBezTo>
                  <a:cubicBezTo>
                    <a:pt x="332" y="82"/>
                    <a:pt x="331" y="83"/>
                    <a:pt x="329" y="82"/>
                  </a:cubicBezTo>
                  <a:cubicBezTo>
                    <a:pt x="327" y="81"/>
                    <a:pt x="326" y="83"/>
                    <a:pt x="324" y="82"/>
                  </a:cubicBezTo>
                  <a:cubicBezTo>
                    <a:pt x="322" y="80"/>
                    <a:pt x="320" y="80"/>
                    <a:pt x="318" y="80"/>
                  </a:cubicBezTo>
                  <a:cubicBezTo>
                    <a:pt x="316" y="80"/>
                    <a:pt x="314" y="80"/>
                    <a:pt x="313" y="82"/>
                  </a:cubicBezTo>
                  <a:cubicBezTo>
                    <a:pt x="312" y="84"/>
                    <a:pt x="315" y="85"/>
                    <a:pt x="315" y="86"/>
                  </a:cubicBezTo>
                  <a:cubicBezTo>
                    <a:pt x="316" y="87"/>
                    <a:pt x="315" y="90"/>
                    <a:pt x="314" y="91"/>
                  </a:cubicBezTo>
                  <a:cubicBezTo>
                    <a:pt x="314" y="92"/>
                    <a:pt x="314" y="91"/>
                    <a:pt x="313" y="92"/>
                  </a:cubicBezTo>
                  <a:cubicBezTo>
                    <a:pt x="313" y="92"/>
                    <a:pt x="315" y="94"/>
                    <a:pt x="315" y="94"/>
                  </a:cubicBezTo>
                  <a:cubicBezTo>
                    <a:pt x="315" y="96"/>
                    <a:pt x="316" y="98"/>
                    <a:pt x="316" y="99"/>
                  </a:cubicBezTo>
                  <a:cubicBezTo>
                    <a:pt x="316" y="100"/>
                    <a:pt x="316" y="100"/>
                    <a:pt x="316" y="101"/>
                  </a:cubicBezTo>
                  <a:cubicBezTo>
                    <a:pt x="316" y="102"/>
                    <a:pt x="315" y="101"/>
                    <a:pt x="315" y="101"/>
                  </a:cubicBezTo>
                  <a:cubicBezTo>
                    <a:pt x="314" y="102"/>
                    <a:pt x="314" y="104"/>
                    <a:pt x="314" y="104"/>
                  </a:cubicBezTo>
                  <a:cubicBezTo>
                    <a:pt x="313" y="105"/>
                    <a:pt x="312" y="106"/>
                    <a:pt x="312" y="107"/>
                  </a:cubicBezTo>
                  <a:cubicBezTo>
                    <a:pt x="311" y="109"/>
                    <a:pt x="311" y="109"/>
                    <a:pt x="312" y="110"/>
                  </a:cubicBezTo>
                  <a:cubicBezTo>
                    <a:pt x="315" y="112"/>
                    <a:pt x="318" y="114"/>
                    <a:pt x="320" y="116"/>
                  </a:cubicBezTo>
                  <a:cubicBezTo>
                    <a:pt x="321" y="119"/>
                    <a:pt x="322" y="124"/>
                    <a:pt x="321" y="127"/>
                  </a:cubicBezTo>
                  <a:cubicBezTo>
                    <a:pt x="319" y="131"/>
                    <a:pt x="313" y="133"/>
                    <a:pt x="310" y="135"/>
                  </a:cubicBezTo>
                  <a:cubicBezTo>
                    <a:pt x="309" y="136"/>
                    <a:pt x="308" y="136"/>
                    <a:pt x="307" y="137"/>
                  </a:cubicBezTo>
                  <a:cubicBezTo>
                    <a:pt x="304" y="138"/>
                    <a:pt x="308" y="141"/>
                    <a:pt x="308" y="143"/>
                  </a:cubicBezTo>
                  <a:cubicBezTo>
                    <a:pt x="308" y="143"/>
                    <a:pt x="309" y="145"/>
                    <a:pt x="309" y="146"/>
                  </a:cubicBezTo>
                  <a:cubicBezTo>
                    <a:pt x="309" y="148"/>
                    <a:pt x="309" y="149"/>
                    <a:pt x="310" y="151"/>
                  </a:cubicBezTo>
                  <a:cubicBezTo>
                    <a:pt x="311" y="153"/>
                    <a:pt x="311" y="154"/>
                    <a:pt x="309" y="156"/>
                  </a:cubicBezTo>
                  <a:cubicBezTo>
                    <a:pt x="309" y="156"/>
                    <a:pt x="310" y="160"/>
                    <a:pt x="309" y="161"/>
                  </a:cubicBezTo>
                  <a:cubicBezTo>
                    <a:pt x="308" y="161"/>
                    <a:pt x="307" y="157"/>
                    <a:pt x="306" y="159"/>
                  </a:cubicBezTo>
                  <a:cubicBezTo>
                    <a:pt x="305" y="161"/>
                    <a:pt x="307" y="164"/>
                    <a:pt x="307" y="164"/>
                  </a:cubicBezTo>
                  <a:cubicBezTo>
                    <a:pt x="307" y="163"/>
                    <a:pt x="301" y="158"/>
                    <a:pt x="298" y="161"/>
                  </a:cubicBezTo>
                  <a:cubicBezTo>
                    <a:pt x="299" y="160"/>
                    <a:pt x="302" y="159"/>
                    <a:pt x="300" y="157"/>
                  </a:cubicBezTo>
                  <a:cubicBezTo>
                    <a:pt x="299" y="156"/>
                    <a:pt x="298" y="155"/>
                    <a:pt x="297" y="155"/>
                  </a:cubicBezTo>
                  <a:cubicBezTo>
                    <a:pt x="297" y="154"/>
                    <a:pt x="295" y="154"/>
                    <a:pt x="294" y="154"/>
                  </a:cubicBezTo>
                  <a:cubicBezTo>
                    <a:pt x="294" y="153"/>
                    <a:pt x="295" y="153"/>
                    <a:pt x="294" y="151"/>
                  </a:cubicBezTo>
                  <a:cubicBezTo>
                    <a:pt x="293" y="150"/>
                    <a:pt x="292" y="148"/>
                    <a:pt x="293" y="146"/>
                  </a:cubicBezTo>
                  <a:cubicBezTo>
                    <a:pt x="294" y="143"/>
                    <a:pt x="291" y="142"/>
                    <a:pt x="291" y="140"/>
                  </a:cubicBezTo>
                  <a:cubicBezTo>
                    <a:pt x="291" y="138"/>
                    <a:pt x="293" y="137"/>
                    <a:pt x="292" y="135"/>
                  </a:cubicBezTo>
                  <a:cubicBezTo>
                    <a:pt x="290" y="133"/>
                    <a:pt x="286" y="133"/>
                    <a:pt x="283" y="133"/>
                  </a:cubicBezTo>
                  <a:cubicBezTo>
                    <a:pt x="282" y="133"/>
                    <a:pt x="281" y="133"/>
                    <a:pt x="279" y="133"/>
                  </a:cubicBezTo>
                  <a:cubicBezTo>
                    <a:pt x="279" y="133"/>
                    <a:pt x="277" y="135"/>
                    <a:pt x="277" y="135"/>
                  </a:cubicBezTo>
                  <a:cubicBezTo>
                    <a:pt x="277" y="134"/>
                    <a:pt x="278" y="134"/>
                    <a:pt x="277" y="133"/>
                  </a:cubicBezTo>
                  <a:cubicBezTo>
                    <a:pt x="277" y="132"/>
                    <a:pt x="276" y="131"/>
                    <a:pt x="275" y="131"/>
                  </a:cubicBezTo>
                  <a:cubicBezTo>
                    <a:pt x="273" y="130"/>
                    <a:pt x="271" y="130"/>
                    <a:pt x="269" y="129"/>
                  </a:cubicBezTo>
                  <a:cubicBezTo>
                    <a:pt x="266" y="128"/>
                    <a:pt x="264" y="125"/>
                    <a:pt x="261" y="123"/>
                  </a:cubicBezTo>
                  <a:cubicBezTo>
                    <a:pt x="259" y="122"/>
                    <a:pt x="257" y="121"/>
                    <a:pt x="256" y="121"/>
                  </a:cubicBezTo>
                  <a:cubicBezTo>
                    <a:pt x="254" y="121"/>
                    <a:pt x="252" y="119"/>
                    <a:pt x="250" y="119"/>
                  </a:cubicBezTo>
                  <a:cubicBezTo>
                    <a:pt x="249" y="119"/>
                    <a:pt x="240" y="121"/>
                    <a:pt x="240" y="121"/>
                  </a:cubicBezTo>
                  <a:cubicBezTo>
                    <a:pt x="240" y="120"/>
                    <a:pt x="241" y="120"/>
                    <a:pt x="242" y="119"/>
                  </a:cubicBezTo>
                  <a:cubicBezTo>
                    <a:pt x="242" y="118"/>
                    <a:pt x="241" y="117"/>
                    <a:pt x="241" y="117"/>
                  </a:cubicBezTo>
                  <a:cubicBezTo>
                    <a:pt x="240" y="114"/>
                    <a:pt x="239" y="112"/>
                    <a:pt x="238" y="110"/>
                  </a:cubicBezTo>
                  <a:cubicBezTo>
                    <a:pt x="237" y="108"/>
                    <a:pt x="236" y="108"/>
                    <a:pt x="234" y="108"/>
                  </a:cubicBezTo>
                  <a:cubicBezTo>
                    <a:pt x="231" y="108"/>
                    <a:pt x="230" y="108"/>
                    <a:pt x="230" y="105"/>
                  </a:cubicBezTo>
                  <a:cubicBezTo>
                    <a:pt x="231" y="103"/>
                    <a:pt x="230" y="100"/>
                    <a:pt x="230" y="98"/>
                  </a:cubicBezTo>
                  <a:cubicBezTo>
                    <a:pt x="231" y="95"/>
                    <a:pt x="233" y="93"/>
                    <a:pt x="234" y="90"/>
                  </a:cubicBezTo>
                  <a:cubicBezTo>
                    <a:pt x="235" y="88"/>
                    <a:pt x="235" y="87"/>
                    <a:pt x="237" y="86"/>
                  </a:cubicBezTo>
                  <a:cubicBezTo>
                    <a:pt x="238" y="86"/>
                    <a:pt x="237" y="85"/>
                    <a:pt x="237" y="84"/>
                  </a:cubicBezTo>
                  <a:cubicBezTo>
                    <a:pt x="238" y="84"/>
                    <a:pt x="240" y="82"/>
                    <a:pt x="240" y="82"/>
                  </a:cubicBezTo>
                  <a:cubicBezTo>
                    <a:pt x="240" y="82"/>
                    <a:pt x="240" y="82"/>
                    <a:pt x="239" y="81"/>
                  </a:cubicBezTo>
                  <a:cubicBezTo>
                    <a:pt x="239" y="81"/>
                    <a:pt x="240" y="81"/>
                    <a:pt x="240" y="81"/>
                  </a:cubicBezTo>
                  <a:cubicBezTo>
                    <a:pt x="240" y="79"/>
                    <a:pt x="242" y="80"/>
                    <a:pt x="243" y="80"/>
                  </a:cubicBezTo>
                  <a:cubicBezTo>
                    <a:pt x="244" y="80"/>
                    <a:pt x="244" y="79"/>
                    <a:pt x="244" y="79"/>
                  </a:cubicBezTo>
                  <a:cubicBezTo>
                    <a:pt x="245" y="77"/>
                    <a:pt x="243" y="78"/>
                    <a:pt x="242" y="77"/>
                  </a:cubicBezTo>
                  <a:cubicBezTo>
                    <a:pt x="242" y="77"/>
                    <a:pt x="244" y="77"/>
                    <a:pt x="244" y="77"/>
                  </a:cubicBezTo>
                  <a:cubicBezTo>
                    <a:pt x="245" y="76"/>
                    <a:pt x="246" y="77"/>
                    <a:pt x="246" y="77"/>
                  </a:cubicBezTo>
                  <a:cubicBezTo>
                    <a:pt x="248" y="79"/>
                    <a:pt x="248" y="77"/>
                    <a:pt x="250" y="76"/>
                  </a:cubicBezTo>
                  <a:cubicBezTo>
                    <a:pt x="252" y="74"/>
                    <a:pt x="248" y="72"/>
                    <a:pt x="246" y="71"/>
                  </a:cubicBezTo>
                  <a:cubicBezTo>
                    <a:pt x="245" y="71"/>
                    <a:pt x="241" y="72"/>
                    <a:pt x="241" y="72"/>
                  </a:cubicBezTo>
                  <a:cubicBezTo>
                    <a:pt x="240" y="70"/>
                    <a:pt x="243" y="70"/>
                    <a:pt x="240" y="69"/>
                  </a:cubicBezTo>
                  <a:cubicBezTo>
                    <a:pt x="239" y="69"/>
                    <a:pt x="234" y="69"/>
                    <a:pt x="234" y="68"/>
                  </a:cubicBezTo>
                  <a:cubicBezTo>
                    <a:pt x="234" y="67"/>
                    <a:pt x="236" y="67"/>
                    <a:pt x="236" y="67"/>
                  </a:cubicBezTo>
                  <a:cubicBezTo>
                    <a:pt x="237" y="66"/>
                    <a:pt x="237" y="67"/>
                    <a:pt x="238" y="67"/>
                  </a:cubicBezTo>
                  <a:cubicBezTo>
                    <a:pt x="237" y="68"/>
                    <a:pt x="240" y="68"/>
                    <a:pt x="240" y="68"/>
                  </a:cubicBezTo>
                  <a:cubicBezTo>
                    <a:pt x="242" y="68"/>
                    <a:pt x="245" y="70"/>
                    <a:pt x="246" y="70"/>
                  </a:cubicBezTo>
                  <a:cubicBezTo>
                    <a:pt x="247" y="70"/>
                    <a:pt x="248" y="71"/>
                    <a:pt x="249" y="71"/>
                  </a:cubicBezTo>
                  <a:cubicBezTo>
                    <a:pt x="251" y="72"/>
                    <a:pt x="250" y="71"/>
                    <a:pt x="251" y="71"/>
                  </a:cubicBezTo>
                  <a:cubicBezTo>
                    <a:pt x="252" y="71"/>
                    <a:pt x="255" y="71"/>
                    <a:pt x="254" y="70"/>
                  </a:cubicBezTo>
                  <a:cubicBezTo>
                    <a:pt x="253" y="69"/>
                    <a:pt x="254" y="67"/>
                    <a:pt x="255" y="66"/>
                  </a:cubicBezTo>
                  <a:cubicBezTo>
                    <a:pt x="255" y="67"/>
                    <a:pt x="258" y="68"/>
                    <a:pt x="258" y="68"/>
                  </a:cubicBezTo>
                  <a:cubicBezTo>
                    <a:pt x="260" y="68"/>
                    <a:pt x="261" y="68"/>
                    <a:pt x="263" y="67"/>
                  </a:cubicBezTo>
                  <a:cubicBezTo>
                    <a:pt x="264" y="66"/>
                    <a:pt x="265" y="64"/>
                    <a:pt x="266" y="63"/>
                  </a:cubicBezTo>
                  <a:cubicBezTo>
                    <a:pt x="267" y="62"/>
                    <a:pt x="269" y="61"/>
                    <a:pt x="268" y="59"/>
                  </a:cubicBezTo>
                  <a:cubicBezTo>
                    <a:pt x="267" y="57"/>
                    <a:pt x="264" y="58"/>
                    <a:pt x="263" y="58"/>
                  </a:cubicBezTo>
                  <a:cubicBezTo>
                    <a:pt x="260" y="58"/>
                    <a:pt x="258" y="57"/>
                    <a:pt x="256" y="56"/>
                  </a:cubicBezTo>
                  <a:cubicBezTo>
                    <a:pt x="255" y="55"/>
                    <a:pt x="254" y="54"/>
                    <a:pt x="252" y="53"/>
                  </a:cubicBezTo>
                  <a:cubicBezTo>
                    <a:pt x="252" y="53"/>
                    <a:pt x="247" y="53"/>
                    <a:pt x="247" y="53"/>
                  </a:cubicBezTo>
                  <a:cubicBezTo>
                    <a:pt x="247" y="52"/>
                    <a:pt x="252" y="53"/>
                    <a:pt x="253" y="53"/>
                  </a:cubicBezTo>
                  <a:cubicBezTo>
                    <a:pt x="255" y="53"/>
                    <a:pt x="255" y="52"/>
                    <a:pt x="257" y="53"/>
                  </a:cubicBezTo>
                  <a:cubicBezTo>
                    <a:pt x="261" y="55"/>
                    <a:pt x="265" y="59"/>
                    <a:pt x="269" y="56"/>
                  </a:cubicBezTo>
                  <a:cubicBezTo>
                    <a:pt x="271" y="54"/>
                    <a:pt x="272" y="53"/>
                    <a:pt x="273" y="51"/>
                  </a:cubicBezTo>
                  <a:cubicBezTo>
                    <a:pt x="274" y="50"/>
                    <a:pt x="268" y="49"/>
                    <a:pt x="271" y="47"/>
                  </a:cubicBezTo>
                  <a:cubicBezTo>
                    <a:pt x="272" y="47"/>
                    <a:pt x="275" y="47"/>
                    <a:pt x="276" y="48"/>
                  </a:cubicBezTo>
                  <a:cubicBezTo>
                    <a:pt x="279" y="48"/>
                    <a:pt x="279" y="50"/>
                    <a:pt x="282" y="48"/>
                  </a:cubicBezTo>
                  <a:cubicBezTo>
                    <a:pt x="282" y="48"/>
                    <a:pt x="285" y="49"/>
                    <a:pt x="284" y="47"/>
                  </a:cubicBezTo>
                  <a:cubicBezTo>
                    <a:pt x="283" y="46"/>
                    <a:pt x="279" y="44"/>
                    <a:pt x="278" y="44"/>
                  </a:cubicBezTo>
                  <a:cubicBezTo>
                    <a:pt x="280" y="43"/>
                    <a:pt x="282" y="45"/>
                    <a:pt x="284" y="45"/>
                  </a:cubicBezTo>
                  <a:cubicBezTo>
                    <a:pt x="285" y="45"/>
                    <a:pt x="287" y="50"/>
                    <a:pt x="289" y="49"/>
                  </a:cubicBezTo>
                  <a:cubicBezTo>
                    <a:pt x="289" y="49"/>
                    <a:pt x="288" y="48"/>
                    <a:pt x="288" y="48"/>
                  </a:cubicBezTo>
                  <a:cubicBezTo>
                    <a:pt x="289" y="47"/>
                    <a:pt x="290" y="47"/>
                    <a:pt x="292" y="46"/>
                  </a:cubicBezTo>
                  <a:cubicBezTo>
                    <a:pt x="293" y="45"/>
                    <a:pt x="296" y="42"/>
                    <a:pt x="297" y="41"/>
                  </a:cubicBezTo>
                  <a:cubicBezTo>
                    <a:pt x="297" y="38"/>
                    <a:pt x="295" y="38"/>
                    <a:pt x="293" y="36"/>
                  </a:cubicBezTo>
                  <a:cubicBezTo>
                    <a:pt x="293" y="36"/>
                    <a:pt x="290" y="30"/>
                    <a:pt x="290" y="31"/>
                  </a:cubicBezTo>
                  <a:cubicBezTo>
                    <a:pt x="291" y="30"/>
                    <a:pt x="295" y="30"/>
                    <a:pt x="296" y="30"/>
                  </a:cubicBezTo>
                  <a:cubicBezTo>
                    <a:pt x="299" y="29"/>
                    <a:pt x="294" y="28"/>
                    <a:pt x="294" y="27"/>
                  </a:cubicBezTo>
                  <a:cubicBezTo>
                    <a:pt x="293" y="26"/>
                    <a:pt x="297" y="26"/>
                    <a:pt x="297" y="25"/>
                  </a:cubicBezTo>
                  <a:cubicBezTo>
                    <a:pt x="297" y="25"/>
                    <a:pt x="287" y="21"/>
                    <a:pt x="287" y="21"/>
                  </a:cubicBezTo>
                  <a:cubicBezTo>
                    <a:pt x="288" y="21"/>
                    <a:pt x="290" y="20"/>
                    <a:pt x="291" y="20"/>
                  </a:cubicBezTo>
                  <a:cubicBezTo>
                    <a:pt x="288" y="20"/>
                    <a:pt x="285" y="19"/>
                    <a:pt x="282" y="19"/>
                  </a:cubicBezTo>
                  <a:cubicBezTo>
                    <a:pt x="280" y="19"/>
                    <a:pt x="277" y="20"/>
                    <a:pt x="276" y="19"/>
                  </a:cubicBezTo>
                  <a:cubicBezTo>
                    <a:pt x="278" y="20"/>
                    <a:pt x="275" y="21"/>
                    <a:pt x="276" y="23"/>
                  </a:cubicBezTo>
                  <a:cubicBezTo>
                    <a:pt x="277" y="24"/>
                    <a:pt x="280" y="25"/>
                    <a:pt x="280" y="26"/>
                  </a:cubicBezTo>
                  <a:cubicBezTo>
                    <a:pt x="280" y="26"/>
                    <a:pt x="278" y="27"/>
                    <a:pt x="278" y="27"/>
                  </a:cubicBezTo>
                  <a:cubicBezTo>
                    <a:pt x="278" y="27"/>
                    <a:pt x="280" y="28"/>
                    <a:pt x="279" y="28"/>
                  </a:cubicBezTo>
                  <a:cubicBezTo>
                    <a:pt x="277" y="29"/>
                    <a:pt x="276" y="27"/>
                    <a:pt x="275" y="31"/>
                  </a:cubicBezTo>
                  <a:cubicBezTo>
                    <a:pt x="274" y="33"/>
                    <a:pt x="274" y="35"/>
                    <a:pt x="273" y="37"/>
                  </a:cubicBezTo>
                  <a:cubicBezTo>
                    <a:pt x="272" y="37"/>
                    <a:pt x="271" y="38"/>
                    <a:pt x="271" y="39"/>
                  </a:cubicBezTo>
                  <a:cubicBezTo>
                    <a:pt x="271" y="40"/>
                    <a:pt x="270" y="40"/>
                    <a:pt x="270" y="41"/>
                  </a:cubicBezTo>
                  <a:cubicBezTo>
                    <a:pt x="267" y="42"/>
                    <a:pt x="268" y="43"/>
                    <a:pt x="266" y="40"/>
                  </a:cubicBezTo>
                  <a:cubicBezTo>
                    <a:pt x="265" y="39"/>
                    <a:pt x="262" y="37"/>
                    <a:pt x="262" y="35"/>
                  </a:cubicBezTo>
                  <a:cubicBezTo>
                    <a:pt x="262" y="35"/>
                    <a:pt x="262" y="32"/>
                    <a:pt x="263" y="32"/>
                  </a:cubicBezTo>
                  <a:cubicBezTo>
                    <a:pt x="263" y="32"/>
                    <a:pt x="265" y="33"/>
                    <a:pt x="265" y="31"/>
                  </a:cubicBezTo>
                  <a:cubicBezTo>
                    <a:pt x="264" y="29"/>
                    <a:pt x="264" y="28"/>
                    <a:pt x="262" y="26"/>
                  </a:cubicBezTo>
                  <a:cubicBezTo>
                    <a:pt x="260" y="25"/>
                    <a:pt x="258" y="23"/>
                    <a:pt x="256" y="25"/>
                  </a:cubicBezTo>
                  <a:cubicBezTo>
                    <a:pt x="255" y="26"/>
                    <a:pt x="255" y="28"/>
                    <a:pt x="255" y="30"/>
                  </a:cubicBezTo>
                  <a:cubicBezTo>
                    <a:pt x="255" y="31"/>
                    <a:pt x="251" y="31"/>
                    <a:pt x="251" y="30"/>
                  </a:cubicBezTo>
                  <a:cubicBezTo>
                    <a:pt x="251" y="29"/>
                    <a:pt x="251" y="26"/>
                    <a:pt x="250" y="25"/>
                  </a:cubicBezTo>
                  <a:cubicBezTo>
                    <a:pt x="246" y="22"/>
                    <a:pt x="251" y="25"/>
                    <a:pt x="251" y="24"/>
                  </a:cubicBezTo>
                  <a:cubicBezTo>
                    <a:pt x="252" y="24"/>
                    <a:pt x="253" y="23"/>
                    <a:pt x="252" y="23"/>
                  </a:cubicBezTo>
                  <a:cubicBezTo>
                    <a:pt x="252" y="22"/>
                    <a:pt x="251" y="21"/>
                    <a:pt x="250" y="22"/>
                  </a:cubicBezTo>
                  <a:cubicBezTo>
                    <a:pt x="249" y="23"/>
                    <a:pt x="249" y="21"/>
                    <a:pt x="248" y="21"/>
                  </a:cubicBezTo>
                  <a:cubicBezTo>
                    <a:pt x="247" y="20"/>
                    <a:pt x="246" y="22"/>
                    <a:pt x="245" y="21"/>
                  </a:cubicBezTo>
                  <a:cubicBezTo>
                    <a:pt x="243" y="20"/>
                    <a:pt x="242" y="21"/>
                    <a:pt x="243" y="18"/>
                  </a:cubicBezTo>
                  <a:cubicBezTo>
                    <a:pt x="243" y="18"/>
                    <a:pt x="243" y="18"/>
                    <a:pt x="244" y="18"/>
                  </a:cubicBezTo>
                  <a:cubicBezTo>
                    <a:pt x="244" y="17"/>
                    <a:pt x="244" y="17"/>
                    <a:pt x="244" y="16"/>
                  </a:cubicBezTo>
                  <a:cubicBezTo>
                    <a:pt x="245" y="16"/>
                    <a:pt x="245" y="16"/>
                    <a:pt x="246" y="16"/>
                  </a:cubicBezTo>
                  <a:cubicBezTo>
                    <a:pt x="245" y="16"/>
                    <a:pt x="244" y="13"/>
                    <a:pt x="244" y="13"/>
                  </a:cubicBezTo>
                  <a:cubicBezTo>
                    <a:pt x="243" y="11"/>
                    <a:pt x="241" y="11"/>
                    <a:pt x="241" y="10"/>
                  </a:cubicBezTo>
                  <a:cubicBezTo>
                    <a:pt x="239" y="9"/>
                    <a:pt x="240" y="9"/>
                    <a:pt x="239" y="7"/>
                  </a:cubicBezTo>
                  <a:cubicBezTo>
                    <a:pt x="239" y="5"/>
                    <a:pt x="237" y="4"/>
                    <a:pt x="237" y="3"/>
                  </a:cubicBezTo>
                  <a:cubicBezTo>
                    <a:pt x="236" y="1"/>
                    <a:pt x="234" y="1"/>
                    <a:pt x="232" y="1"/>
                  </a:cubicBezTo>
                  <a:cubicBezTo>
                    <a:pt x="231" y="1"/>
                    <a:pt x="232" y="0"/>
                    <a:pt x="230" y="0"/>
                  </a:cubicBezTo>
                  <a:cubicBezTo>
                    <a:pt x="229" y="0"/>
                    <a:pt x="228" y="0"/>
                    <a:pt x="228" y="2"/>
                  </a:cubicBezTo>
                  <a:cubicBezTo>
                    <a:pt x="228" y="2"/>
                    <a:pt x="225" y="3"/>
                    <a:pt x="225" y="3"/>
                  </a:cubicBezTo>
                  <a:cubicBezTo>
                    <a:pt x="226" y="3"/>
                    <a:pt x="228" y="3"/>
                    <a:pt x="228" y="4"/>
                  </a:cubicBezTo>
                  <a:cubicBezTo>
                    <a:pt x="228" y="4"/>
                    <a:pt x="226" y="5"/>
                    <a:pt x="226" y="5"/>
                  </a:cubicBezTo>
                  <a:cubicBezTo>
                    <a:pt x="225" y="6"/>
                    <a:pt x="224" y="4"/>
                    <a:pt x="223" y="6"/>
                  </a:cubicBezTo>
                  <a:cubicBezTo>
                    <a:pt x="222" y="6"/>
                    <a:pt x="221" y="9"/>
                    <a:pt x="221" y="10"/>
                  </a:cubicBezTo>
                  <a:cubicBezTo>
                    <a:pt x="222" y="10"/>
                    <a:pt x="224" y="10"/>
                    <a:pt x="225" y="11"/>
                  </a:cubicBezTo>
                  <a:cubicBezTo>
                    <a:pt x="224" y="10"/>
                    <a:pt x="222" y="14"/>
                    <a:pt x="222" y="15"/>
                  </a:cubicBezTo>
                  <a:cubicBezTo>
                    <a:pt x="222" y="16"/>
                    <a:pt x="224" y="18"/>
                    <a:pt x="225" y="19"/>
                  </a:cubicBezTo>
                  <a:cubicBezTo>
                    <a:pt x="226" y="19"/>
                    <a:pt x="228" y="21"/>
                    <a:pt x="229" y="21"/>
                  </a:cubicBezTo>
                  <a:cubicBezTo>
                    <a:pt x="231" y="20"/>
                    <a:pt x="231" y="20"/>
                    <a:pt x="232" y="21"/>
                  </a:cubicBezTo>
                  <a:cubicBezTo>
                    <a:pt x="233" y="21"/>
                    <a:pt x="235" y="23"/>
                    <a:pt x="235" y="23"/>
                  </a:cubicBezTo>
                  <a:cubicBezTo>
                    <a:pt x="234" y="24"/>
                    <a:pt x="233" y="22"/>
                    <a:pt x="233" y="24"/>
                  </a:cubicBezTo>
                  <a:cubicBezTo>
                    <a:pt x="233" y="26"/>
                    <a:pt x="232" y="26"/>
                    <a:pt x="232" y="27"/>
                  </a:cubicBezTo>
                  <a:cubicBezTo>
                    <a:pt x="231" y="29"/>
                    <a:pt x="233" y="29"/>
                    <a:pt x="234" y="28"/>
                  </a:cubicBezTo>
                  <a:cubicBezTo>
                    <a:pt x="234" y="28"/>
                    <a:pt x="236" y="25"/>
                    <a:pt x="236" y="26"/>
                  </a:cubicBezTo>
                  <a:cubicBezTo>
                    <a:pt x="237" y="27"/>
                    <a:pt x="236" y="29"/>
                    <a:pt x="236" y="30"/>
                  </a:cubicBezTo>
                  <a:cubicBezTo>
                    <a:pt x="235" y="31"/>
                    <a:pt x="234" y="31"/>
                    <a:pt x="233" y="31"/>
                  </a:cubicBezTo>
                  <a:cubicBezTo>
                    <a:pt x="233" y="32"/>
                    <a:pt x="233" y="33"/>
                    <a:pt x="232" y="34"/>
                  </a:cubicBezTo>
                  <a:cubicBezTo>
                    <a:pt x="231" y="34"/>
                    <a:pt x="229" y="34"/>
                    <a:pt x="228" y="35"/>
                  </a:cubicBezTo>
                  <a:cubicBezTo>
                    <a:pt x="227" y="35"/>
                    <a:pt x="226" y="37"/>
                    <a:pt x="226" y="37"/>
                  </a:cubicBezTo>
                  <a:cubicBezTo>
                    <a:pt x="227" y="38"/>
                    <a:pt x="228" y="39"/>
                    <a:pt x="228" y="41"/>
                  </a:cubicBezTo>
                  <a:cubicBezTo>
                    <a:pt x="228" y="42"/>
                    <a:pt x="227" y="41"/>
                    <a:pt x="226" y="40"/>
                  </a:cubicBezTo>
                  <a:cubicBezTo>
                    <a:pt x="226" y="40"/>
                    <a:pt x="225" y="40"/>
                    <a:pt x="225" y="41"/>
                  </a:cubicBezTo>
                  <a:cubicBezTo>
                    <a:pt x="224" y="41"/>
                    <a:pt x="222" y="40"/>
                    <a:pt x="222" y="39"/>
                  </a:cubicBezTo>
                  <a:cubicBezTo>
                    <a:pt x="222" y="38"/>
                    <a:pt x="224" y="35"/>
                    <a:pt x="224" y="34"/>
                  </a:cubicBezTo>
                  <a:cubicBezTo>
                    <a:pt x="225" y="32"/>
                    <a:pt x="222" y="34"/>
                    <a:pt x="222" y="34"/>
                  </a:cubicBezTo>
                  <a:cubicBezTo>
                    <a:pt x="221" y="34"/>
                    <a:pt x="218" y="32"/>
                    <a:pt x="217" y="31"/>
                  </a:cubicBezTo>
                  <a:cubicBezTo>
                    <a:pt x="215" y="30"/>
                    <a:pt x="216" y="32"/>
                    <a:pt x="214" y="32"/>
                  </a:cubicBezTo>
                  <a:cubicBezTo>
                    <a:pt x="213" y="32"/>
                    <a:pt x="210" y="31"/>
                    <a:pt x="212" y="33"/>
                  </a:cubicBezTo>
                  <a:cubicBezTo>
                    <a:pt x="213" y="34"/>
                    <a:pt x="213" y="35"/>
                    <a:pt x="215" y="35"/>
                  </a:cubicBezTo>
                  <a:cubicBezTo>
                    <a:pt x="216" y="35"/>
                    <a:pt x="218" y="35"/>
                    <a:pt x="218" y="37"/>
                  </a:cubicBezTo>
                  <a:cubicBezTo>
                    <a:pt x="220" y="41"/>
                    <a:pt x="214" y="36"/>
                    <a:pt x="213" y="35"/>
                  </a:cubicBezTo>
                  <a:cubicBezTo>
                    <a:pt x="211" y="35"/>
                    <a:pt x="211" y="37"/>
                    <a:pt x="209" y="37"/>
                  </a:cubicBezTo>
                  <a:cubicBezTo>
                    <a:pt x="207" y="37"/>
                    <a:pt x="206" y="36"/>
                    <a:pt x="204" y="36"/>
                  </a:cubicBezTo>
                  <a:cubicBezTo>
                    <a:pt x="200" y="37"/>
                    <a:pt x="197" y="37"/>
                    <a:pt x="193" y="37"/>
                  </a:cubicBezTo>
                  <a:cubicBezTo>
                    <a:pt x="190" y="36"/>
                    <a:pt x="186" y="34"/>
                    <a:pt x="182" y="33"/>
                  </a:cubicBezTo>
                  <a:cubicBezTo>
                    <a:pt x="181" y="33"/>
                    <a:pt x="179" y="33"/>
                    <a:pt x="178" y="32"/>
                  </a:cubicBezTo>
                  <a:cubicBezTo>
                    <a:pt x="177" y="30"/>
                    <a:pt x="177" y="28"/>
                    <a:pt x="176" y="28"/>
                  </a:cubicBezTo>
                  <a:cubicBezTo>
                    <a:pt x="174" y="27"/>
                    <a:pt x="172" y="28"/>
                    <a:pt x="171" y="28"/>
                  </a:cubicBezTo>
                  <a:cubicBezTo>
                    <a:pt x="168" y="29"/>
                    <a:pt x="166" y="29"/>
                    <a:pt x="164" y="29"/>
                  </a:cubicBezTo>
                  <a:cubicBezTo>
                    <a:pt x="163" y="30"/>
                    <a:pt x="161" y="31"/>
                    <a:pt x="161" y="32"/>
                  </a:cubicBezTo>
                  <a:cubicBezTo>
                    <a:pt x="161" y="32"/>
                    <a:pt x="165" y="34"/>
                    <a:pt x="166" y="34"/>
                  </a:cubicBezTo>
                  <a:cubicBezTo>
                    <a:pt x="166" y="34"/>
                    <a:pt x="165" y="31"/>
                    <a:pt x="167" y="32"/>
                  </a:cubicBezTo>
                  <a:cubicBezTo>
                    <a:pt x="168" y="32"/>
                    <a:pt x="168" y="33"/>
                    <a:pt x="169" y="32"/>
                  </a:cubicBezTo>
                  <a:cubicBezTo>
                    <a:pt x="170" y="32"/>
                    <a:pt x="176" y="28"/>
                    <a:pt x="176" y="30"/>
                  </a:cubicBezTo>
                  <a:cubicBezTo>
                    <a:pt x="176" y="31"/>
                    <a:pt x="173" y="32"/>
                    <a:pt x="172" y="33"/>
                  </a:cubicBezTo>
                  <a:cubicBezTo>
                    <a:pt x="171" y="34"/>
                    <a:pt x="169" y="34"/>
                    <a:pt x="167" y="34"/>
                  </a:cubicBezTo>
                  <a:cubicBezTo>
                    <a:pt x="166" y="35"/>
                    <a:pt x="163" y="37"/>
                    <a:pt x="165" y="38"/>
                  </a:cubicBezTo>
                  <a:cubicBezTo>
                    <a:pt x="167" y="38"/>
                    <a:pt x="167" y="39"/>
                    <a:pt x="166" y="41"/>
                  </a:cubicBezTo>
                  <a:cubicBezTo>
                    <a:pt x="166" y="42"/>
                    <a:pt x="168" y="42"/>
                    <a:pt x="168" y="43"/>
                  </a:cubicBezTo>
                  <a:cubicBezTo>
                    <a:pt x="169" y="44"/>
                    <a:pt x="169" y="46"/>
                    <a:pt x="167" y="44"/>
                  </a:cubicBezTo>
                  <a:cubicBezTo>
                    <a:pt x="165" y="42"/>
                    <a:pt x="167" y="46"/>
                    <a:pt x="166" y="45"/>
                  </a:cubicBezTo>
                  <a:cubicBezTo>
                    <a:pt x="165" y="45"/>
                    <a:pt x="163" y="42"/>
                    <a:pt x="162" y="43"/>
                  </a:cubicBezTo>
                  <a:cubicBezTo>
                    <a:pt x="164" y="42"/>
                    <a:pt x="167" y="43"/>
                    <a:pt x="164" y="41"/>
                  </a:cubicBezTo>
                  <a:cubicBezTo>
                    <a:pt x="165" y="41"/>
                    <a:pt x="166" y="40"/>
                    <a:pt x="164" y="39"/>
                  </a:cubicBezTo>
                  <a:cubicBezTo>
                    <a:pt x="166" y="40"/>
                    <a:pt x="161" y="40"/>
                    <a:pt x="162" y="40"/>
                  </a:cubicBezTo>
                  <a:cubicBezTo>
                    <a:pt x="162" y="39"/>
                    <a:pt x="162" y="39"/>
                    <a:pt x="163" y="39"/>
                  </a:cubicBezTo>
                  <a:cubicBezTo>
                    <a:pt x="163" y="38"/>
                    <a:pt x="160" y="40"/>
                    <a:pt x="160" y="40"/>
                  </a:cubicBezTo>
                  <a:cubicBezTo>
                    <a:pt x="159" y="40"/>
                    <a:pt x="160" y="38"/>
                    <a:pt x="159" y="37"/>
                  </a:cubicBezTo>
                  <a:cubicBezTo>
                    <a:pt x="159" y="37"/>
                    <a:pt x="157" y="37"/>
                    <a:pt x="157" y="37"/>
                  </a:cubicBezTo>
                  <a:cubicBezTo>
                    <a:pt x="155" y="37"/>
                    <a:pt x="155" y="34"/>
                    <a:pt x="153" y="35"/>
                  </a:cubicBezTo>
                  <a:cubicBezTo>
                    <a:pt x="151" y="37"/>
                    <a:pt x="150" y="37"/>
                    <a:pt x="147" y="37"/>
                  </a:cubicBezTo>
                  <a:cubicBezTo>
                    <a:pt x="143" y="37"/>
                    <a:pt x="140" y="37"/>
                    <a:pt x="136" y="37"/>
                  </a:cubicBezTo>
                  <a:cubicBezTo>
                    <a:pt x="135" y="37"/>
                    <a:pt x="128" y="37"/>
                    <a:pt x="128" y="36"/>
                  </a:cubicBezTo>
                  <a:cubicBezTo>
                    <a:pt x="127" y="36"/>
                    <a:pt x="130" y="34"/>
                    <a:pt x="131" y="33"/>
                  </a:cubicBezTo>
                  <a:cubicBezTo>
                    <a:pt x="132" y="32"/>
                    <a:pt x="133" y="33"/>
                    <a:pt x="135" y="33"/>
                  </a:cubicBezTo>
                  <a:cubicBezTo>
                    <a:pt x="136" y="32"/>
                    <a:pt x="133" y="30"/>
                    <a:pt x="133" y="30"/>
                  </a:cubicBezTo>
                  <a:cubicBezTo>
                    <a:pt x="131" y="28"/>
                    <a:pt x="130" y="28"/>
                    <a:pt x="128" y="27"/>
                  </a:cubicBezTo>
                  <a:cubicBezTo>
                    <a:pt x="127" y="27"/>
                    <a:pt x="126" y="26"/>
                    <a:pt x="125" y="27"/>
                  </a:cubicBezTo>
                  <a:cubicBezTo>
                    <a:pt x="124" y="28"/>
                    <a:pt x="123" y="29"/>
                    <a:pt x="122" y="28"/>
                  </a:cubicBezTo>
                  <a:cubicBezTo>
                    <a:pt x="119" y="26"/>
                    <a:pt x="116" y="26"/>
                    <a:pt x="113" y="25"/>
                  </a:cubicBezTo>
                  <a:cubicBezTo>
                    <a:pt x="109" y="24"/>
                    <a:pt x="106" y="24"/>
                    <a:pt x="102" y="22"/>
                  </a:cubicBezTo>
                  <a:cubicBezTo>
                    <a:pt x="99" y="20"/>
                    <a:pt x="97" y="19"/>
                    <a:pt x="93" y="19"/>
                  </a:cubicBezTo>
                  <a:cubicBezTo>
                    <a:pt x="92" y="19"/>
                    <a:pt x="91" y="19"/>
                    <a:pt x="90" y="20"/>
                  </a:cubicBezTo>
                  <a:cubicBezTo>
                    <a:pt x="89" y="21"/>
                    <a:pt x="88" y="23"/>
                    <a:pt x="87" y="23"/>
                  </a:cubicBezTo>
                  <a:cubicBezTo>
                    <a:pt x="86" y="23"/>
                    <a:pt x="83" y="24"/>
                    <a:pt x="83" y="23"/>
                  </a:cubicBezTo>
                  <a:cubicBezTo>
                    <a:pt x="83" y="22"/>
                    <a:pt x="85" y="21"/>
                    <a:pt x="85" y="20"/>
                  </a:cubicBezTo>
                  <a:cubicBezTo>
                    <a:pt x="85" y="20"/>
                    <a:pt x="82" y="21"/>
                    <a:pt x="82" y="20"/>
                  </a:cubicBezTo>
                  <a:cubicBezTo>
                    <a:pt x="83" y="19"/>
                    <a:pt x="83" y="18"/>
                    <a:pt x="82" y="17"/>
                  </a:cubicBezTo>
                  <a:cubicBezTo>
                    <a:pt x="82" y="15"/>
                    <a:pt x="78" y="17"/>
                    <a:pt x="78" y="18"/>
                  </a:cubicBezTo>
                  <a:cubicBezTo>
                    <a:pt x="78" y="18"/>
                    <a:pt x="80" y="17"/>
                    <a:pt x="80" y="18"/>
                  </a:cubicBezTo>
                  <a:cubicBezTo>
                    <a:pt x="81" y="18"/>
                    <a:pt x="77" y="20"/>
                    <a:pt x="80" y="20"/>
                  </a:cubicBezTo>
                  <a:cubicBezTo>
                    <a:pt x="79" y="20"/>
                    <a:pt x="78" y="20"/>
                    <a:pt x="78" y="22"/>
                  </a:cubicBezTo>
                  <a:cubicBezTo>
                    <a:pt x="78" y="23"/>
                    <a:pt x="77" y="24"/>
                    <a:pt x="76" y="23"/>
                  </a:cubicBezTo>
                  <a:cubicBezTo>
                    <a:pt x="73" y="22"/>
                    <a:pt x="72" y="21"/>
                    <a:pt x="71" y="18"/>
                  </a:cubicBezTo>
                  <a:cubicBezTo>
                    <a:pt x="70" y="16"/>
                    <a:pt x="68" y="15"/>
                    <a:pt x="66" y="13"/>
                  </a:cubicBezTo>
                  <a:cubicBezTo>
                    <a:pt x="65" y="13"/>
                    <a:pt x="64" y="11"/>
                    <a:pt x="63" y="12"/>
                  </a:cubicBezTo>
                  <a:cubicBezTo>
                    <a:pt x="63" y="14"/>
                    <a:pt x="66" y="15"/>
                    <a:pt x="67" y="16"/>
                  </a:cubicBezTo>
                  <a:cubicBezTo>
                    <a:pt x="67" y="15"/>
                    <a:pt x="63" y="16"/>
                    <a:pt x="63" y="17"/>
                  </a:cubicBezTo>
                  <a:cubicBezTo>
                    <a:pt x="62" y="18"/>
                    <a:pt x="63" y="18"/>
                    <a:pt x="62" y="19"/>
                  </a:cubicBezTo>
                  <a:cubicBezTo>
                    <a:pt x="61" y="19"/>
                    <a:pt x="60" y="21"/>
                    <a:pt x="59" y="20"/>
                  </a:cubicBezTo>
                  <a:cubicBezTo>
                    <a:pt x="59" y="20"/>
                    <a:pt x="59" y="19"/>
                    <a:pt x="59" y="19"/>
                  </a:cubicBezTo>
                  <a:cubicBezTo>
                    <a:pt x="59" y="18"/>
                    <a:pt x="54" y="20"/>
                    <a:pt x="54" y="21"/>
                  </a:cubicBezTo>
                  <a:cubicBezTo>
                    <a:pt x="53" y="22"/>
                    <a:pt x="52" y="23"/>
                    <a:pt x="50" y="24"/>
                  </a:cubicBezTo>
                  <a:cubicBezTo>
                    <a:pt x="49" y="25"/>
                    <a:pt x="50" y="22"/>
                    <a:pt x="49" y="22"/>
                  </a:cubicBezTo>
                  <a:cubicBezTo>
                    <a:pt x="48" y="22"/>
                    <a:pt x="47" y="23"/>
                    <a:pt x="46" y="23"/>
                  </a:cubicBezTo>
                  <a:cubicBezTo>
                    <a:pt x="45" y="23"/>
                    <a:pt x="45" y="25"/>
                    <a:pt x="44" y="25"/>
                  </a:cubicBezTo>
                  <a:cubicBezTo>
                    <a:pt x="43" y="25"/>
                    <a:pt x="40" y="27"/>
                    <a:pt x="41" y="27"/>
                  </a:cubicBezTo>
                  <a:cubicBezTo>
                    <a:pt x="41" y="28"/>
                    <a:pt x="43" y="28"/>
                    <a:pt x="40" y="29"/>
                  </a:cubicBezTo>
                  <a:cubicBezTo>
                    <a:pt x="40" y="29"/>
                    <a:pt x="37" y="29"/>
                    <a:pt x="37" y="28"/>
                  </a:cubicBezTo>
                  <a:cubicBezTo>
                    <a:pt x="37" y="27"/>
                    <a:pt x="40" y="26"/>
                    <a:pt x="40" y="26"/>
                  </a:cubicBezTo>
                  <a:cubicBezTo>
                    <a:pt x="41" y="24"/>
                    <a:pt x="43" y="23"/>
                    <a:pt x="44" y="22"/>
                  </a:cubicBezTo>
                  <a:cubicBezTo>
                    <a:pt x="46" y="21"/>
                    <a:pt x="47" y="21"/>
                    <a:pt x="49" y="22"/>
                  </a:cubicBezTo>
                  <a:cubicBezTo>
                    <a:pt x="48" y="22"/>
                    <a:pt x="56" y="18"/>
                    <a:pt x="56" y="18"/>
                  </a:cubicBezTo>
                  <a:cubicBezTo>
                    <a:pt x="58" y="17"/>
                    <a:pt x="57" y="16"/>
                    <a:pt x="56" y="16"/>
                  </a:cubicBezTo>
                  <a:cubicBezTo>
                    <a:pt x="54" y="16"/>
                    <a:pt x="52" y="16"/>
                    <a:pt x="50" y="17"/>
                  </a:cubicBezTo>
                  <a:cubicBezTo>
                    <a:pt x="49" y="17"/>
                    <a:pt x="49" y="19"/>
                    <a:pt x="47" y="19"/>
                  </a:cubicBezTo>
                  <a:cubicBezTo>
                    <a:pt x="46" y="19"/>
                    <a:pt x="44" y="20"/>
                    <a:pt x="43" y="20"/>
                  </a:cubicBezTo>
                  <a:cubicBezTo>
                    <a:pt x="41" y="20"/>
                    <a:pt x="36" y="25"/>
                    <a:pt x="35" y="24"/>
                  </a:cubicBezTo>
                  <a:cubicBezTo>
                    <a:pt x="34" y="24"/>
                    <a:pt x="36" y="23"/>
                    <a:pt x="36" y="22"/>
                  </a:cubicBezTo>
                  <a:cubicBezTo>
                    <a:pt x="36" y="22"/>
                    <a:pt x="33" y="21"/>
                    <a:pt x="33" y="21"/>
                  </a:cubicBezTo>
                  <a:cubicBezTo>
                    <a:pt x="33" y="21"/>
                    <a:pt x="30" y="23"/>
                    <a:pt x="29" y="23"/>
                  </a:cubicBezTo>
                  <a:cubicBezTo>
                    <a:pt x="28" y="23"/>
                    <a:pt x="26" y="24"/>
                    <a:pt x="25" y="25"/>
                  </a:cubicBezTo>
                  <a:cubicBezTo>
                    <a:pt x="24" y="25"/>
                    <a:pt x="26" y="26"/>
                    <a:pt x="26" y="26"/>
                  </a:cubicBezTo>
                  <a:cubicBezTo>
                    <a:pt x="27" y="26"/>
                    <a:pt x="26" y="27"/>
                    <a:pt x="26" y="27"/>
                  </a:cubicBezTo>
                  <a:cubicBezTo>
                    <a:pt x="26" y="28"/>
                    <a:pt x="30" y="27"/>
                    <a:pt x="30" y="27"/>
                  </a:cubicBezTo>
                  <a:cubicBezTo>
                    <a:pt x="31" y="26"/>
                    <a:pt x="33" y="25"/>
                    <a:pt x="34" y="24"/>
                  </a:cubicBezTo>
                  <a:cubicBezTo>
                    <a:pt x="29" y="26"/>
                    <a:pt x="34" y="27"/>
                    <a:pt x="33" y="29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0" y="27"/>
                    <a:pt x="29" y="28"/>
                    <a:pt x="28" y="29"/>
                  </a:cubicBezTo>
                  <a:cubicBezTo>
                    <a:pt x="27" y="29"/>
                    <a:pt x="23" y="28"/>
                    <a:pt x="21" y="28"/>
                  </a:cubicBezTo>
                  <a:cubicBezTo>
                    <a:pt x="19" y="28"/>
                    <a:pt x="16" y="26"/>
                    <a:pt x="14" y="25"/>
                  </a:cubicBezTo>
                  <a:cubicBezTo>
                    <a:pt x="13" y="25"/>
                    <a:pt x="12" y="24"/>
                    <a:pt x="11" y="24"/>
                  </a:cubicBezTo>
                  <a:cubicBezTo>
                    <a:pt x="10" y="23"/>
                    <a:pt x="9" y="21"/>
                    <a:pt x="10" y="21"/>
                  </a:cubicBezTo>
                  <a:cubicBezTo>
                    <a:pt x="9" y="21"/>
                    <a:pt x="7" y="21"/>
                    <a:pt x="6" y="22"/>
                  </a:cubicBezTo>
                  <a:cubicBezTo>
                    <a:pt x="4" y="22"/>
                    <a:pt x="2" y="22"/>
                    <a:pt x="0" y="21"/>
                  </a:cubicBezTo>
                  <a:cubicBezTo>
                    <a:pt x="0" y="41"/>
                    <a:pt x="0" y="61"/>
                    <a:pt x="0" y="80"/>
                  </a:cubicBezTo>
                  <a:cubicBezTo>
                    <a:pt x="0" y="85"/>
                    <a:pt x="0" y="89"/>
                    <a:pt x="0" y="94"/>
                  </a:cubicBezTo>
                  <a:cubicBezTo>
                    <a:pt x="0" y="95"/>
                    <a:pt x="0" y="96"/>
                    <a:pt x="0" y="97"/>
                  </a:cubicBezTo>
                  <a:cubicBezTo>
                    <a:pt x="0" y="99"/>
                    <a:pt x="2" y="97"/>
                    <a:pt x="3" y="97"/>
                  </a:cubicBezTo>
                  <a:cubicBezTo>
                    <a:pt x="5" y="98"/>
                    <a:pt x="5" y="97"/>
                    <a:pt x="7" y="97"/>
                  </a:cubicBezTo>
                  <a:cubicBezTo>
                    <a:pt x="9" y="97"/>
                    <a:pt x="9" y="98"/>
                    <a:pt x="10" y="99"/>
                  </a:cubicBezTo>
                  <a:cubicBezTo>
                    <a:pt x="11" y="101"/>
                    <a:pt x="16" y="107"/>
                    <a:pt x="18" y="107"/>
                  </a:cubicBezTo>
                  <a:cubicBezTo>
                    <a:pt x="19" y="107"/>
                    <a:pt x="21" y="106"/>
                    <a:pt x="22" y="105"/>
                  </a:cubicBezTo>
                  <a:cubicBezTo>
                    <a:pt x="23" y="104"/>
                    <a:pt x="22" y="103"/>
                    <a:pt x="23" y="102"/>
                  </a:cubicBezTo>
                  <a:cubicBezTo>
                    <a:pt x="24" y="102"/>
                    <a:pt x="28" y="101"/>
                    <a:pt x="28" y="102"/>
                  </a:cubicBezTo>
                  <a:cubicBezTo>
                    <a:pt x="30" y="104"/>
                    <a:pt x="32" y="105"/>
                    <a:pt x="33" y="107"/>
                  </a:cubicBezTo>
                  <a:cubicBezTo>
                    <a:pt x="35" y="109"/>
                    <a:pt x="37" y="110"/>
                    <a:pt x="38" y="112"/>
                  </a:cubicBezTo>
                  <a:cubicBezTo>
                    <a:pt x="39" y="113"/>
                    <a:pt x="39" y="114"/>
                    <a:pt x="40" y="116"/>
                  </a:cubicBezTo>
                  <a:cubicBezTo>
                    <a:pt x="42" y="118"/>
                    <a:pt x="43" y="122"/>
                    <a:pt x="46" y="124"/>
                  </a:cubicBezTo>
                  <a:cubicBezTo>
                    <a:pt x="48" y="126"/>
                    <a:pt x="52" y="127"/>
                    <a:pt x="54" y="128"/>
                  </a:cubicBezTo>
                  <a:cubicBezTo>
                    <a:pt x="56" y="129"/>
                    <a:pt x="53" y="130"/>
                    <a:pt x="54" y="132"/>
                  </a:cubicBezTo>
                  <a:cubicBezTo>
                    <a:pt x="55" y="132"/>
                    <a:pt x="56" y="132"/>
                    <a:pt x="56" y="133"/>
                  </a:cubicBezTo>
                  <a:cubicBezTo>
                    <a:pt x="56" y="133"/>
                    <a:pt x="55" y="136"/>
                    <a:pt x="56" y="135"/>
                  </a:cubicBezTo>
                  <a:cubicBezTo>
                    <a:pt x="55" y="136"/>
                    <a:pt x="53" y="136"/>
                    <a:pt x="53" y="138"/>
                  </a:cubicBezTo>
                  <a:cubicBezTo>
                    <a:pt x="52" y="139"/>
                    <a:pt x="55" y="141"/>
                    <a:pt x="56" y="141"/>
                  </a:cubicBezTo>
                  <a:cubicBezTo>
                    <a:pt x="56" y="141"/>
                    <a:pt x="54" y="143"/>
                    <a:pt x="54" y="143"/>
                  </a:cubicBezTo>
                  <a:cubicBezTo>
                    <a:pt x="54" y="143"/>
                    <a:pt x="53" y="142"/>
                    <a:pt x="53" y="141"/>
                  </a:cubicBezTo>
                  <a:cubicBezTo>
                    <a:pt x="52" y="141"/>
                    <a:pt x="53" y="143"/>
                    <a:pt x="53" y="143"/>
                  </a:cubicBezTo>
                  <a:cubicBezTo>
                    <a:pt x="54" y="144"/>
                    <a:pt x="53" y="145"/>
                    <a:pt x="54" y="146"/>
                  </a:cubicBezTo>
                  <a:cubicBezTo>
                    <a:pt x="55" y="148"/>
                    <a:pt x="55" y="148"/>
                    <a:pt x="57" y="147"/>
                  </a:cubicBezTo>
                  <a:cubicBezTo>
                    <a:pt x="57" y="147"/>
                    <a:pt x="58" y="147"/>
                    <a:pt x="58" y="147"/>
                  </a:cubicBezTo>
                  <a:cubicBezTo>
                    <a:pt x="59" y="147"/>
                    <a:pt x="59" y="145"/>
                    <a:pt x="59" y="145"/>
                  </a:cubicBezTo>
                  <a:cubicBezTo>
                    <a:pt x="59" y="145"/>
                    <a:pt x="60" y="147"/>
                    <a:pt x="61" y="147"/>
                  </a:cubicBezTo>
                  <a:cubicBezTo>
                    <a:pt x="61" y="147"/>
                    <a:pt x="60" y="149"/>
                    <a:pt x="60" y="150"/>
                  </a:cubicBezTo>
                  <a:cubicBezTo>
                    <a:pt x="59" y="151"/>
                    <a:pt x="59" y="152"/>
                    <a:pt x="61" y="151"/>
                  </a:cubicBezTo>
                  <a:cubicBezTo>
                    <a:pt x="61" y="150"/>
                    <a:pt x="62" y="150"/>
                    <a:pt x="62" y="150"/>
                  </a:cubicBezTo>
                  <a:cubicBezTo>
                    <a:pt x="63" y="150"/>
                    <a:pt x="63" y="149"/>
                    <a:pt x="63" y="149"/>
                  </a:cubicBezTo>
                  <a:cubicBezTo>
                    <a:pt x="65" y="148"/>
                    <a:pt x="64" y="151"/>
                    <a:pt x="64" y="152"/>
                  </a:cubicBezTo>
                  <a:cubicBezTo>
                    <a:pt x="64" y="153"/>
                    <a:pt x="65" y="154"/>
                    <a:pt x="66" y="154"/>
                  </a:cubicBezTo>
                  <a:cubicBezTo>
                    <a:pt x="67" y="154"/>
                    <a:pt x="68" y="152"/>
                    <a:pt x="69" y="152"/>
                  </a:cubicBezTo>
                  <a:cubicBezTo>
                    <a:pt x="69" y="152"/>
                    <a:pt x="68" y="153"/>
                    <a:pt x="68" y="153"/>
                  </a:cubicBezTo>
                  <a:cubicBezTo>
                    <a:pt x="68" y="153"/>
                    <a:pt x="70" y="154"/>
                    <a:pt x="70" y="154"/>
                  </a:cubicBezTo>
                  <a:cubicBezTo>
                    <a:pt x="70" y="154"/>
                    <a:pt x="63" y="156"/>
                    <a:pt x="66" y="158"/>
                  </a:cubicBezTo>
                  <a:cubicBezTo>
                    <a:pt x="66" y="158"/>
                    <a:pt x="72" y="157"/>
                    <a:pt x="71" y="158"/>
                  </a:cubicBezTo>
                  <a:cubicBezTo>
                    <a:pt x="71" y="158"/>
                    <a:pt x="66" y="158"/>
                    <a:pt x="67" y="160"/>
                  </a:cubicBezTo>
                  <a:cubicBezTo>
                    <a:pt x="67" y="160"/>
                    <a:pt x="69" y="160"/>
                    <a:pt x="69" y="160"/>
                  </a:cubicBezTo>
                  <a:cubicBezTo>
                    <a:pt x="68" y="161"/>
                    <a:pt x="66" y="161"/>
                    <a:pt x="67" y="162"/>
                  </a:cubicBezTo>
                  <a:cubicBezTo>
                    <a:pt x="69" y="163"/>
                    <a:pt x="71" y="163"/>
                    <a:pt x="72" y="163"/>
                  </a:cubicBezTo>
                  <a:cubicBezTo>
                    <a:pt x="74" y="163"/>
                    <a:pt x="73" y="164"/>
                    <a:pt x="74" y="164"/>
                  </a:cubicBezTo>
                  <a:cubicBezTo>
                    <a:pt x="76" y="165"/>
                    <a:pt x="76" y="162"/>
                    <a:pt x="77" y="162"/>
                  </a:cubicBezTo>
                  <a:cubicBezTo>
                    <a:pt x="78" y="162"/>
                    <a:pt x="77" y="164"/>
                    <a:pt x="77" y="164"/>
                  </a:cubicBezTo>
                  <a:cubicBezTo>
                    <a:pt x="76" y="165"/>
                    <a:pt x="76" y="165"/>
                    <a:pt x="77" y="166"/>
                  </a:cubicBezTo>
                  <a:cubicBezTo>
                    <a:pt x="80" y="168"/>
                    <a:pt x="81" y="163"/>
                    <a:pt x="81" y="163"/>
                  </a:cubicBezTo>
                  <a:cubicBezTo>
                    <a:pt x="81" y="163"/>
                    <a:pt x="81" y="166"/>
                    <a:pt x="80" y="166"/>
                  </a:cubicBezTo>
                  <a:cubicBezTo>
                    <a:pt x="80" y="167"/>
                    <a:pt x="82" y="166"/>
                    <a:pt x="83" y="166"/>
                  </a:cubicBezTo>
                  <a:cubicBezTo>
                    <a:pt x="82" y="168"/>
                    <a:pt x="81" y="169"/>
                    <a:pt x="83" y="170"/>
                  </a:cubicBezTo>
                  <a:cubicBezTo>
                    <a:pt x="85" y="171"/>
                    <a:pt x="86" y="168"/>
                    <a:pt x="86" y="168"/>
                  </a:cubicBezTo>
                  <a:cubicBezTo>
                    <a:pt x="86" y="168"/>
                    <a:pt x="86" y="169"/>
                    <a:pt x="86" y="170"/>
                  </a:cubicBezTo>
                  <a:cubicBezTo>
                    <a:pt x="87" y="172"/>
                    <a:pt x="86" y="171"/>
                    <a:pt x="85" y="171"/>
                  </a:cubicBezTo>
                  <a:cubicBezTo>
                    <a:pt x="84" y="172"/>
                    <a:pt x="90" y="173"/>
                    <a:pt x="89" y="171"/>
                  </a:cubicBezTo>
                  <a:cubicBezTo>
                    <a:pt x="91" y="174"/>
                    <a:pt x="90" y="176"/>
                    <a:pt x="94" y="176"/>
                  </a:cubicBezTo>
                  <a:cubicBezTo>
                    <a:pt x="97" y="176"/>
                    <a:pt x="99" y="176"/>
                    <a:pt x="102" y="176"/>
                  </a:cubicBezTo>
                  <a:cubicBezTo>
                    <a:pt x="113" y="176"/>
                    <a:pt x="123" y="176"/>
                    <a:pt x="133" y="176"/>
                  </a:cubicBezTo>
                  <a:cubicBezTo>
                    <a:pt x="158" y="176"/>
                    <a:pt x="183" y="176"/>
                    <a:pt x="208" y="176"/>
                  </a:cubicBezTo>
                  <a:cubicBezTo>
                    <a:pt x="213" y="176"/>
                    <a:pt x="218" y="176"/>
                    <a:pt x="223" y="176"/>
                  </a:cubicBezTo>
                  <a:cubicBezTo>
                    <a:pt x="224" y="176"/>
                    <a:pt x="229" y="177"/>
                    <a:pt x="229" y="174"/>
                  </a:cubicBezTo>
                  <a:close/>
                  <a:moveTo>
                    <a:pt x="112" y="54"/>
                  </a:moveTo>
                  <a:cubicBezTo>
                    <a:pt x="110" y="54"/>
                    <a:pt x="108" y="53"/>
                    <a:pt x="106" y="54"/>
                  </a:cubicBezTo>
                  <a:cubicBezTo>
                    <a:pt x="104" y="57"/>
                    <a:pt x="108" y="56"/>
                    <a:pt x="108" y="57"/>
                  </a:cubicBezTo>
                  <a:cubicBezTo>
                    <a:pt x="108" y="56"/>
                    <a:pt x="100" y="60"/>
                    <a:pt x="100" y="60"/>
                  </a:cubicBezTo>
                  <a:cubicBezTo>
                    <a:pt x="98" y="59"/>
                    <a:pt x="107" y="53"/>
                    <a:pt x="99" y="56"/>
                  </a:cubicBezTo>
                  <a:cubicBezTo>
                    <a:pt x="98" y="56"/>
                    <a:pt x="97" y="57"/>
                    <a:pt x="97" y="57"/>
                  </a:cubicBezTo>
                  <a:cubicBezTo>
                    <a:pt x="96" y="58"/>
                    <a:pt x="97" y="59"/>
                    <a:pt x="96" y="60"/>
                  </a:cubicBezTo>
                  <a:cubicBezTo>
                    <a:pt x="95" y="60"/>
                    <a:pt x="88" y="59"/>
                    <a:pt x="88" y="59"/>
                  </a:cubicBezTo>
                  <a:cubicBezTo>
                    <a:pt x="88" y="58"/>
                    <a:pt x="91" y="59"/>
                    <a:pt x="91" y="58"/>
                  </a:cubicBezTo>
                  <a:cubicBezTo>
                    <a:pt x="92" y="57"/>
                    <a:pt x="91" y="57"/>
                    <a:pt x="92" y="56"/>
                  </a:cubicBezTo>
                  <a:cubicBezTo>
                    <a:pt x="92" y="55"/>
                    <a:pt x="94" y="54"/>
                    <a:pt x="94" y="54"/>
                  </a:cubicBezTo>
                  <a:cubicBezTo>
                    <a:pt x="94" y="53"/>
                    <a:pt x="91" y="52"/>
                    <a:pt x="94" y="52"/>
                  </a:cubicBezTo>
                  <a:cubicBezTo>
                    <a:pt x="94" y="52"/>
                    <a:pt x="98" y="53"/>
                    <a:pt x="98" y="52"/>
                  </a:cubicBezTo>
                  <a:cubicBezTo>
                    <a:pt x="98" y="51"/>
                    <a:pt x="93" y="50"/>
                    <a:pt x="92" y="50"/>
                  </a:cubicBezTo>
                  <a:cubicBezTo>
                    <a:pt x="91" y="50"/>
                    <a:pt x="89" y="51"/>
                    <a:pt x="87" y="51"/>
                  </a:cubicBezTo>
                  <a:cubicBezTo>
                    <a:pt x="86" y="51"/>
                    <a:pt x="84" y="50"/>
                    <a:pt x="82" y="51"/>
                  </a:cubicBezTo>
                  <a:cubicBezTo>
                    <a:pt x="81" y="51"/>
                    <a:pt x="79" y="53"/>
                    <a:pt x="80" y="51"/>
                  </a:cubicBezTo>
                  <a:cubicBezTo>
                    <a:pt x="81" y="49"/>
                    <a:pt x="83" y="50"/>
                    <a:pt x="84" y="49"/>
                  </a:cubicBezTo>
                  <a:cubicBezTo>
                    <a:pt x="86" y="49"/>
                    <a:pt x="89" y="48"/>
                    <a:pt x="91" y="47"/>
                  </a:cubicBezTo>
                  <a:cubicBezTo>
                    <a:pt x="95" y="46"/>
                    <a:pt x="99" y="46"/>
                    <a:pt x="102" y="44"/>
                  </a:cubicBezTo>
                  <a:cubicBezTo>
                    <a:pt x="104" y="44"/>
                    <a:pt x="107" y="43"/>
                    <a:pt x="108" y="45"/>
                  </a:cubicBezTo>
                  <a:cubicBezTo>
                    <a:pt x="109" y="46"/>
                    <a:pt x="105" y="47"/>
                    <a:pt x="104" y="48"/>
                  </a:cubicBezTo>
                  <a:cubicBezTo>
                    <a:pt x="102" y="49"/>
                    <a:pt x="110" y="49"/>
                    <a:pt x="111" y="49"/>
                  </a:cubicBezTo>
                  <a:cubicBezTo>
                    <a:pt x="111" y="49"/>
                    <a:pt x="113" y="49"/>
                    <a:pt x="113" y="49"/>
                  </a:cubicBezTo>
                  <a:cubicBezTo>
                    <a:pt x="114" y="48"/>
                    <a:pt x="116" y="46"/>
                    <a:pt x="117" y="47"/>
                  </a:cubicBezTo>
                  <a:cubicBezTo>
                    <a:pt x="118" y="48"/>
                    <a:pt x="113" y="54"/>
                    <a:pt x="112" y="54"/>
                  </a:cubicBezTo>
                  <a:cubicBezTo>
                    <a:pt x="110" y="54"/>
                    <a:pt x="114" y="54"/>
                    <a:pt x="112" y="54"/>
                  </a:cubicBezTo>
                  <a:close/>
                  <a:moveTo>
                    <a:pt x="157" y="78"/>
                  </a:moveTo>
                  <a:cubicBezTo>
                    <a:pt x="157" y="78"/>
                    <a:pt x="152" y="78"/>
                    <a:pt x="153" y="78"/>
                  </a:cubicBezTo>
                  <a:cubicBezTo>
                    <a:pt x="153" y="79"/>
                    <a:pt x="155" y="78"/>
                    <a:pt x="155" y="79"/>
                  </a:cubicBezTo>
                  <a:cubicBezTo>
                    <a:pt x="155" y="80"/>
                    <a:pt x="151" y="81"/>
                    <a:pt x="150" y="81"/>
                  </a:cubicBezTo>
                  <a:cubicBezTo>
                    <a:pt x="148" y="81"/>
                    <a:pt x="147" y="83"/>
                    <a:pt x="145" y="84"/>
                  </a:cubicBezTo>
                  <a:cubicBezTo>
                    <a:pt x="145" y="84"/>
                    <a:pt x="141" y="84"/>
                    <a:pt x="142" y="85"/>
                  </a:cubicBezTo>
                  <a:cubicBezTo>
                    <a:pt x="142" y="86"/>
                    <a:pt x="145" y="86"/>
                    <a:pt x="142" y="88"/>
                  </a:cubicBezTo>
                  <a:cubicBezTo>
                    <a:pt x="141" y="88"/>
                    <a:pt x="137" y="88"/>
                    <a:pt x="137" y="89"/>
                  </a:cubicBezTo>
                  <a:cubicBezTo>
                    <a:pt x="136" y="89"/>
                    <a:pt x="137" y="90"/>
                    <a:pt x="137" y="90"/>
                  </a:cubicBezTo>
                  <a:cubicBezTo>
                    <a:pt x="137" y="92"/>
                    <a:pt x="135" y="92"/>
                    <a:pt x="134" y="92"/>
                  </a:cubicBezTo>
                  <a:cubicBezTo>
                    <a:pt x="131" y="93"/>
                    <a:pt x="128" y="93"/>
                    <a:pt x="125" y="93"/>
                  </a:cubicBezTo>
                  <a:cubicBezTo>
                    <a:pt x="125" y="93"/>
                    <a:pt x="120" y="90"/>
                    <a:pt x="120" y="90"/>
                  </a:cubicBezTo>
                  <a:cubicBezTo>
                    <a:pt x="122" y="89"/>
                    <a:pt x="125" y="90"/>
                    <a:pt x="126" y="89"/>
                  </a:cubicBezTo>
                  <a:cubicBezTo>
                    <a:pt x="127" y="89"/>
                    <a:pt x="126" y="87"/>
                    <a:pt x="127" y="87"/>
                  </a:cubicBezTo>
                  <a:cubicBezTo>
                    <a:pt x="128" y="85"/>
                    <a:pt x="130" y="86"/>
                    <a:pt x="131" y="85"/>
                  </a:cubicBezTo>
                  <a:cubicBezTo>
                    <a:pt x="132" y="85"/>
                    <a:pt x="130" y="83"/>
                    <a:pt x="130" y="83"/>
                  </a:cubicBezTo>
                  <a:cubicBezTo>
                    <a:pt x="128" y="82"/>
                    <a:pt x="128" y="82"/>
                    <a:pt x="128" y="81"/>
                  </a:cubicBezTo>
                  <a:cubicBezTo>
                    <a:pt x="128" y="79"/>
                    <a:pt x="126" y="80"/>
                    <a:pt x="126" y="79"/>
                  </a:cubicBezTo>
                  <a:cubicBezTo>
                    <a:pt x="125" y="78"/>
                    <a:pt x="128" y="79"/>
                    <a:pt x="128" y="79"/>
                  </a:cubicBezTo>
                  <a:cubicBezTo>
                    <a:pt x="131" y="80"/>
                    <a:pt x="134" y="81"/>
                    <a:pt x="136" y="82"/>
                  </a:cubicBezTo>
                  <a:cubicBezTo>
                    <a:pt x="138" y="84"/>
                    <a:pt x="142" y="83"/>
                    <a:pt x="144" y="82"/>
                  </a:cubicBezTo>
                  <a:cubicBezTo>
                    <a:pt x="147" y="81"/>
                    <a:pt x="148" y="78"/>
                    <a:pt x="152" y="77"/>
                  </a:cubicBezTo>
                  <a:cubicBezTo>
                    <a:pt x="153" y="76"/>
                    <a:pt x="155" y="76"/>
                    <a:pt x="157" y="77"/>
                  </a:cubicBezTo>
                  <a:cubicBezTo>
                    <a:pt x="157" y="77"/>
                    <a:pt x="160" y="78"/>
                    <a:pt x="160" y="78"/>
                  </a:cubicBezTo>
                  <a:cubicBezTo>
                    <a:pt x="160" y="78"/>
                    <a:pt x="158" y="78"/>
                    <a:pt x="157" y="78"/>
                  </a:cubicBezTo>
                  <a:close/>
                  <a:moveTo>
                    <a:pt x="222" y="165"/>
                  </a:moveTo>
                  <a:cubicBezTo>
                    <a:pt x="221" y="167"/>
                    <a:pt x="219" y="163"/>
                    <a:pt x="219" y="162"/>
                  </a:cubicBezTo>
                  <a:cubicBezTo>
                    <a:pt x="219" y="160"/>
                    <a:pt x="221" y="159"/>
                    <a:pt x="221" y="157"/>
                  </a:cubicBezTo>
                  <a:cubicBezTo>
                    <a:pt x="220" y="156"/>
                    <a:pt x="219" y="159"/>
                    <a:pt x="218" y="158"/>
                  </a:cubicBezTo>
                  <a:cubicBezTo>
                    <a:pt x="218" y="157"/>
                    <a:pt x="218" y="154"/>
                    <a:pt x="216" y="154"/>
                  </a:cubicBezTo>
                  <a:cubicBezTo>
                    <a:pt x="216" y="154"/>
                    <a:pt x="216" y="156"/>
                    <a:pt x="215" y="156"/>
                  </a:cubicBezTo>
                  <a:cubicBezTo>
                    <a:pt x="214" y="155"/>
                    <a:pt x="214" y="154"/>
                    <a:pt x="213" y="153"/>
                  </a:cubicBezTo>
                  <a:cubicBezTo>
                    <a:pt x="212" y="152"/>
                    <a:pt x="211" y="151"/>
                    <a:pt x="210" y="150"/>
                  </a:cubicBezTo>
                  <a:cubicBezTo>
                    <a:pt x="209" y="149"/>
                    <a:pt x="212" y="149"/>
                    <a:pt x="212" y="148"/>
                  </a:cubicBezTo>
                  <a:cubicBezTo>
                    <a:pt x="211" y="147"/>
                    <a:pt x="209" y="148"/>
                    <a:pt x="209" y="147"/>
                  </a:cubicBezTo>
                  <a:cubicBezTo>
                    <a:pt x="209" y="146"/>
                    <a:pt x="210" y="143"/>
                    <a:pt x="210" y="142"/>
                  </a:cubicBezTo>
                  <a:cubicBezTo>
                    <a:pt x="212" y="140"/>
                    <a:pt x="217" y="147"/>
                    <a:pt x="217" y="148"/>
                  </a:cubicBezTo>
                  <a:cubicBezTo>
                    <a:pt x="218" y="150"/>
                    <a:pt x="219" y="151"/>
                    <a:pt x="219" y="153"/>
                  </a:cubicBezTo>
                  <a:cubicBezTo>
                    <a:pt x="220" y="155"/>
                    <a:pt x="220" y="154"/>
                    <a:pt x="221" y="156"/>
                  </a:cubicBezTo>
                  <a:cubicBezTo>
                    <a:pt x="221" y="157"/>
                    <a:pt x="222" y="158"/>
                    <a:pt x="222" y="159"/>
                  </a:cubicBezTo>
                  <a:cubicBezTo>
                    <a:pt x="223" y="161"/>
                    <a:pt x="222" y="163"/>
                    <a:pt x="222" y="165"/>
                  </a:cubicBezTo>
                  <a:cubicBezTo>
                    <a:pt x="221" y="166"/>
                    <a:pt x="222" y="164"/>
                    <a:pt x="222" y="165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6" name="Freeform 776">
              <a:extLst>
                <a:ext uri="{FF2B5EF4-FFF2-40B4-BE49-F238E27FC236}">
                  <a16:creationId xmlns:a16="http://schemas.microsoft.com/office/drawing/2014/main" id="{EC669989-94AC-3BFC-9BB6-4588BAA95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2760" y="1479598"/>
              <a:ext cx="3571346" cy="2816503"/>
            </a:xfrm>
            <a:custGeom>
              <a:avLst/>
              <a:gdLst>
                <a:gd name="T0" fmla="*/ 33 w 305"/>
                <a:gd name="T1" fmla="*/ 54 h 227"/>
                <a:gd name="T2" fmla="*/ 1 w 305"/>
                <a:gd name="T3" fmla="*/ 63 h 227"/>
                <a:gd name="T4" fmla="*/ 19 w 305"/>
                <a:gd name="T5" fmla="*/ 72 h 227"/>
                <a:gd name="T6" fmla="*/ 24 w 305"/>
                <a:gd name="T7" fmla="*/ 75 h 227"/>
                <a:gd name="T8" fmla="*/ 20 w 305"/>
                <a:gd name="T9" fmla="*/ 81 h 227"/>
                <a:gd name="T10" fmla="*/ 36 w 305"/>
                <a:gd name="T11" fmla="*/ 86 h 227"/>
                <a:gd name="T12" fmla="*/ 73 w 305"/>
                <a:gd name="T13" fmla="*/ 93 h 227"/>
                <a:gd name="T14" fmla="*/ 87 w 305"/>
                <a:gd name="T15" fmla="*/ 112 h 227"/>
                <a:gd name="T16" fmla="*/ 88 w 305"/>
                <a:gd name="T17" fmla="*/ 122 h 227"/>
                <a:gd name="T18" fmla="*/ 89 w 305"/>
                <a:gd name="T19" fmla="*/ 131 h 227"/>
                <a:gd name="T20" fmla="*/ 104 w 305"/>
                <a:gd name="T21" fmla="*/ 129 h 227"/>
                <a:gd name="T22" fmla="*/ 106 w 305"/>
                <a:gd name="T23" fmla="*/ 135 h 227"/>
                <a:gd name="T24" fmla="*/ 106 w 305"/>
                <a:gd name="T25" fmla="*/ 144 h 227"/>
                <a:gd name="T26" fmla="*/ 109 w 305"/>
                <a:gd name="T27" fmla="*/ 155 h 227"/>
                <a:gd name="T28" fmla="*/ 106 w 305"/>
                <a:gd name="T29" fmla="*/ 160 h 227"/>
                <a:gd name="T30" fmla="*/ 100 w 305"/>
                <a:gd name="T31" fmla="*/ 162 h 227"/>
                <a:gd name="T32" fmla="*/ 112 w 305"/>
                <a:gd name="T33" fmla="*/ 165 h 227"/>
                <a:gd name="T34" fmla="*/ 112 w 305"/>
                <a:gd name="T35" fmla="*/ 169 h 227"/>
                <a:gd name="T36" fmla="*/ 107 w 305"/>
                <a:gd name="T37" fmla="*/ 172 h 227"/>
                <a:gd name="T38" fmla="*/ 107 w 305"/>
                <a:gd name="T39" fmla="*/ 180 h 227"/>
                <a:gd name="T40" fmla="*/ 110 w 305"/>
                <a:gd name="T41" fmla="*/ 192 h 227"/>
                <a:gd name="T42" fmla="*/ 114 w 305"/>
                <a:gd name="T43" fmla="*/ 193 h 227"/>
                <a:gd name="T44" fmla="*/ 120 w 305"/>
                <a:gd name="T45" fmla="*/ 210 h 227"/>
                <a:gd name="T46" fmla="*/ 138 w 305"/>
                <a:gd name="T47" fmla="*/ 219 h 227"/>
                <a:gd name="T48" fmla="*/ 142 w 305"/>
                <a:gd name="T49" fmla="*/ 224 h 227"/>
                <a:gd name="T50" fmla="*/ 151 w 305"/>
                <a:gd name="T51" fmla="*/ 214 h 227"/>
                <a:gd name="T52" fmla="*/ 156 w 305"/>
                <a:gd name="T53" fmla="*/ 200 h 227"/>
                <a:gd name="T54" fmla="*/ 163 w 305"/>
                <a:gd name="T55" fmla="*/ 192 h 227"/>
                <a:gd name="T56" fmla="*/ 173 w 305"/>
                <a:gd name="T57" fmla="*/ 179 h 227"/>
                <a:gd name="T58" fmla="*/ 193 w 305"/>
                <a:gd name="T59" fmla="*/ 173 h 227"/>
                <a:gd name="T60" fmla="*/ 216 w 305"/>
                <a:gd name="T61" fmla="*/ 160 h 227"/>
                <a:gd name="T62" fmla="*/ 232 w 305"/>
                <a:gd name="T63" fmla="*/ 142 h 227"/>
                <a:gd name="T64" fmla="*/ 234 w 305"/>
                <a:gd name="T65" fmla="*/ 130 h 227"/>
                <a:gd name="T66" fmla="*/ 253 w 305"/>
                <a:gd name="T67" fmla="*/ 129 h 227"/>
                <a:gd name="T68" fmla="*/ 233 w 305"/>
                <a:gd name="T69" fmla="*/ 119 h 227"/>
                <a:gd name="T70" fmla="*/ 238 w 305"/>
                <a:gd name="T71" fmla="*/ 113 h 227"/>
                <a:gd name="T72" fmla="*/ 262 w 305"/>
                <a:gd name="T73" fmla="*/ 112 h 227"/>
                <a:gd name="T74" fmla="*/ 258 w 305"/>
                <a:gd name="T75" fmla="*/ 106 h 227"/>
                <a:gd name="T76" fmla="*/ 266 w 305"/>
                <a:gd name="T77" fmla="*/ 95 h 227"/>
                <a:gd name="T78" fmla="*/ 253 w 305"/>
                <a:gd name="T79" fmla="*/ 80 h 227"/>
                <a:gd name="T80" fmla="*/ 263 w 305"/>
                <a:gd name="T81" fmla="*/ 66 h 227"/>
                <a:gd name="T82" fmla="*/ 268 w 305"/>
                <a:gd name="T83" fmla="*/ 51 h 227"/>
                <a:gd name="T84" fmla="*/ 283 w 305"/>
                <a:gd name="T85" fmla="*/ 38 h 227"/>
                <a:gd name="T86" fmla="*/ 291 w 305"/>
                <a:gd name="T87" fmla="*/ 33 h 227"/>
                <a:gd name="T88" fmla="*/ 259 w 305"/>
                <a:gd name="T89" fmla="*/ 28 h 227"/>
                <a:gd name="T90" fmla="*/ 238 w 305"/>
                <a:gd name="T91" fmla="*/ 21 h 227"/>
                <a:gd name="T92" fmla="*/ 256 w 305"/>
                <a:gd name="T93" fmla="*/ 14 h 227"/>
                <a:gd name="T94" fmla="*/ 206 w 305"/>
                <a:gd name="T95" fmla="*/ 8 h 227"/>
                <a:gd name="T96" fmla="*/ 213 w 305"/>
                <a:gd name="T97" fmla="*/ 0 h 227"/>
                <a:gd name="T98" fmla="*/ 173 w 305"/>
                <a:gd name="T99" fmla="*/ 8 h 227"/>
                <a:gd name="T100" fmla="*/ 155 w 305"/>
                <a:gd name="T101" fmla="*/ 10 h 227"/>
                <a:gd name="T102" fmla="*/ 154 w 305"/>
                <a:gd name="T103" fmla="*/ 11 h 227"/>
                <a:gd name="T104" fmla="*/ 140 w 305"/>
                <a:gd name="T105" fmla="*/ 14 h 227"/>
                <a:gd name="T106" fmla="*/ 111 w 305"/>
                <a:gd name="T107" fmla="*/ 14 h 227"/>
                <a:gd name="T108" fmla="*/ 98 w 305"/>
                <a:gd name="T109" fmla="*/ 23 h 227"/>
                <a:gd name="T110" fmla="*/ 73 w 305"/>
                <a:gd name="T111" fmla="*/ 21 h 227"/>
                <a:gd name="T112" fmla="*/ 55 w 305"/>
                <a:gd name="T113" fmla="*/ 3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05" h="227">
                  <a:moveTo>
                    <a:pt x="32" y="37"/>
                  </a:moveTo>
                  <a:cubicBezTo>
                    <a:pt x="31" y="38"/>
                    <a:pt x="26" y="40"/>
                    <a:pt x="27" y="41"/>
                  </a:cubicBezTo>
                  <a:cubicBezTo>
                    <a:pt x="28" y="42"/>
                    <a:pt x="30" y="42"/>
                    <a:pt x="32" y="43"/>
                  </a:cubicBezTo>
                  <a:cubicBezTo>
                    <a:pt x="34" y="43"/>
                    <a:pt x="36" y="43"/>
                    <a:pt x="39" y="43"/>
                  </a:cubicBezTo>
                  <a:cubicBezTo>
                    <a:pt x="39" y="43"/>
                    <a:pt x="44" y="42"/>
                    <a:pt x="45" y="42"/>
                  </a:cubicBezTo>
                  <a:cubicBezTo>
                    <a:pt x="44" y="42"/>
                    <a:pt x="42" y="43"/>
                    <a:pt x="41" y="44"/>
                  </a:cubicBezTo>
                  <a:cubicBezTo>
                    <a:pt x="40" y="45"/>
                    <a:pt x="39" y="46"/>
                    <a:pt x="40" y="48"/>
                  </a:cubicBezTo>
                  <a:cubicBezTo>
                    <a:pt x="42" y="50"/>
                    <a:pt x="36" y="55"/>
                    <a:pt x="33" y="54"/>
                  </a:cubicBezTo>
                  <a:cubicBezTo>
                    <a:pt x="32" y="53"/>
                    <a:pt x="30" y="54"/>
                    <a:pt x="28" y="54"/>
                  </a:cubicBezTo>
                  <a:cubicBezTo>
                    <a:pt x="27" y="53"/>
                    <a:pt x="25" y="54"/>
                    <a:pt x="24" y="54"/>
                  </a:cubicBezTo>
                  <a:cubicBezTo>
                    <a:pt x="23" y="54"/>
                    <a:pt x="21" y="54"/>
                    <a:pt x="20" y="56"/>
                  </a:cubicBezTo>
                  <a:cubicBezTo>
                    <a:pt x="19" y="57"/>
                    <a:pt x="18" y="57"/>
                    <a:pt x="16" y="57"/>
                  </a:cubicBezTo>
                  <a:cubicBezTo>
                    <a:pt x="13" y="58"/>
                    <a:pt x="10" y="59"/>
                    <a:pt x="7" y="59"/>
                  </a:cubicBezTo>
                  <a:cubicBezTo>
                    <a:pt x="6" y="59"/>
                    <a:pt x="4" y="58"/>
                    <a:pt x="4" y="59"/>
                  </a:cubicBezTo>
                  <a:cubicBezTo>
                    <a:pt x="3" y="60"/>
                    <a:pt x="0" y="60"/>
                    <a:pt x="0" y="62"/>
                  </a:cubicBezTo>
                  <a:cubicBezTo>
                    <a:pt x="0" y="63"/>
                    <a:pt x="1" y="62"/>
                    <a:pt x="1" y="63"/>
                  </a:cubicBezTo>
                  <a:cubicBezTo>
                    <a:pt x="1" y="63"/>
                    <a:pt x="0" y="64"/>
                    <a:pt x="0" y="64"/>
                  </a:cubicBezTo>
                  <a:cubicBezTo>
                    <a:pt x="0" y="65"/>
                    <a:pt x="2" y="67"/>
                    <a:pt x="3" y="68"/>
                  </a:cubicBezTo>
                  <a:cubicBezTo>
                    <a:pt x="3" y="68"/>
                    <a:pt x="4" y="67"/>
                    <a:pt x="4" y="67"/>
                  </a:cubicBezTo>
                  <a:cubicBezTo>
                    <a:pt x="5" y="66"/>
                    <a:pt x="6" y="67"/>
                    <a:pt x="7" y="68"/>
                  </a:cubicBezTo>
                  <a:cubicBezTo>
                    <a:pt x="8" y="68"/>
                    <a:pt x="13" y="69"/>
                    <a:pt x="13" y="67"/>
                  </a:cubicBezTo>
                  <a:cubicBezTo>
                    <a:pt x="13" y="68"/>
                    <a:pt x="12" y="68"/>
                    <a:pt x="13" y="69"/>
                  </a:cubicBezTo>
                  <a:cubicBezTo>
                    <a:pt x="13" y="70"/>
                    <a:pt x="15" y="71"/>
                    <a:pt x="16" y="71"/>
                  </a:cubicBezTo>
                  <a:cubicBezTo>
                    <a:pt x="17" y="72"/>
                    <a:pt x="18" y="72"/>
                    <a:pt x="19" y="72"/>
                  </a:cubicBezTo>
                  <a:cubicBezTo>
                    <a:pt x="21" y="72"/>
                    <a:pt x="21" y="70"/>
                    <a:pt x="22" y="71"/>
                  </a:cubicBezTo>
                  <a:cubicBezTo>
                    <a:pt x="24" y="71"/>
                    <a:pt x="27" y="71"/>
                    <a:pt x="28" y="71"/>
                  </a:cubicBezTo>
                  <a:cubicBezTo>
                    <a:pt x="29" y="71"/>
                    <a:pt x="29" y="70"/>
                    <a:pt x="30" y="69"/>
                  </a:cubicBezTo>
                  <a:cubicBezTo>
                    <a:pt x="31" y="69"/>
                    <a:pt x="34" y="71"/>
                    <a:pt x="34" y="72"/>
                  </a:cubicBezTo>
                  <a:cubicBezTo>
                    <a:pt x="34" y="73"/>
                    <a:pt x="24" y="72"/>
                    <a:pt x="22" y="73"/>
                  </a:cubicBezTo>
                  <a:cubicBezTo>
                    <a:pt x="20" y="73"/>
                    <a:pt x="23" y="74"/>
                    <a:pt x="24" y="74"/>
                  </a:cubicBezTo>
                  <a:cubicBezTo>
                    <a:pt x="26" y="75"/>
                    <a:pt x="27" y="74"/>
                    <a:pt x="29" y="75"/>
                  </a:cubicBezTo>
                  <a:cubicBezTo>
                    <a:pt x="28" y="74"/>
                    <a:pt x="26" y="75"/>
                    <a:pt x="24" y="75"/>
                  </a:cubicBezTo>
                  <a:cubicBezTo>
                    <a:pt x="21" y="75"/>
                    <a:pt x="18" y="74"/>
                    <a:pt x="15" y="74"/>
                  </a:cubicBezTo>
                  <a:cubicBezTo>
                    <a:pt x="13" y="74"/>
                    <a:pt x="9" y="74"/>
                    <a:pt x="9" y="76"/>
                  </a:cubicBezTo>
                  <a:cubicBezTo>
                    <a:pt x="8" y="77"/>
                    <a:pt x="11" y="78"/>
                    <a:pt x="12" y="78"/>
                  </a:cubicBezTo>
                  <a:cubicBezTo>
                    <a:pt x="13" y="78"/>
                    <a:pt x="15" y="77"/>
                    <a:pt x="15" y="77"/>
                  </a:cubicBezTo>
                  <a:cubicBezTo>
                    <a:pt x="16" y="78"/>
                    <a:pt x="15" y="78"/>
                    <a:pt x="15" y="79"/>
                  </a:cubicBezTo>
                  <a:cubicBezTo>
                    <a:pt x="16" y="80"/>
                    <a:pt x="18" y="80"/>
                    <a:pt x="19" y="80"/>
                  </a:cubicBezTo>
                  <a:cubicBezTo>
                    <a:pt x="21" y="80"/>
                    <a:pt x="23" y="80"/>
                    <a:pt x="25" y="80"/>
                  </a:cubicBezTo>
                  <a:cubicBezTo>
                    <a:pt x="25" y="80"/>
                    <a:pt x="21" y="81"/>
                    <a:pt x="20" y="81"/>
                  </a:cubicBezTo>
                  <a:cubicBezTo>
                    <a:pt x="16" y="82"/>
                    <a:pt x="19" y="84"/>
                    <a:pt x="21" y="85"/>
                  </a:cubicBezTo>
                  <a:cubicBezTo>
                    <a:pt x="23" y="86"/>
                    <a:pt x="25" y="86"/>
                    <a:pt x="27" y="87"/>
                  </a:cubicBezTo>
                  <a:cubicBezTo>
                    <a:pt x="27" y="87"/>
                    <a:pt x="31" y="87"/>
                    <a:pt x="31" y="87"/>
                  </a:cubicBezTo>
                  <a:cubicBezTo>
                    <a:pt x="31" y="87"/>
                    <a:pt x="29" y="86"/>
                    <a:pt x="29" y="85"/>
                  </a:cubicBezTo>
                  <a:cubicBezTo>
                    <a:pt x="29" y="84"/>
                    <a:pt x="31" y="85"/>
                    <a:pt x="31" y="85"/>
                  </a:cubicBezTo>
                  <a:cubicBezTo>
                    <a:pt x="32" y="86"/>
                    <a:pt x="33" y="85"/>
                    <a:pt x="34" y="84"/>
                  </a:cubicBezTo>
                  <a:cubicBezTo>
                    <a:pt x="34" y="84"/>
                    <a:pt x="35" y="83"/>
                    <a:pt x="36" y="83"/>
                  </a:cubicBezTo>
                  <a:cubicBezTo>
                    <a:pt x="37" y="84"/>
                    <a:pt x="36" y="86"/>
                    <a:pt x="36" y="86"/>
                  </a:cubicBezTo>
                  <a:cubicBezTo>
                    <a:pt x="37" y="87"/>
                    <a:pt x="40" y="85"/>
                    <a:pt x="41" y="85"/>
                  </a:cubicBezTo>
                  <a:cubicBezTo>
                    <a:pt x="43" y="84"/>
                    <a:pt x="43" y="84"/>
                    <a:pt x="44" y="85"/>
                  </a:cubicBezTo>
                  <a:cubicBezTo>
                    <a:pt x="45" y="86"/>
                    <a:pt x="46" y="84"/>
                    <a:pt x="47" y="84"/>
                  </a:cubicBezTo>
                  <a:cubicBezTo>
                    <a:pt x="48" y="83"/>
                    <a:pt x="50" y="84"/>
                    <a:pt x="51" y="84"/>
                  </a:cubicBezTo>
                  <a:cubicBezTo>
                    <a:pt x="54" y="84"/>
                    <a:pt x="58" y="85"/>
                    <a:pt x="61" y="86"/>
                  </a:cubicBezTo>
                  <a:cubicBezTo>
                    <a:pt x="63" y="86"/>
                    <a:pt x="65" y="88"/>
                    <a:pt x="67" y="88"/>
                  </a:cubicBezTo>
                  <a:cubicBezTo>
                    <a:pt x="69" y="88"/>
                    <a:pt x="71" y="89"/>
                    <a:pt x="72" y="90"/>
                  </a:cubicBezTo>
                  <a:cubicBezTo>
                    <a:pt x="74" y="91"/>
                    <a:pt x="73" y="92"/>
                    <a:pt x="73" y="93"/>
                  </a:cubicBezTo>
                  <a:cubicBezTo>
                    <a:pt x="73" y="94"/>
                    <a:pt x="75" y="96"/>
                    <a:pt x="76" y="96"/>
                  </a:cubicBezTo>
                  <a:cubicBezTo>
                    <a:pt x="77" y="97"/>
                    <a:pt x="79" y="96"/>
                    <a:pt x="80" y="97"/>
                  </a:cubicBezTo>
                  <a:cubicBezTo>
                    <a:pt x="80" y="99"/>
                    <a:pt x="82" y="100"/>
                    <a:pt x="83" y="101"/>
                  </a:cubicBezTo>
                  <a:cubicBezTo>
                    <a:pt x="84" y="102"/>
                    <a:pt x="83" y="104"/>
                    <a:pt x="84" y="105"/>
                  </a:cubicBezTo>
                  <a:cubicBezTo>
                    <a:pt x="84" y="106"/>
                    <a:pt x="86" y="107"/>
                    <a:pt x="86" y="109"/>
                  </a:cubicBezTo>
                  <a:cubicBezTo>
                    <a:pt x="86" y="110"/>
                    <a:pt x="85" y="110"/>
                    <a:pt x="86" y="111"/>
                  </a:cubicBezTo>
                  <a:cubicBezTo>
                    <a:pt x="86" y="111"/>
                    <a:pt x="87" y="112"/>
                    <a:pt x="87" y="112"/>
                  </a:cubicBezTo>
                  <a:cubicBezTo>
                    <a:pt x="87" y="112"/>
                    <a:pt x="87" y="112"/>
                    <a:pt x="87" y="112"/>
                  </a:cubicBezTo>
                  <a:cubicBezTo>
                    <a:pt x="88" y="111"/>
                    <a:pt x="90" y="113"/>
                    <a:pt x="89" y="114"/>
                  </a:cubicBezTo>
                  <a:cubicBezTo>
                    <a:pt x="88" y="115"/>
                    <a:pt x="88" y="115"/>
                    <a:pt x="88" y="117"/>
                  </a:cubicBezTo>
                  <a:cubicBezTo>
                    <a:pt x="88" y="116"/>
                    <a:pt x="90" y="115"/>
                    <a:pt x="91" y="117"/>
                  </a:cubicBezTo>
                  <a:cubicBezTo>
                    <a:pt x="91" y="118"/>
                    <a:pt x="91" y="118"/>
                    <a:pt x="91" y="119"/>
                  </a:cubicBezTo>
                  <a:cubicBezTo>
                    <a:pt x="91" y="119"/>
                    <a:pt x="91" y="121"/>
                    <a:pt x="91" y="120"/>
                  </a:cubicBezTo>
                  <a:cubicBezTo>
                    <a:pt x="91" y="121"/>
                    <a:pt x="93" y="121"/>
                    <a:pt x="93" y="121"/>
                  </a:cubicBezTo>
                  <a:cubicBezTo>
                    <a:pt x="92" y="120"/>
                    <a:pt x="89" y="126"/>
                    <a:pt x="90" y="122"/>
                  </a:cubicBezTo>
                  <a:cubicBezTo>
                    <a:pt x="90" y="122"/>
                    <a:pt x="88" y="121"/>
                    <a:pt x="88" y="122"/>
                  </a:cubicBezTo>
                  <a:cubicBezTo>
                    <a:pt x="88" y="122"/>
                    <a:pt x="89" y="122"/>
                    <a:pt x="89" y="122"/>
                  </a:cubicBezTo>
                  <a:cubicBezTo>
                    <a:pt x="89" y="123"/>
                    <a:pt x="86" y="123"/>
                    <a:pt x="87" y="124"/>
                  </a:cubicBezTo>
                  <a:cubicBezTo>
                    <a:pt x="87" y="124"/>
                    <a:pt x="90" y="125"/>
                    <a:pt x="89" y="125"/>
                  </a:cubicBezTo>
                  <a:cubicBezTo>
                    <a:pt x="87" y="127"/>
                    <a:pt x="91" y="127"/>
                    <a:pt x="92" y="126"/>
                  </a:cubicBezTo>
                  <a:cubicBezTo>
                    <a:pt x="91" y="127"/>
                    <a:pt x="90" y="127"/>
                    <a:pt x="88" y="127"/>
                  </a:cubicBezTo>
                  <a:cubicBezTo>
                    <a:pt x="88" y="127"/>
                    <a:pt x="86" y="129"/>
                    <a:pt x="86" y="129"/>
                  </a:cubicBezTo>
                  <a:cubicBezTo>
                    <a:pt x="86" y="129"/>
                    <a:pt x="87" y="130"/>
                    <a:pt x="87" y="130"/>
                  </a:cubicBezTo>
                  <a:cubicBezTo>
                    <a:pt x="89" y="131"/>
                    <a:pt x="88" y="131"/>
                    <a:pt x="89" y="131"/>
                  </a:cubicBezTo>
                  <a:cubicBezTo>
                    <a:pt x="90" y="131"/>
                    <a:pt x="94" y="133"/>
                    <a:pt x="95" y="131"/>
                  </a:cubicBezTo>
                  <a:cubicBezTo>
                    <a:pt x="95" y="128"/>
                    <a:pt x="97" y="129"/>
                    <a:pt x="98" y="128"/>
                  </a:cubicBezTo>
                  <a:cubicBezTo>
                    <a:pt x="98" y="128"/>
                    <a:pt x="96" y="122"/>
                    <a:pt x="96" y="122"/>
                  </a:cubicBezTo>
                  <a:cubicBezTo>
                    <a:pt x="96" y="123"/>
                    <a:pt x="98" y="126"/>
                    <a:pt x="98" y="126"/>
                  </a:cubicBezTo>
                  <a:cubicBezTo>
                    <a:pt x="99" y="128"/>
                    <a:pt x="100" y="126"/>
                    <a:pt x="101" y="126"/>
                  </a:cubicBezTo>
                  <a:cubicBezTo>
                    <a:pt x="101" y="126"/>
                    <a:pt x="98" y="130"/>
                    <a:pt x="98" y="130"/>
                  </a:cubicBezTo>
                  <a:cubicBezTo>
                    <a:pt x="98" y="130"/>
                    <a:pt x="102" y="129"/>
                    <a:pt x="102" y="129"/>
                  </a:cubicBezTo>
                  <a:cubicBezTo>
                    <a:pt x="103" y="129"/>
                    <a:pt x="104" y="129"/>
                    <a:pt x="104" y="129"/>
                  </a:cubicBezTo>
                  <a:cubicBezTo>
                    <a:pt x="105" y="129"/>
                    <a:pt x="106" y="128"/>
                    <a:pt x="107" y="128"/>
                  </a:cubicBezTo>
                  <a:cubicBezTo>
                    <a:pt x="107" y="129"/>
                    <a:pt x="106" y="130"/>
                    <a:pt x="105" y="130"/>
                  </a:cubicBezTo>
                  <a:cubicBezTo>
                    <a:pt x="104" y="130"/>
                    <a:pt x="102" y="130"/>
                    <a:pt x="101" y="131"/>
                  </a:cubicBezTo>
                  <a:cubicBezTo>
                    <a:pt x="100" y="132"/>
                    <a:pt x="103" y="131"/>
                    <a:pt x="103" y="131"/>
                  </a:cubicBezTo>
                  <a:cubicBezTo>
                    <a:pt x="105" y="131"/>
                    <a:pt x="107" y="131"/>
                    <a:pt x="109" y="131"/>
                  </a:cubicBezTo>
                  <a:cubicBezTo>
                    <a:pt x="108" y="131"/>
                    <a:pt x="104" y="131"/>
                    <a:pt x="104" y="132"/>
                  </a:cubicBezTo>
                  <a:cubicBezTo>
                    <a:pt x="104" y="132"/>
                    <a:pt x="106" y="133"/>
                    <a:pt x="106" y="134"/>
                  </a:cubicBezTo>
                  <a:cubicBezTo>
                    <a:pt x="106" y="134"/>
                    <a:pt x="106" y="135"/>
                    <a:pt x="106" y="135"/>
                  </a:cubicBezTo>
                  <a:cubicBezTo>
                    <a:pt x="106" y="136"/>
                    <a:pt x="105" y="136"/>
                    <a:pt x="106" y="137"/>
                  </a:cubicBezTo>
                  <a:cubicBezTo>
                    <a:pt x="106" y="137"/>
                    <a:pt x="108" y="136"/>
                    <a:pt x="109" y="136"/>
                  </a:cubicBezTo>
                  <a:cubicBezTo>
                    <a:pt x="110" y="136"/>
                    <a:pt x="109" y="136"/>
                    <a:pt x="110" y="137"/>
                  </a:cubicBezTo>
                  <a:cubicBezTo>
                    <a:pt x="111" y="138"/>
                    <a:pt x="111" y="139"/>
                    <a:pt x="112" y="140"/>
                  </a:cubicBezTo>
                  <a:cubicBezTo>
                    <a:pt x="112" y="141"/>
                    <a:pt x="109" y="141"/>
                    <a:pt x="109" y="141"/>
                  </a:cubicBezTo>
                  <a:cubicBezTo>
                    <a:pt x="105" y="138"/>
                    <a:pt x="99" y="136"/>
                    <a:pt x="95" y="137"/>
                  </a:cubicBezTo>
                  <a:cubicBezTo>
                    <a:pt x="91" y="137"/>
                    <a:pt x="96" y="140"/>
                    <a:pt x="98" y="140"/>
                  </a:cubicBezTo>
                  <a:cubicBezTo>
                    <a:pt x="101" y="141"/>
                    <a:pt x="103" y="144"/>
                    <a:pt x="106" y="144"/>
                  </a:cubicBezTo>
                  <a:cubicBezTo>
                    <a:pt x="107" y="144"/>
                    <a:pt x="108" y="143"/>
                    <a:pt x="110" y="143"/>
                  </a:cubicBezTo>
                  <a:cubicBezTo>
                    <a:pt x="110" y="144"/>
                    <a:pt x="113" y="144"/>
                    <a:pt x="113" y="144"/>
                  </a:cubicBezTo>
                  <a:cubicBezTo>
                    <a:pt x="114" y="145"/>
                    <a:pt x="113" y="146"/>
                    <a:pt x="113" y="146"/>
                  </a:cubicBezTo>
                  <a:cubicBezTo>
                    <a:pt x="110" y="147"/>
                    <a:pt x="114" y="148"/>
                    <a:pt x="113" y="149"/>
                  </a:cubicBezTo>
                  <a:cubicBezTo>
                    <a:pt x="113" y="150"/>
                    <a:pt x="111" y="149"/>
                    <a:pt x="111" y="151"/>
                  </a:cubicBezTo>
                  <a:cubicBezTo>
                    <a:pt x="111" y="152"/>
                    <a:pt x="113" y="152"/>
                    <a:pt x="113" y="152"/>
                  </a:cubicBezTo>
                  <a:cubicBezTo>
                    <a:pt x="112" y="153"/>
                    <a:pt x="110" y="151"/>
                    <a:pt x="110" y="152"/>
                  </a:cubicBezTo>
                  <a:cubicBezTo>
                    <a:pt x="109" y="153"/>
                    <a:pt x="109" y="154"/>
                    <a:pt x="109" y="155"/>
                  </a:cubicBezTo>
                  <a:cubicBezTo>
                    <a:pt x="109" y="155"/>
                    <a:pt x="111" y="155"/>
                    <a:pt x="111" y="155"/>
                  </a:cubicBezTo>
                  <a:cubicBezTo>
                    <a:pt x="111" y="156"/>
                    <a:pt x="109" y="157"/>
                    <a:pt x="108" y="157"/>
                  </a:cubicBezTo>
                  <a:cubicBezTo>
                    <a:pt x="107" y="157"/>
                    <a:pt x="106" y="157"/>
                    <a:pt x="105" y="157"/>
                  </a:cubicBezTo>
                  <a:cubicBezTo>
                    <a:pt x="104" y="156"/>
                    <a:pt x="103" y="156"/>
                    <a:pt x="102" y="157"/>
                  </a:cubicBezTo>
                  <a:cubicBezTo>
                    <a:pt x="101" y="158"/>
                    <a:pt x="101" y="157"/>
                    <a:pt x="100" y="158"/>
                  </a:cubicBezTo>
                  <a:cubicBezTo>
                    <a:pt x="100" y="158"/>
                    <a:pt x="103" y="161"/>
                    <a:pt x="104" y="161"/>
                  </a:cubicBezTo>
                  <a:cubicBezTo>
                    <a:pt x="104" y="160"/>
                    <a:pt x="104" y="160"/>
                    <a:pt x="103" y="160"/>
                  </a:cubicBezTo>
                  <a:cubicBezTo>
                    <a:pt x="103" y="160"/>
                    <a:pt x="106" y="160"/>
                    <a:pt x="106" y="160"/>
                  </a:cubicBezTo>
                  <a:cubicBezTo>
                    <a:pt x="106" y="160"/>
                    <a:pt x="111" y="158"/>
                    <a:pt x="111" y="159"/>
                  </a:cubicBezTo>
                  <a:cubicBezTo>
                    <a:pt x="110" y="159"/>
                    <a:pt x="109" y="159"/>
                    <a:pt x="108" y="160"/>
                  </a:cubicBezTo>
                  <a:cubicBezTo>
                    <a:pt x="109" y="159"/>
                    <a:pt x="111" y="161"/>
                    <a:pt x="110" y="161"/>
                  </a:cubicBezTo>
                  <a:cubicBezTo>
                    <a:pt x="111" y="161"/>
                    <a:pt x="114" y="162"/>
                    <a:pt x="115" y="162"/>
                  </a:cubicBezTo>
                  <a:cubicBezTo>
                    <a:pt x="114" y="162"/>
                    <a:pt x="112" y="162"/>
                    <a:pt x="112" y="162"/>
                  </a:cubicBezTo>
                  <a:cubicBezTo>
                    <a:pt x="112" y="162"/>
                    <a:pt x="116" y="165"/>
                    <a:pt x="116" y="165"/>
                  </a:cubicBezTo>
                  <a:cubicBezTo>
                    <a:pt x="113" y="165"/>
                    <a:pt x="111" y="161"/>
                    <a:pt x="108" y="161"/>
                  </a:cubicBezTo>
                  <a:cubicBezTo>
                    <a:pt x="106" y="161"/>
                    <a:pt x="101" y="160"/>
                    <a:pt x="100" y="162"/>
                  </a:cubicBezTo>
                  <a:cubicBezTo>
                    <a:pt x="100" y="163"/>
                    <a:pt x="99" y="163"/>
                    <a:pt x="98" y="164"/>
                  </a:cubicBezTo>
                  <a:cubicBezTo>
                    <a:pt x="97" y="164"/>
                    <a:pt x="97" y="166"/>
                    <a:pt x="98" y="165"/>
                  </a:cubicBezTo>
                  <a:cubicBezTo>
                    <a:pt x="100" y="165"/>
                    <a:pt x="102" y="164"/>
                    <a:pt x="103" y="162"/>
                  </a:cubicBezTo>
                  <a:cubicBezTo>
                    <a:pt x="103" y="163"/>
                    <a:pt x="105" y="163"/>
                    <a:pt x="105" y="163"/>
                  </a:cubicBezTo>
                  <a:cubicBezTo>
                    <a:pt x="106" y="163"/>
                    <a:pt x="108" y="166"/>
                    <a:pt x="108" y="163"/>
                  </a:cubicBezTo>
                  <a:cubicBezTo>
                    <a:pt x="108" y="162"/>
                    <a:pt x="110" y="164"/>
                    <a:pt x="110" y="164"/>
                  </a:cubicBezTo>
                  <a:cubicBezTo>
                    <a:pt x="110" y="164"/>
                    <a:pt x="114" y="164"/>
                    <a:pt x="113" y="165"/>
                  </a:cubicBezTo>
                  <a:cubicBezTo>
                    <a:pt x="113" y="165"/>
                    <a:pt x="112" y="165"/>
                    <a:pt x="112" y="165"/>
                  </a:cubicBezTo>
                  <a:cubicBezTo>
                    <a:pt x="112" y="165"/>
                    <a:pt x="114" y="166"/>
                    <a:pt x="114" y="166"/>
                  </a:cubicBezTo>
                  <a:cubicBezTo>
                    <a:pt x="113" y="166"/>
                    <a:pt x="111" y="166"/>
                    <a:pt x="110" y="165"/>
                  </a:cubicBezTo>
                  <a:cubicBezTo>
                    <a:pt x="109" y="164"/>
                    <a:pt x="109" y="165"/>
                    <a:pt x="109" y="166"/>
                  </a:cubicBezTo>
                  <a:cubicBezTo>
                    <a:pt x="109" y="165"/>
                    <a:pt x="103" y="164"/>
                    <a:pt x="102" y="164"/>
                  </a:cubicBezTo>
                  <a:cubicBezTo>
                    <a:pt x="101" y="164"/>
                    <a:pt x="95" y="166"/>
                    <a:pt x="96" y="168"/>
                  </a:cubicBezTo>
                  <a:cubicBezTo>
                    <a:pt x="97" y="169"/>
                    <a:pt x="103" y="167"/>
                    <a:pt x="104" y="167"/>
                  </a:cubicBezTo>
                  <a:cubicBezTo>
                    <a:pt x="105" y="167"/>
                    <a:pt x="107" y="167"/>
                    <a:pt x="108" y="168"/>
                  </a:cubicBezTo>
                  <a:cubicBezTo>
                    <a:pt x="108" y="168"/>
                    <a:pt x="112" y="169"/>
                    <a:pt x="112" y="169"/>
                  </a:cubicBezTo>
                  <a:cubicBezTo>
                    <a:pt x="112" y="170"/>
                    <a:pt x="107" y="168"/>
                    <a:pt x="107" y="168"/>
                  </a:cubicBezTo>
                  <a:cubicBezTo>
                    <a:pt x="105" y="167"/>
                    <a:pt x="102" y="168"/>
                    <a:pt x="100" y="168"/>
                  </a:cubicBezTo>
                  <a:cubicBezTo>
                    <a:pt x="93" y="170"/>
                    <a:pt x="101" y="172"/>
                    <a:pt x="103" y="171"/>
                  </a:cubicBezTo>
                  <a:cubicBezTo>
                    <a:pt x="102" y="172"/>
                    <a:pt x="101" y="173"/>
                    <a:pt x="99" y="173"/>
                  </a:cubicBezTo>
                  <a:cubicBezTo>
                    <a:pt x="96" y="174"/>
                    <a:pt x="101" y="175"/>
                    <a:pt x="101" y="175"/>
                  </a:cubicBezTo>
                  <a:cubicBezTo>
                    <a:pt x="101" y="175"/>
                    <a:pt x="97" y="174"/>
                    <a:pt x="97" y="176"/>
                  </a:cubicBezTo>
                  <a:cubicBezTo>
                    <a:pt x="97" y="179"/>
                    <a:pt x="99" y="177"/>
                    <a:pt x="101" y="176"/>
                  </a:cubicBezTo>
                  <a:cubicBezTo>
                    <a:pt x="103" y="175"/>
                    <a:pt x="105" y="173"/>
                    <a:pt x="107" y="172"/>
                  </a:cubicBezTo>
                  <a:cubicBezTo>
                    <a:pt x="108" y="172"/>
                    <a:pt x="114" y="169"/>
                    <a:pt x="114" y="171"/>
                  </a:cubicBezTo>
                  <a:cubicBezTo>
                    <a:pt x="114" y="171"/>
                    <a:pt x="111" y="171"/>
                    <a:pt x="111" y="171"/>
                  </a:cubicBezTo>
                  <a:cubicBezTo>
                    <a:pt x="111" y="171"/>
                    <a:pt x="113" y="171"/>
                    <a:pt x="114" y="172"/>
                  </a:cubicBezTo>
                  <a:cubicBezTo>
                    <a:pt x="111" y="170"/>
                    <a:pt x="98" y="178"/>
                    <a:pt x="99" y="179"/>
                  </a:cubicBezTo>
                  <a:cubicBezTo>
                    <a:pt x="99" y="180"/>
                    <a:pt x="105" y="178"/>
                    <a:pt x="106" y="178"/>
                  </a:cubicBezTo>
                  <a:cubicBezTo>
                    <a:pt x="106" y="178"/>
                    <a:pt x="102" y="179"/>
                    <a:pt x="101" y="180"/>
                  </a:cubicBezTo>
                  <a:cubicBezTo>
                    <a:pt x="101" y="180"/>
                    <a:pt x="103" y="184"/>
                    <a:pt x="104" y="183"/>
                  </a:cubicBezTo>
                  <a:cubicBezTo>
                    <a:pt x="105" y="182"/>
                    <a:pt x="106" y="180"/>
                    <a:pt x="107" y="180"/>
                  </a:cubicBezTo>
                  <a:cubicBezTo>
                    <a:pt x="108" y="180"/>
                    <a:pt x="112" y="181"/>
                    <a:pt x="112" y="181"/>
                  </a:cubicBezTo>
                  <a:cubicBezTo>
                    <a:pt x="112" y="181"/>
                    <a:pt x="108" y="181"/>
                    <a:pt x="108" y="181"/>
                  </a:cubicBezTo>
                  <a:cubicBezTo>
                    <a:pt x="106" y="181"/>
                    <a:pt x="105" y="182"/>
                    <a:pt x="104" y="183"/>
                  </a:cubicBezTo>
                  <a:cubicBezTo>
                    <a:pt x="104" y="184"/>
                    <a:pt x="104" y="185"/>
                    <a:pt x="104" y="186"/>
                  </a:cubicBezTo>
                  <a:cubicBezTo>
                    <a:pt x="105" y="189"/>
                    <a:pt x="105" y="188"/>
                    <a:pt x="107" y="187"/>
                  </a:cubicBezTo>
                  <a:cubicBezTo>
                    <a:pt x="106" y="188"/>
                    <a:pt x="105" y="192"/>
                    <a:pt x="106" y="193"/>
                  </a:cubicBezTo>
                  <a:cubicBezTo>
                    <a:pt x="106" y="193"/>
                    <a:pt x="109" y="189"/>
                    <a:pt x="110" y="189"/>
                  </a:cubicBezTo>
                  <a:cubicBezTo>
                    <a:pt x="110" y="190"/>
                    <a:pt x="109" y="191"/>
                    <a:pt x="110" y="192"/>
                  </a:cubicBezTo>
                  <a:cubicBezTo>
                    <a:pt x="110" y="193"/>
                    <a:pt x="111" y="191"/>
                    <a:pt x="112" y="191"/>
                  </a:cubicBezTo>
                  <a:cubicBezTo>
                    <a:pt x="114" y="189"/>
                    <a:pt x="110" y="187"/>
                    <a:pt x="110" y="186"/>
                  </a:cubicBezTo>
                  <a:cubicBezTo>
                    <a:pt x="110" y="186"/>
                    <a:pt x="112" y="189"/>
                    <a:pt x="113" y="189"/>
                  </a:cubicBezTo>
                  <a:cubicBezTo>
                    <a:pt x="114" y="190"/>
                    <a:pt x="114" y="189"/>
                    <a:pt x="115" y="188"/>
                  </a:cubicBezTo>
                  <a:cubicBezTo>
                    <a:pt x="114" y="188"/>
                    <a:pt x="117" y="191"/>
                    <a:pt x="116" y="192"/>
                  </a:cubicBezTo>
                  <a:cubicBezTo>
                    <a:pt x="117" y="191"/>
                    <a:pt x="114" y="189"/>
                    <a:pt x="114" y="191"/>
                  </a:cubicBezTo>
                  <a:cubicBezTo>
                    <a:pt x="114" y="193"/>
                    <a:pt x="116" y="195"/>
                    <a:pt x="114" y="196"/>
                  </a:cubicBezTo>
                  <a:cubicBezTo>
                    <a:pt x="114" y="196"/>
                    <a:pt x="114" y="193"/>
                    <a:pt x="114" y="193"/>
                  </a:cubicBezTo>
                  <a:cubicBezTo>
                    <a:pt x="114" y="192"/>
                    <a:pt x="112" y="194"/>
                    <a:pt x="111" y="194"/>
                  </a:cubicBezTo>
                  <a:cubicBezTo>
                    <a:pt x="110" y="194"/>
                    <a:pt x="109" y="196"/>
                    <a:pt x="109" y="197"/>
                  </a:cubicBezTo>
                  <a:cubicBezTo>
                    <a:pt x="108" y="199"/>
                    <a:pt x="111" y="197"/>
                    <a:pt x="111" y="198"/>
                  </a:cubicBezTo>
                  <a:cubicBezTo>
                    <a:pt x="112" y="199"/>
                    <a:pt x="110" y="200"/>
                    <a:pt x="110" y="200"/>
                  </a:cubicBezTo>
                  <a:cubicBezTo>
                    <a:pt x="110" y="200"/>
                    <a:pt x="112" y="199"/>
                    <a:pt x="113" y="201"/>
                  </a:cubicBezTo>
                  <a:cubicBezTo>
                    <a:pt x="113" y="203"/>
                    <a:pt x="115" y="204"/>
                    <a:pt x="115" y="205"/>
                  </a:cubicBezTo>
                  <a:cubicBezTo>
                    <a:pt x="114" y="207"/>
                    <a:pt x="115" y="207"/>
                    <a:pt x="117" y="209"/>
                  </a:cubicBezTo>
                  <a:cubicBezTo>
                    <a:pt x="118" y="210"/>
                    <a:pt x="119" y="212"/>
                    <a:pt x="120" y="210"/>
                  </a:cubicBezTo>
                  <a:cubicBezTo>
                    <a:pt x="120" y="210"/>
                    <a:pt x="121" y="215"/>
                    <a:pt x="122" y="215"/>
                  </a:cubicBezTo>
                  <a:cubicBezTo>
                    <a:pt x="123" y="216"/>
                    <a:pt x="122" y="215"/>
                    <a:pt x="123" y="215"/>
                  </a:cubicBezTo>
                  <a:cubicBezTo>
                    <a:pt x="124" y="216"/>
                    <a:pt x="125" y="217"/>
                    <a:pt x="126" y="218"/>
                  </a:cubicBezTo>
                  <a:cubicBezTo>
                    <a:pt x="128" y="219"/>
                    <a:pt x="130" y="220"/>
                    <a:pt x="132" y="219"/>
                  </a:cubicBezTo>
                  <a:cubicBezTo>
                    <a:pt x="133" y="219"/>
                    <a:pt x="136" y="219"/>
                    <a:pt x="136" y="218"/>
                  </a:cubicBezTo>
                  <a:cubicBezTo>
                    <a:pt x="136" y="218"/>
                    <a:pt x="136" y="221"/>
                    <a:pt x="136" y="221"/>
                  </a:cubicBezTo>
                  <a:cubicBezTo>
                    <a:pt x="136" y="221"/>
                    <a:pt x="138" y="217"/>
                    <a:pt x="138" y="218"/>
                  </a:cubicBezTo>
                  <a:cubicBezTo>
                    <a:pt x="139" y="218"/>
                    <a:pt x="138" y="219"/>
                    <a:pt x="138" y="219"/>
                  </a:cubicBezTo>
                  <a:cubicBezTo>
                    <a:pt x="138" y="220"/>
                    <a:pt x="139" y="220"/>
                    <a:pt x="139" y="220"/>
                  </a:cubicBezTo>
                  <a:cubicBezTo>
                    <a:pt x="139" y="220"/>
                    <a:pt x="136" y="221"/>
                    <a:pt x="137" y="222"/>
                  </a:cubicBezTo>
                  <a:cubicBezTo>
                    <a:pt x="138" y="222"/>
                    <a:pt x="138" y="222"/>
                    <a:pt x="139" y="221"/>
                  </a:cubicBezTo>
                  <a:cubicBezTo>
                    <a:pt x="140" y="222"/>
                    <a:pt x="139" y="223"/>
                    <a:pt x="139" y="223"/>
                  </a:cubicBezTo>
                  <a:cubicBezTo>
                    <a:pt x="139" y="224"/>
                    <a:pt x="142" y="221"/>
                    <a:pt x="142" y="222"/>
                  </a:cubicBezTo>
                  <a:cubicBezTo>
                    <a:pt x="142" y="223"/>
                    <a:pt x="140" y="224"/>
                    <a:pt x="140" y="225"/>
                  </a:cubicBezTo>
                  <a:cubicBezTo>
                    <a:pt x="140" y="224"/>
                    <a:pt x="143" y="223"/>
                    <a:pt x="142" y="225"/>
                  </a:cubicBezTo>
                  <a:cubicBezTo>
                    <a:pt x="142" y="225"/>
                    <a:pt x="142" y="225"/>
                    <a:pt x="142" y="224"/>
                  </a:cubicBezTo>
                  <a:cubicBezTo>
                    <a:pt x="142" y="226"/>
                    <a:pt x="145" y="223"/>
                    <a:pt x="145" y="223"/>
                  </a:cubicBezTo>
                  <a:cubicBezTo>
                    <a:pt x="146" y="224"/>
                    <a:pt x="145" y="226"/>
                    <a:pt x="145" y="227"/>
                  </a:cubicBezTo>
                  <a:cubicBezTo>
                    <a:pt x="144" y="225"/>
                    <a:pt x="153" y="225"/>
                    <a:pt x="147" y="222"/>
                  </a:cubicBezTo>
                  <a:cubicBezTo>
                    <a:pt x="148" y="222"/>
                    <a:pt x="153" y="222"/>
                    <a:pt x="150" y="221"/>
                  </a:cubicBezTo>
                  <a:cubicBezTo>
                    <a:pt x="147" y="219"/>
                    <a:pt x="151" y="220"/>
                    <a:pt x="152" y="218"/>
                  </a:cubicBezTo>
                  <a:cubicBezTo>
                    <a:pt x="152" y="218"/>
                    <a:pt x="149" y="218"/>
                    <a:pt x="149" y="218"/>
                  </a:cubicBezTo>
                  <a:cubicBezTo>
                    <a:pt x="150" y="217"/>
                    <a:pt x="151" y="216"/>
                    <a:pt x="152" y="216"/>
                  </a:cubicBezTo>
                  <a:cubicBezTo>
                    <a:pt x="154" y="214"/>
                    <a:pt x="151" y="215"/>
                    <a:pt x="151" y="214"/>
                  </a:cubicBezTo>
                  <a:cubicBezTo>
                    <a:pt x="151" y="214"/>
                    <a:pt x="154" y="213"/>
                    <a:pt x="154" y="212"/>
                  </a:cubicBezTo>
                  <a:cubicBezTo>
                    <a:pt x="154" y="211"/>
                    <a:pt x="154" y="209"/>
                    <a:pt x="153" y="208"/>
                  </a:cubicBezTo>
                  <a:cubicBezTo>
                    <a:pt x="152" y="208"/>
                    <a:pt x="154" y="207"/>
                    <a:pt x="153" y="206"/>
                  </a:cubicBezTo>
                  <a:cubicBezTo>
                    <a:pt x="153" y="206"/>
                    <a:pt x="151" y="205"/>
                    <a:pt x="151" y="205"/>
                  </a:cubicBezTo>
                  <a:cubicBezTo>
                    <a:pt x="151" y="205"/>
                    <a:pt x="155" y="204"/>
                    <a:pt x="156" y="204"/>
                  </a:cubicBezTo>
                  <a:cubicBezTo>
                    <a:pt x="159" y="204"/>
                    <a:pt x="156" y="203"/>
                    <a:pt x="155" y="202"/>
                  </a:cubicBezTo>
                  <a:cubicBezTo>
                    <a:pt x="155" y="202"/>
                    <a:pt x="160" y="202"/>
                    <a:pt x="160" y="202"/>
                  </a:cubicBezTo>
                  <a:cubicBezTo>
                    <a:pt x="159" y="201"/>
                    <a:pt x="157" y="201"/>
                    <a:pt x="156" y="200"/>
                  </a:cubicBezTo>
                  <a:cubicBezTo>
                    <a:pt x="156" y="200"/>
                    <a:pt x="160" y="201"/>
                    <a:pt x="160" y="200"/>
                  </a:cubicBezTo>
                  <a:cubicBezTo>
                    <a:pt x="161" y="200"/>
                    <a:pt x="160" y="200"/>
                    <a:pt x="160" y="199"/>
                  </a:cubicBezTo>
                  <a:cubicBezTo>
                    <a:pt x="161" y="199"/>
                    <a:pt x="161" y="199"/>
                    <a:pt x="161" y="199"/>
                  </a:cubicBezTo>
                  <a:cubicBezTo>
                    <a:pt x="162" y="198"/>
                    <a:pt x="158" y="197"/>
                    <a:pt x="158" y="197"/>
                  </a:cubicBezTo>
                  <a:cubicBezTo>
                    <a:pt x="158" y="197"/>
                    <a:pt x="163" y="197"/>
                    <a:pt x="162" y="196"/>
                  </a:cubicBezTo>
                  <a:cubicBezTo>
                    <a:pt x="162" y="195"/>
                    <a:pt x="163" y="195"/>
                    <a:pt x="161" y="194"/>
                  </a:cubicBezTo>
                  <a:cubicBezTo>
                    <a:pt x="161" y="194"/>
                    <a:pt x="158" y="194"/>
                    <a:pt x="158" y="193"/>
                  </a:cubicBezTo>
                  <a:cubicBezTo>
                    <a:pt x="158" y="193"/>
                    <a:pt x="163" y="192"/>
                    <a:pt x="163" y="192"/>
                  </a:cubicBezTo>
                  <a:cubicBezTo>
                    <a:pt x="165" y="192"/>
                    <a:pt x="164" y="189"/>
                    <a:pt x="162" y="189"/>
                  </a:cubicBezTo>
                  <a:cubicBezTo>
                    <a:pt x="161" y="188"/>
                    <a:pt x="158" y="187"/>
                    <a:pt x="161" y="186"/>
                  </a:cubicBezTo>
                  <a:cubicBezTo>
                    <a:pt x="163" y="186"/>
                    <a:pt x="166" y="187"/>
                    <a:pt x="167" y="185"/>
                  </a:cubicBezTo>
                  <a:cubicBezTo>
                    <a:pt x="167" y="185"/>
                    <a:pt x="165" y="183"/>
                    <a:pt x="165" y="183"/>
                  </a:cubicBezTo>
                  <a:cubicBezTo>
                    <a:pt x="165" y="182"/>
                    <a:pt x="167" y="182"/>
                    <a:pt x="167" y="182"/>
                  </a:cubicBezTo>
                  <a:cubicBezTo>
                    <a:pt x="168" y="181"/>
                    <a:pt x="170" y="181"/>
                    <a:pt x="172" y="182"/>
                  </a:cubicBezTo>
                  <a:cubicBezTo>
                    <a:pt x="172" y="182"/>
                    <a:pt x="174" y="182"/>
                    <a:pt x="174" y="182"/>
                  </a:cubicBezTo>
                  <a:cubicBezTo>
                    <a:pt x="175" y="181"/>
                    <a:pt x="173" y="180"/>
                    <a:pt x="173" y="179"/>
                  </a:cubicBezTo>
                  <a:cubicBezTo>
                    <a:pt x="174" y="178"/>
                    <a:pt x="177" y="174"/>
                    <a:pt x="179" y="176"/>
                  </a:cubicBezTo>
                  <a:cubicBezTo>
                    <a:pt x="178" y="175"/>
                    <a:pt x="175" y="181"/>
                    <a:pt x="176" y="181"/>
                  </a:cubicBezTo>
                  <a:cubicBezTo>
                    <a:pt x="177" y="182"/>
                    <a:pt x="179" y="179"/>
                    <a:pt x="181" y="179"/>
                  </a:cubicBezTo>
                  <a:cubicBezTo>
                    <a:pt x="181" y="179"/>
                    <a:pt x="183" y="180"/>
                    <a:pt x="183" y="180"/>
                  </a:cubicBezTo>
                  <a:cubicBezTo>
                    <a:pt x="183" y="180"/>
                    <a:pt x="183" y="178"/>
                    <a:pt x="183" y="178"/>
                  </a:cubicBezTo>
                  <a:cubicBezTo>
                    <a:pt x="186" y="179"/>
                    <a:pt x="186" y="178"/>
                    <a:pt x="187" y="177"/>
                  </a:cubicBezTo>
                  <a:cubicBezTo>
                    <a:pt x="188" y="176"/>
                    <a:pt x="189" y="176"/>
                    <a:pt x="190" y="176"/>
                  </a:cubicBezTo>
                  <a:cubicBezTo>
                    <a:pt x="192" y="175"/>
                    <a:pt x="192" y="174"/>
                    <a:pt x="193" y="173"/>
                  </a:cubicBezTo>
                  <a:cubicBezTo>
                    <a:pt x="194" y="172"/>
                    <a:pt x="196" y="170"/>
                    <a:pt x="197" y="168"/>
                  </a:cubicBezTo>
                  <a:cubicBezTo>
                    <a:pt x="199" y="166"/>
                    <a:pt x="199" y="165"/>
                    <a:pt x="201" y="165"/>
                  </a:cubicBezTo>
                  <a:cubicBezTo>
                    <a:pt x="202" y="164"/>
                    <a:pt x="205" y="164"/>
                    <a:pt x="205" y="162"/>
                  </a:cubicBezTo>
                  <a:cubicBezTo>
                    <a:pt x="204" y="162"/>
                    <a:pt x="203" y="157"/>
                    <a:pt x="203" y="157"/>
                  </a:cubicBezTo>
                  <a:cubicBezTo>
                    <a:pt x="204" y="157"/>
                    <a:pt x="207" y="160"/>
                    <a:pt x="208" y="160"/>
                  </a:cubicBezTo>
                  <a:cubicBezTo>
                    <a:pt x="209" y="161"/>
                    <a:pt x="210" y="161"/>
                    <a:pt x="211" y="161"/>
                  </a:cubicBezTo>
                  <a:cubicBezTo>
                    <a:pt x="211" y="161"/>
                    <a:pt x="213" y="160"/>
                    <a:pt x="213" y="160"/>
                  </a:cubicBezTo>
                  <a:cubicBezTo>
                    <a:pt x="214" y="160"/>
                    <a:pt x="215" y="161"/>
                    <a:pt x="216" y="160"/>
                  </a:cubicBezTo>
                  <a:cubicBezTo>
                    <a:pt x="216" y="160"/>
                    <a:pt x="214" y="158"/>
                    <a:pt x="217" y="159"/>
                  </a:cubicBezTo>
                  <a:cubicBezTo>
                    <a:pt x="219" y="159"/>
                    <a:pt x="221" y="159"/>
                    <a:pt x="223" y="158"/>
                  </a:cubicBezTo>
                  <a:cubicBezTo>
                    <a:pt x="228" y="157"/>
                    <a:pt x="232" y="156"/>
                    <a:pt x="237" y="154"/>
                  </a:cubicBezTo>
                  <a:cubicBezTo>
                    <a:pt x="238" y="153"/>
                    <a:pt x="254" y="143"/>
                    <a:pt x="255" y="143"/>
                  </a:cubicBezTo>
                  <a:cubicBezTo>
                    <a:pt x="254" y="143"/>
                    <a:pt x="247" y="143"/>
                    <a:pt x="246" y="143"/>
                  </a:cubicBezTo>
                  <a:cubicBezTo>
                    <a:pt x="244" y="142"/>
                    <a:pt x="242" y="141"/>
                    <a:pt x="240" y="141"/>
                  </a:cubicBezTo>
                  <a:cubicBezTo>
                    <a:pt x="238" y="141"/>
                    <a:pt x="236" y="142"/>
                    <a:pt x="235" y="142"/>
                  </a:cubicBezTo>
                  <a:cubicBezTo>
                    <a:pt x="233" y="143"/>
                    <a:pt x="233" y="141"/>
                    <a:pt x="232" y="142"/>
                  </a:cubicBezTo>
                  <a:cubicBezTo>
                    <a:pt x="231" y="142"/>
                    <a:pt x="230" y="144"/>
                    <a:pt x="229" y="144"/>
                  </a:cubicBezTo>
                  <a:cubicBezTo>
                    <a:pt x="225" y="144"/>
                    <a:pt x="232" y="140"/>
                    <a:pt x="233" y="141"/>
                  </a:cubicBezTo>
                  <a:cubicBezTo>
                    <a:pt x="232" y="140"/>
                    <a:pt x="229" y="141"/>
                    <a:pt x="228" y="141"/>
                  </a:cubicBezTo>
                  <a:cubicBezTo>
                    <a:pt x="225" y="141"/>
                    <a:pt x="223" y="140"/>
                    <a:pt x="221" y="140"/>
                  </a:cubicBezTo>
                  <a:cubicBezTo>
                    <a:pt x="222" y="140"/>
                    <a:pt x="225" y="138"/>
                    <a:pt x="226" y="137"/>
                  </a:cubicBezTo>
                  <a:cubicBezTo>
                    <a:pt x="226" y="134"/>
                    <a:pt x="228" y="135"/>
                    <a:pt x="229" y="136"/>
                  </a:cubicBezTo>
                  <a:cubicBezTo>
                    <a:pt x="231" y="136"/>
                    <a:pt x="239" y="134"/>
                    <a:pt x="240" y="133"/>
                  </a:cubicBezTo>
                  <a:cubicBezTo>
                    <a:pt x="240" y="132"/>
                    <a:pt x="235" y="131"/>
                    <a:pt x="234" y="130"/>
                  </a:cubicBezTo>
                  <a:cubicBezTo>
                    <a:pt x="235" y="131"/>
                    <a:pt x="239" y="132"/>
                    <a:pt x="240" y="132"/>
                  </a:cubicBezTo>
                  <a:cubicBezTo>
                    <a:pt x="241" y="133"/>
                    <a:pt x="245" y="133"/>
                    <a:pt x="245" y="135"/>
                  </a:cubicBezTo>
                  <a:cubicBezTo>
                    <a:pt x="244" y="138"/>
                    <a:pt x="246" y="139"/>
                    <a:pt x="248" y="139"/>
                  </a:cubicBezTo>
                  <a:cubicBezTo>
                    <a:pt x="248" y="139"/>
                    <a:pt x="254" y="139"/>
                    <a:pt x="253" y="138"/>
                  </a:cubicBezTo>
                  <a:cubicBezTo>
                    <a:pt x="253" y="138"/>
                    <a:pt x="253" y="140"/>
                    <a:pt x="254" y="140"/>
                  </a:cubicBezTo>
                  <a:cubicBezTo>
                    <a:pt x="256" y="139"/>
                    <a:pt x="257" y="136"/>
                    <a:pt x="257" y="134"/>
                  </a:cubicBezTo>
                  <a:cubicBezTo>
                    <a:pt x="257" y="133"/>
                    <a:pt x="257" y="129"/>
                    <a:pt x="255" y="130"/>
                  </a:cubicBezTo>
                  <a:cubicBezTo>
                    <a:pt x="253" y="132"/>
                    <a:pt x="254" y="130"/>
                    <a:pt x="253" y="129"/>
                  </a:cubicBezTo>
                  <a:cubicBezTo>
                    <a:pt x="251" y="127"/>
                    <a:pt x="248" y="126"/>
                    <a:pt x="245" y="124"/>
                  </a:cubicBezTo>
                  <a:cubicBezTo>
                    <a:pt x="244" y="123"/>
                    <a:pt x="243" y="123"/>
                    <a:pt x="242" y="122"/>
                  </a:cubicBezTo>
                  <a:cubicBezTo>
                    <a:pt x="242" y="122"/>
                    <a:pt x="238" y="123"/>
                    <a:pt x="238" y="124"/>
                  </a:cubicBezTo>
                  <a:cubicBezTo>
                    <a:pt x="238" y="124"/>
                    <a:pt x="239" y="123"/>
                    <a:pt x="238" y="123"/>
                  </a:cubicBezTo>
                  <a:cubicBezTo>
                    <a:pt x="238" y="123"/>
                    <a:pt x="237" y="122"/>
                    <a:pt x="237" y="122"/>
                  </a:cubicBezTo>
                  <a:cubicBezTo>
                    <a:pt x="237" y="121"/>
                    <a:pt x="241" y="122"/>
                    <a:pt x="241" y="121"/>
                  </a:cubicBezTo>
                  <a:cubicBezTo>
                    <a:pt x="241" y="119"/>
                    <a:pt x="241" y="118"/>
                    <a:pt x="238" y="118"/>
                  </a:cubicBezTo>
                  <a:cubicBezTo>
                    <a:pt x="236" y="119"/>
                    <a:pt x="235" y="121"/>
                    <a:pt x="233" y="119"/>
                  </a:cubicBezTo>
                  <a:cubicBezTo>
                    <a:pt x="233" y="119"/>
                    <a:pt x="229" y="119"/>
                    <a:pt x="229" y="118"/>
                  </a:cubicBezTo>
                  <a:cubicBezTo>
                    <a:pt x="229" y="116"/>
                    <a:pt x="234" y="119"/>
                    <a:pt x="234" y="119"/>
                  </a:cubicBezTo>
                  <a:cubicBezTo>
                    <a:pt x="235" y="119"/>
                    <a:pt x="240" y="118"/>
                    <a:pt x="240" y="117"/>
                  </a:cubicBezTo>
                  <a:cubicBezTo>
                    <a:pt x="241" y="117"/>
                    <a:pt x="236" y="115"/>
                    <a:pt x="235" y="115"/>
                  </a:cubicBezTo>
                  <a:cubicBezTo>
                    <a:pt x="233" y="115"/>
                    <a:pt x="230" y="115"/>
                    <a:pt x="228" y="116"/>
                  </a:cubicBezTo>
                  <a:cubicBezTo>
                    <a:pt x="229" y="116"/>
                    <a:pt x="233" y="113"/>
                    <a:pt x="233" y="114"/>
                  </a:cubicBezTo>
                  <a:cubicBezTo>
                    <a:pt x="233" y="113"/>
                    <a:pt x="229" y="113"/>
                    <a:pt x="229" y="112"/>
                  </a:cubicBezTo>
                  <a:cubicBezTo>
                    <a:pt x="232" y="113"/>
                    <a:pt x="235" y="115"/>
                    <a:pt x="238" y="113"/>
                  </a:cubicBezTo>
                  <a:cubicBezTo>
                    <a:pt x="238" y="113"/>
                    <a:pt x="241" y="112"/>
                    <a:pt x="241" y="111"/>
                  </a:cubicBezTo>
                  <a:cubicBezTo>
                    <a:pt x="240" y="110"/>
                    <a:pt x="238" y="109"/>
                    <a:pt x="238" y="108"/>
                  </a:cubicBezTo>
                  <a:cubicBezTo>
                    <a:pt x="238" y="109"/>
                    <a:pt x="241" y="110"/>
                    <a:pt x="242" y="110"/>
                  </a:cubicBezTo>
                  <a:cubicBezTo>
                    <a:pt x="244" y="111"/>
                    <a:pt x="243" y="109"/>
                    <a:pt x="245" y="109"/>
                  </a:cubicBezTo>
                  <a:cubicBezTo>
                    <a:pt x="246" y="109"/>
                    <a:pt x="254" y="111"/>
                    <a:pt x="254" y="111"/>
                  </a:cubicBezTo>
                  <a:cubicBezTo>
                    <a:pt x="253" y="111"/>
                    <a:pt x="246" y="110"/>
                    <a:pt x="246" y="110"/>
                  </a:cubicBezTo>
                  <a:cubicBezTo>
                    <a:pt x="248" y="114"/>
                    <a:pt x="254" y="113"/>
                    <a:pt x="257" y="113"/>
                  </a:cubicBezTo>
                  <a:cubicBezTo>
                    <a:pt x="258" y="112"/>
                    <a:pt x="261" y="113"/>
                    <a:pt x="262" y="112"/>
                  </a:cubicBezTo>
                  <a:cubicBezTo>
                    <a:pt x="265" y="111"/>
                    <a:pt x="264" y="109"/>
                    <a:pt x="262" y="108"/>
                  </a:cubicBezTo>
                  <a:cubicBezTo>
                    <a:pt x="261" y="107"/>
                    <a:pt x="258" y="106"/>
                    <a:pt x="257" y="106"/>
                  </a:cubicBezTo>
                  <a:cubicBezTo>
                    <a:pt x="256" y="106"/>
                    <a:pt x="257" y="109"/>
                    <a:pt x="257" y="110"/>
                  </a:cubicBezTo>
                  <a:cubicBezTo>
                    <a:pt x="256" y="109"/>
                    <a:pt x="256" y="108"/>
                    <a:pt x="255" y="107"/>
                  </a:cubicBezTo>
                  <a:cubicBezTo>
                    <a:pt x="255" y="106"/>
                    <a:pt x="254" y="107"/>
                    <a:pt x="253" y="106"/>
                  </a:cubicBezTo>
                  <a:cubicBezTo>
                    <a:pt x="254" y="107"/>
                    <a:pt x="256" y="101"/>
                    <a:pt x="256" y="100"/>
                  </a:cubicBezTo>
                  <a:cubicBezTo>
                    <a:pt x="256" y="100"/>
                    <a:pt x="257" y="103"/>
                    <a:pt x="257" y="103"/>
                  </a:cubicBezTo>
                  <a:cubicBezTo>
                    <a:pt x="257" y="105"/>
                    <a:pt x="257" y="106"/>
                    <a:pt x="258" y="106"/>
                  </a:cubicBezTo>
                  <a:cubicBezTo>
                    <a:pt x="261" y="106"/>
                    <a:pt x="263" y="105"/>
                    <a:pt x="265" y="105"/>
                  </a:cubicBezTo>
                  <a:cubicBezTo>
                    <a:pt x="266" y="105"/>
                    <a:pt x="272" y="103"/>
                    <a:pt x="270" y="101"/>
                  </a:cubicBezTo>
                  <a:cubicBezTo>
                    <a:pt x="268" y="100"/>
                    <a:pt x="267" y="102"/>
                    <a:pt x="266" y="101"/>
                  </a:cubicBezTo>
                  <a:cubicBezTo>
                    <a:pt x="266" y="100"/>
                    <a:pt x="266" y="100"/>
                    <a:pt x="266" y="99"/>
                  </a:cubicBezTo>
                  <a:cubicBezTo>
                    <a:pt x="267" y="98"/>
                    <a:pt x="266" y="97"/>
                    <a:pt x="265" y="97"/>
                  </a:cubicBezTo>
                  <a:cubicBezTo>
                    <a:pt x="265" y="96"/>
                    <a:pt x="262" y="96"/>
                    <a:pt x="261" y="96"/>
                  </a:cubicBezTo>
                  <a:cubicBezTo>
                    <a:pt x="259" y="96"/>
                    <a:pt x="258" y="98"/>
                    <a:pt x="256" y="96"/>
                  </a:cubicBezTo>
                  <a:cubicBezTo>
                    <a:pt x="260" y="99"/>
                    <a:pt x="262" y="91"/>
                    <a:pt x="266" y="95"/>
                  </a:cubicBezTo>
                  <a:cubicBezTo>
                    <a:pt x="267" y="97"/>
                    <a:pt x="269" y="94"/>
                    <a:pt x="269" y="92"/>
                  </a:cubicBezTo>
                  <a:cubicBezTo>
                    <a:pt x="269" y="91"/>
                    <a:pt x="266" y="88"/>
                    <a:pt x="266" y="88"/>
                  </a:cubicBezTo>
                  <a:cubicBezTo>
                    <a:pt x="266" y="87"/>
                    <a:pt x="269" y="90"/>
                    <a:pt x="269" y="91"/>
                  </a:cubicBezTo>
                  <a:cubicBezTo>
                    <a:pt x="269" y="92"/>
                    <a:pt x="271" y="90"/>
                    <a:pt x="270" y="88"/>
                  </a:cubicBezTo>
                  <a:cubicBezTo>
                    <a:pt x="269" y="87"/>
                    <a:pt x="267" y="85"/>
                    <a:pt x="266" y="84"/>
                  </a:cubicBezTo>
                  <a:cubicBezTo>
                    <a:pt x="264" y="84"/>
                    <a:pt x="261" y="85"/>
                    <a:pt x="259" y="84"/>
                  </a:cubicBezTo>
                  <a:cubicBezTo>
                    <a:pt x="258" y="83"/>
                    <a:pt x="258" y="81"/>
                    <a:pt x="256" y="81"/>
                  </a:cubicBezTo>
                  <a:cubicBezTo>
                    <a:pt x="256" y="80"/>
                    <a:pt x="252" y="81"/>
                    <a:pt x="253" y="80"/>
                  </a:cubicBezTo>
                  <a:cubicBezTo>
                    <a:pt x="254" y="78"/>
                    <a:pt x="254" y="77"/>
                    <a:pt x="256" y="79"/>
                  </a:cubicBezTo>
                  <a:cubicBezTo>
                    <a:pt x="258" y="81"/>
                    <a:pt x="260" y="78"/>
                    <a:pt x="262" y="77"/>
                  </a:cubicBezTo>
                  <a:cubicBezTo>
                    <a:pt x="265" y="75"/>
                    <a:pt x="271" y="81"/>
                    <a:pt x="274" y="78"/>
                  </a:cubicBezTo>
                  <a:cubicBezTo>
                    <a:pt x="275" y="77"/>
                    <a:pt x="275" y="72"/>
                    <a:pt x="272" y="73"/>
                  </a:cubicBezTo>
                  <a:cubicBezTo>
                    <a:pt x="271" y="73"/>
                    <a:pt x="270" y="74"/>
                    <a:pt x="269" y="73"/>
                  </a:cubicBezTo>
                  <a:cubicBezTo>
                    <a:pt x="267" y="73"/>
                    <a:pt x="265" y="72"/>
                    <a:pt x="263" y="70"/>
                  </a:cubicBezTo>
                  <a:cubicBezTo>
                    <a:pt x="260" y="68"/>
                    <a:pt x="271" y="71"/>
                    <a:pt x="271" y="70"/>
                  </a:cubicBezTo>
                  <a:cubicBezTo>
                    <a:pt x="270" y="68"/>
                    <a:pt x="265" y="67"/>
                    <a:pt x="263" y="66"/>
                  </a:cubicBezTo>
                  <a:cubicBezTo>
                    <a:pt x="260" y="65"/>
                    <a:pt x="260" y="66"/>
                    <a:pt x="259" y="68"/>
                  </a:cubicBezTo>
                  <a:cubicBezTo>
                    <a:pt x="259" y="69"/>
                    <a:pt x="257" y="70"/>
                    <a:pt x="256" y="69"/>
                  </a:cubicBezTo>
                  <a:cubicBezTo>
                    <a:pt x="255" y="69"/>
                    <a:pt x="258" y="65"/>
                    <a:pt x="258" y="64"/>
                  </a:cubicBezTo>
                  <a:cubicBezTo>
                    <a:pt x="258" y="63"/>
                    <a:pt x="259" y="61"/>
                    <a:pt x="260" y="60"/>
                  </a:cubicBezTo>
                  <a:cubicBezTo>
                    <a:pt x="260" y="59"/>
                    <a:pt x="260" y="57"/>
                    <a:pt x="261" y="57"/>
                  </a:cubicBezTo>
                  <a:cubicBezTo>
                    <a:pt x="262" y="57"/>
                    <a:pt x="264" y="57"/>
                    <a:pt x="265" y="56"/>
                  </a:cubicBezTo>
                  <a:cubicBezTo>
                    <a:pt x="265" y="56"/>
                    <a:pt x="270" y="51"/>
                    <a:pt x="270" y="52"/>
                  </a:cubicBezTo>
                  <a:cubicBezTo>
                    <a:pt x="270" y="52"/>
                    <a:pt x="268" y="51"/>
                    <a:pt x="268" y="51"/>
                  </a:cubicBezTo>
                  <a:cubicBezTo>
                    <a:pt x="268" y="50"/>
                    <a:pt x="268" y="49"/>
                    <a:pt x="268" y="48"/>
                  </a:cubicBezTo>
                  <a:cubicBezTo>
                    <a:pt x="268" y="46"/>
                    <a:pt x="269" y="46"/>
                    <a:pt x="271" y="46"/>
                  </a:cubicBezTo>
                  <a:cubicBezTo>
                    <a:pt x="273" y="46"/>
                    <a:pt x="281" y="43"/>
                    <a:pt x="276" y="43"/>
                  </a:cubicBezTo>
                  <a:cubicBezTo>
                    <a:pt x="273" y="43"/>
                    <a:pt x="268" y="42"/>
                    <a:pt x="266" y="44"/>
                  </a:cubicBezTo>
                  <a:cubicBezTo>
                    <a:pt x="265" y="45"/>
                    <a:pt x="265" y="47"/>
                    <a:pt x="263" y="46"/>
                  </a:cubicBezTo>
                  <a:cubicBezTo>
                    <a:pt x="261" y="45"/>
                    <a:pt x="263" y="43"/>
                    <a:pt x="264" y="42"/>
                  </a:cubicBezTo>
                  <a:cubicBezTo>
                    <a:pt x="266" y="39"/>
                    <a:pt x="270" y="41"/>
                    <a:pt x="273" y="41"/>
                  </a:cubicBezTo>
                  <a:cubicBezTo>
                    <a:pt x="277" y="41"/>
                    <a:pt x="281" y="42"/>
                    <a:pt x="283" y="38"/>
                  </a:cubicBezTo>
                  <a:cubicBezTo>
                    <a:pt x="284" y="38"/>
                    <a:pt x="280" y="37"/>
                    <a:pt x="280" y="37"/>
                  </a:cubicBezTo>
                  <a:cubicBezTo>
                    <a:pt x="278" y="36"/>
                    <a:pt x="276" y="37"/>
                    <a:pt x="274" y="37"/>
                  </a:cubicBezTo>
                  <a:cubicBezTo>
                    <a:pt x="272" y="37"/>
                    <a:pt x="271" y="36"/>
                    <a:pt x="269" y="36"/>
                  </a:cubicBezTo>
                  <a:cubicBezTo>
                    <a:pt x="268" y="36"/>
                    <a:pt x="266" y="36"/>
                    <a:pt x="265" y="36"/>
                  </a:cubicBezTo>
                  <a:cubicBezTo>
                    <a:pt x="266" y="37"/>
                    <a:pt x="269" y="36"/>
                    <a:pt x="271" y="36"/>
                  </a:cubicBezTo>
                  <a:cubicBezTo>
                    <a:pt x="274" y="36"/>
                    <a:pt x="276" y="35"/>
                    <a:pt x="279" y="35"/>
                  </a:cubicBezTo>
                  <a:cubicBezTo>
                    <a:pt x="283" y="36"/>
                    <a:pt x="285" y="34"/>
                    <a:pt x="288" y="34"/>
                  </a:cubicBezTo>
                  <a:cubicBezTo>
                    <a:pt x="289" y="34"/>
                    <a:pt x="291" y="34"/>
                    <a:pt x="291" y="33"/>
                  </a:cubicBezTo>
                  <a:cubicBezTo>
                    <a:pt x="291" y="33"/>
                    <a:pt x="289" y="31"/>
                    <a:pt x="290" y="31"/>
                  </a:cubicBezTo>
                  <a:cubicBezTo>
                    <a:pt x="295" y="30"/>
                    <a:pt x="300" y="29"/>
                    <a:pt x="304" y="26"/>
                  </a:cubicBezTo>
                  <a:cubicBezTo>
                    <a:pt x="305" y="25"/>
                    <a:pt x="301" y="24"/>
                    <a:pt x="301" y="24"/>
                  </a:cubicBezTo>
                  <a:cubicBezTo>
                    <a:pt x="298" y="23"/>
                    <a:pt x="295" y="22"/>
                    <a:pt x="293" y="22"/>
                  </a:cubicBezTo>
                  <a:cubicBezTo>
                    <a:pt x="287" y="21"/>
                    <a:pt x="282" y="20"/>
                    <a:pt x="277" y="25"/>
                  </a:cubicBezTo>
                  <a:cubicBezTo>
                    <a:pt x="275" y="28"/>
                    <a:pt x="273" y="26"/>
                    <a:pt x="269" y="26"/>
                  </a:cubicBezTo>
                  <a:cubicBezTo>
                    <a:pt x="268" y="26"/>
                    <a:pt x="264" y="29"/>
                    <a:pt x="265" y="26"/>
                  </a:cubicBezTo>
                  <a:cubicBezTo>
                    <a:pt x="265" y="24"/>
                    <a:pt x="260" y="27"/>
                    <a:pt x="259" y="28"/>
                  </a:cubicBezTo>
                  <a:cubicBezTo>
                    <a:pt x="257" y="29"/>
                    <a:pt x="255" y="30"/>
                    <a:pt x="253" y="31"/>
                  </a:cubicBezTo>
                  <a:cubicBezTo>
                    <a:pt x="252" y="31"/>
                    <a:pt x="244" y="37"/>
                    <a:pt x="244" y="37"/>
                  </a:cubicBezTo>
                  <a:cubicBezTo>
                    <a:pt x="242" y="35"/>
                    <a:pt x="264" y="22"/>
                    <a:pt x="251" y="19"/>
                  </a:cubicBezTo>
                  <a:cubicBezTo>
                    <a:pt x="246" y="19"/>
                    <a:pt x="247" y="22"/>
                    <a:pt x="243" y="24"/>
                  </a:cubicBezTo>
                  <a:cubicBezTo>
                    <a:pt x="240" y="25"/>
                    <a:pt x="238" y="25"/>
                    <a:pt x="235" y="26"/>
                  </a:cubicBezTo>
                  <a:cubicBezTo>
                    <a:pt x="234" y="26"/>
                    <a:pt x="229" y="28"/>
                    <a:pt x="228" y="28"/>
                  </a:cubicBezTo>
                  <a:cubicBezTo>
                    <a:pt x="226" y="25"/>
                    <a:pt x="233" y="24"/>
                    <a:pt x="235" y="24"/>
                  </a:cubicBezTo>
                  <a:cubicBezTo>
                    <a:pt x="235" y="23"/>
                    <a:pt x="241" y="22"/>
                    <a:pt x="238" y="21"/>
                  </a:cubicBezTo>
                  <a:cubicBezTo>
                    <a:pt x="235" y="20"/>
                    <a:pt x="232" y="20"/>
                    <a:pt x="229" y="20"/>
                  </a:cubicBezTo>
                  <a:cubicBezTo>
                    <a:pt x="221" y="20"/>
                    <a:pt x="213" y="21"/>
                    <a:pt x="205" y="23"/>
                  </a:cubicBezTo>
                  <a:cubicBezTo>
                    <a:pt x="205" y="23"/>
                    <a:pt x="202" y="25"/>
                    <a:pt x="201" y="24"/>
                  </a:cubicBezTo>
                  <a:cubicBezTo>
                    <a:pt x="201" y="22"/>
                    <a:pt x="200" y="22"/>
                    <a:pt x="202" y="22"/>
                  </a:cubicBezTo>
                  <a:cubicBezTo>
                    <a:pt x="206" y="20"/>
                    <a:pt x="210" y="19"/>
                    <a:pt x="214" y="18"/>
                  </a:cubicBezTo>
                  <a:cubicBezTo>
                    <a:pt x="221" y="17"/>
                    <a:pt x="229" y="18"/>
                    <a:pt x="237" y="18"/>
                  </a:cubicBezTo>
                  <a:cubicBezTo>
                    <a:pt x="239" y="18"/>
                    <a:pt x="241" y="18"/>
                    <a:pt x="243" y="18"/>
                  </a:cubicBezTo>
                  <a:cubicBezTo>
                    <a:pt x="247" y="16"/>
                    <a:pt x="252" y="16"/>
                    <a:pt x="256" y="14"/>
                  </a:cubicBezTo>
                  <a:cubicBezTo>
                    <a:pt x="258" y="14"/>
                    <a:pt x="259" y="13"/>
                    <a:pt x="256" y="12"/>
                  </a:cubicBezTo>
                  <a:cubicBezTo>
                    <a:pt x="254" y="11"/>
                    <a:pt x="250" y="10"/>
                    <a:pt x="248" y="11"/>
                  </a:cubicBezTo>
                  <a:cubicBezTo>
                    <a:pt x="246" y="11"/>
                    <a:pt x="246" y="10"/>
                    <a:pt x="244" y="9"/>
                  </a:cubicBezTo>
                  <a:cubicBezTo>
                    <a:pt x="242" y="9"/>
                    <a:pt x="240" y="11"/>
                    <a:pt x="238" y="11"/>
                  </a:cubicBezTo>
                  <a:cubicBezTo>
                    <a:pt x="238" y="11"/>
                    <a:pt x="240" y="8"/>
                    <a:pt x="241" y="8"/>
                  </a:cubicBezTo>
                  <a:cubicBezTo>
                    <a:pt x="242" y="6"/>
                    <a:pt x="238" y="6"/>
                    <a:pt x="237" y="6"/>
                  </a:cubicBezTo>
                  <a:cubicBezTo>
                    <a:pt x="231" y="7"/>
                    <a:pt x="226" y="7"/>
                    <a:pt x="220" y="6"/>
                  </a:cubicBezTo>
                  <a:cubicBezTo>
                    <a:pt x="215" y="6"/>
                    <a:pt x="211" y="8"/>
                    <a:pt x="206" y="8"/>
                  </a:cubicBezTo>
                  <a:cubicBezTo>
                    <a:pt x="204" y="8"/>
                    <a:pt x="201" y="8"/>
                    <a:pt x="199" y="8"/>
                  </a:cubicBezTo>
                  <a:cubicBezTo>
                    <a:pt x="197" y="9"/>
                    <a:pt x="194" y="8"/>
                    <a:pt x="193" y="9"/>
                  </a:cubicBezTo>
                  <a:cubicBezTo>
                    <a:pt x="196" y="8"/>
                    <a:pt x="199" y="8"/>
                    <a:pt x="202" y="7"/>
                  </a:cubicBezTo>
                  <a:cubicBezTo>
                    <a:pt x="207" y="7"/>
                    <a:pt x="211" y="6"/>
                    <a:pt x="215" y="6"/>
                  </a:cubicBezTo>
                  <a:cubicBezTo>
                    <a:pt x="217" y="6"/>
                    <a:pt x="237" y="6"/>
                    <a:pt x="237" y="4"/>
                  </a:cubicBezTo>
                  <a:cubicBezTo>
                    <a:pt x="236" y="4"/>
                    <a:pt x="233" y="3"/>
                    <a:pt x="232" y="2"/>
                  </a:cubicBezTo>
                  <a:cubicBezTo>
                    <a:pt x="229" y="2"/>
                    <a:pt x="227" y="2"/>
                    <a:pt x="224" y="2"/>
                  </a:cubicBezTo>
                  <a:cubicBezTo>
                    <a:pt x="220" y="2"/>
                    <a:pt x="216" y="1"/>
                    <a:pt x="213" y="0"/>
                  </a:cubicBezTo>
                  <a:cubicBezTo>
                    <a:pt x="206" y="0"/>
                    <a:pt x="200" y="0"/>
                    <a:pt x="194" y="0"/>
                  </a:cubicBezTo>
                  <a:cubicBezTo>
                    <a:pt x="191" y="1"/>
                    <a:pt x="188" y="1"/>
                    <a:pt x="185" y="1"/>
                  </a:cubicBezTo>
                  <a:cubicBezTo>
                    <a:pt x="184" y="1"/>
                    <a:pt x="183" y="3"/>
                    <a:pt x="183" y="3"/>
                  </a:cubicBezTo>
                  <a:cubicBezTo>
                    <a:pt x="181" y="3"/>
                    <a:pt x="179" y="2"/>
                    <a:pt x="177" y="2"/>
                  </a:cubicBezTo>
                  <a:cubicBezTo>
                    <a:pt x="176" y="2"/>
                    <a:pt x="175" y="3"/>
                    <a:pt x="173" y="3"/>
                  </a:cubicBezTo>
                  <a:cubicBezTo>
                    <a:pt x="171" y="3"/>
                    <a:pt x="171" y="4"/>
                    <a:pt x="173" y="4"/>
                  </a:cubicBezTo>
                  <a:cubicBezTo>
                    <a:pt x="176" y="5"/>
                    <a:pt x="179" y="5"/>
                    <a:pt x="181" y="6"/>
                  </a:cubicBezTo>
                  <a:cubicBezTo>
                    <a:pt x="180" y="5"/>
                    <a:pt x="174" y="7"/>
                    <a:pt x="173" y="8"/>
                  </a:cubicBezTo>
                  <a:cubicBezTo>
                    <a:pt x="173" y="8"/>
                    <a:pt x="170" y="8"/>
                    <a:pt x="170" y="8"/>
                  </a:cubicBezTo>
                  <a:cubicBezTo>
                    <a:pt x="170" y="8"/>
                    <a:pt x="172" y="10"/>
                    <a:pt x="172" y="10"/>
                  </a:cubicBezTo>
                  <a:cubicBezTo>
                    <a:pt x="171" y="10"/>
                    <a:pt x="169" y="9"/>
                    <a:pt x="168" y="8"/>
                  </a:cubicBezTo>
                  <a:cubicBezTo>
                    <a:pt x="167" y="7"/>
                    <a:pt x="164" y="8"/>
                    <a:pt x="163" y="8"/>
                  </a:cubicBezTo>
                  <a:cubicBezTo>
                    <a:pt x="160" y="7"/>
                    <a:pt x="157" y="6"/>
                    <a:pt x="154" y="5"/>
                  </a:cubicBezTo>
                  <a:cubicBezTo>
                    <a:pt x="152" y="4"/>
                    <a:pt x="150" y="6"/>
                    <a:pt x="147" y="6"/>
                  </a:cubicBezTo>
                  <a:cubicBezTo>
                    <a:pt x="146" y="6"/>
                    <a:pt x="140" y="5"/>
                    <a:pt x="140" y="7"/>
                  </a:cubicBezTo>
                  <a:cubicBezTo>
                    <a:pt x="139" y="7"/>
                    <a:pt x="153" y="9"/>
                    <a:pt x="155" y="10"/>
                  </a:cubicBezTo>
                  <a:cubicBezTo>
                    <a:pt x="158" y="10"/>
                    <a:pt x="161" y="10"/>
                    <a:pt x="163" y="11"/>
                  </a:cubicBezTo>
                  <a:cubicBezTo>
                    <a:pt x="164" y="11"/>
                    <a:pt x="165" y="11"/>
                    <a:pt x="166" y="12"/>
                  </a:cubicBezTo>
                  <a:cubicBezTo>
                    <a:pt x="166" y="12"/>
                    <a:pt x="166" y="15"/>
                    <a:pt x="166" y="15"/>
                  </a:cubicBezTo>
                  <a:cubicBezTo>
                    <a:pt x="166" y="16"/>
                    <a:pt x="165" y="14"/>
                    <a:pt x="165" y="13"/>
                  </a:cubicBezTo>
                  <a:cubicBezTo>
                    <a:pt x="164" y="12"/>
                    <a:pt x="161" y="12"/>
                    <a:pt x="160" y="11"/>
                  </a:cubicBezTo>
                  <a:cubicBezTo>
                    <a:pt x="160" y="11"/>
                    <a:pt x="157" y="11"/>
                    <a:pt x="157" y="11"/>
                  </a:cubicBezTo>
                  <a:cubicBezTo>
                    <a:pt x="157" y="12"/>
                    <a:pt x="158" y="14"/>
                    <a:pt x="158" y="14"/>
                  </a:cubicBezTo>
                  <a:cubicBezTo>
                    <a:pt x="156" y="14"/>
                    <a:pt x="155" y="11"/>
                    <a:pt x="154" y="11"/>
                  </a:cubicBezTo>
                  <a:cubicBezTo>
                    <a:pt x="152" y="11"/>
                    <a:pt x="150" y="11"/>
                    <a:pt x="148" y="10"/>
                  </a:cubicBezTo>
                  <a:cubicBezTo>
                    <a:pt x="147" y="10"/>
                    <a:pt x="139" y="10"/>
                    <a:pt x="139" y="10"/>
                  </a:cubicBezTo>
                  <a:cubicBezTo>
                    <a:pt x="138" y="12"/>
                    <a:pt x="151" y="17"/>
                    <a:pt x="151" y="17"/>
                  </a:cubicBezTo>
                  <a:cubicBezTo>
                    <a:pt x="151" y="18"/>
                    <a:pt x="146" y="17"/>
                    <a:pt x="146" y="17"/>
                  </a:cubicBezTo>
                  <a:cubicBezTo>
                    <a:pt x="143" y="17"/>
                    <a:pt x="142" y="16"/>
                    <a:pt x="143" y="19"/>
                  </a:cubicBezTo>
                  <a:cubicBezTo>
                    <a:pt x="142" y="19"/>
                    <a:pt x="141" y="18"/>
                    <a:pt x="140" y="17"/>
                  </a:cubicBezTo>
                  <a:cubicBezTo>
                    <a:pt x="140" y="16"/>
                    <a:pt x="142" y="17"/>
                    <a:pt x="143" y="16"/>
                  </a:cubicBezTo>
                  <a:cubicBezTo>
                    <a:pt x="143" y="16"/>
                    <a:pt x="141" y="14"/>
                    <a:pt x="140" y="14"/>
                  </a:cubicBezTo>
                  <a:cubicBezTo>
                    <a:pt x="138" y="13"/>
                    <a:pt x="136" y="12"/>
                    <a:pt x="133" y="12"/>
                  </a:cubicBezTo>
                  <a:cubicBezTo>
                    <a:pt x="132" y="12"/>
                    <a:pt x="130" y="11"/>
                    <a:pt x="129" y="12"/>
                  </a:cubicBezTo>
                  <a:cubicBezTo>
                    <a:pt x="128" y="12"/>
                    <a:pt x="131" y="15"/>
                    <a:pt x="131" y="15"/>
                  </a:cubicBezTo>
                  <a:cubicBezTo>
                    <a:pt x="134" y="17"/>
                    <a:pt x="138" y="17"/>
                    <a:pt x="142" y="20"/>
                  </a:cubicBezTo>
                  <a:cubicBezTo>
                    <a:pt x="143" y="20"/>
                    <a:pt x="144" y="21"/>
                    <a:pt x="143" y="22"/>
                  </a:cubicBezTo>
                  <a:cubicBezTo>
                    <a:pt x="141" y="24"/>
                    <a:pt x="139" y="22"/>
                    <a:pt x="137" y="21"/>
                  </a:cubicBezTo>
                  <a:cubicBezTo>
                    <a:pt x="132" y="18"/>
                    <a:pt x="126" y="16"/>
                    <a:pt x="120" y="15"/>
                  </a:cubicBezTo>
                  <a:cubicBezTo>
                    <a:pt x="117" y="14"/>
                    <a:pt x="114" y="13"/>
                    <a:pt x="111" y="14"/>
                  </a:cubicBezTo>
                  <a:cubicBezTo>
                    <a:pt x="110" y="14"/>
                    <a:pt x="113" y="17"/>
                    <a:pt x="113" y="18"/>
                  </a:cubicBezTo>
                  <a:cubicBezTo>
                    <a:pt x="113" y="18"/>
                    <a:pt x="117" y="21"/>
                    <a:pt x="117" y="21"/>
                  </a:cubicBezTo>
                  <a:cubicBezTo>
                    <a:pt x="117" y="22"/>
                    <a:pt x="111" y="21"/>
                    <a:pt x="111" y="21"/>
                  </a:cubicBezTo>
                  <a:cubicBezTo>
                    <a:pt x="111" y="23"/>
                    <a:pt x="115" y="22"/>
                    <a:pt x="115" y="24"/>
                  </a:cubicBezTo>
                  <a:cubicBezTo>
                    <a:pt x="115" y="24"/>
                    <a:pt x="111" y="23"/>
                    <a:pt x="110" y="22"/>
                  </a:cubicBezTo>
                  <a:cubicBezTo>
                    <a:pt x="108" y="21"/>
                    <a:pt x="106" y="21"/>
                    <a:pt x="103" y="20"/>
                  </a:cubicBezTo>
                  <a:cubicBezTo>
                    <a:pt x="101" y="19"/>
                    <a:pt x="101" y="20"/>
                    <a:pt x="101" y="22"/>
                  </a:cubicBezTo>
                  <a:cubicBezTo>
                    <a:pt x="100" y="23"/>
                    <a:pt x="99" y="23"/>
                    <a:pt x="98" y="23"/>
                  </a:cubicBezTo>
                  <a:cubicBezTo>
                    <a:pt x="98" y="24"/>
                    <a:pt x="98" y="26"/>
                    <a:pt x="97" y="26"/>
                  </a:cubicBezTo>
                  <a:cubicBezTo>
                    <a:pt x="97" y="27"/>
                    <a:pt x="97" y="24"/>
                    <a:pt x="97" y="23"/>
                  </a:cubicBezTo>
                  <a:cubicBezTo>
                    <a:pt x="97" y="22"/>
                    <a:pt x="98" y="21"/>
                    <a:pt x="98" y="20"/>
                  </a:cubicBezTo>
                  <a:cubicBezTo>
                    <a:pt x="97" y="16"/>
                    <a:pt x="93" y="16"/>
                    <a:pt x="90" y="16"/>
                  </a:cubicBezTo>
                  <a:cubicBezTo>
                    <a:pt x="86" y="17"/>
                    <a:pt x="82" y="18"/>
                    <a:pt x="78" y="18"/>
                  </a:cubicBezTo>
                  <a:cubicBezTo>
                    <a:pt x="77" y="19"/>
                    <a:pt x="75" y="19"/>
                    <a:pt x="74" y="19"/>
                  </a:cubicBezTo>
                  <a:cubicBezTo>
                    <a:pt x="74" y="19"/>
                    <a:pt x="69" y="20"/>
                    <a:pt x="69" y="20"/>
                  </a:cubicBezTo>
                  <a:cubicBezTo>
                    <a:pt x="70" y="21"/>
                    <a:pt x="72" y="21"/>
                    <a:pt x="73" y="21"/>
                  </a:cubicBezTo>
                  <a:cubicBezTo>
                    <a:pt x="74" y="22"/>
                    <a:pt x="75" y="23"/>
                    <a:pt x="77" y="24"/>
                  </a:cubicBezTo>
                  <a:cubicBezTo>
                    <a:pt x="77" y="24"/>
                    <a:pt x="81" y="27"/>
                    <a:pt x="81" y="27"/>
                  </a:cubicBezTo>
                  <a:cubicBezTo>
                    <a:pt x="80" y="27"/>
                    <a:pt x="76" y="25"/>
                    <a:pt x="75" y="25"/>
                  </a:cubicBezTo>
                  <a:cubicBezTo>
                    <a:pt x="73" y="24"/>
                    <a:pt x="72" y="22"/>
                    <a:pt x="70" y="22"/>
                  </a:cubicBezTo>
                  <a:cubicBezTo>
                    <a:pt x="67" y="21"/>
                    <a:pt x="64" y="22"/>
                    <a:pt x="61" y="22"/>
                  </a:cubicBezTo>
                  <a:cubicBezTo>
                    <a:pt x="58" y="23"/>
                    <a:pt x="58" y="22"/>
                    <a:pt x="60" y="25"/>
                  </a:cubicBezTo>
                  <a:cubicBezTo>
                    <a:pt x="60" y="26"/>
                    <a:pt x="60" y="29"/>
                    <a:pt x="60" y="30"/>
                  </a:cubicBezTo>
                  <a:cubicBezTo>
                    <a:pt x="60" y="32"/>
                    <a:pt x="56" y="30"/>
                    <a:pt x="55" y="30"/>
                  </a:cubicBezTo>
                  <a:cubicBezTo>
                    <a:pt x="54" y="30"/>
                    <a:pt x="51" y="28"/>
                    <a:pt x="50" y="30"/>
                  </a:cubicBezTo>
                  <a:cubicBezTo>
                    <a:pt x="49" y="31"/>
                    <a:pt x="50" y="34"/>
                    <a:pt x="50" y="34"/>
                  </a:cubicBezTo>
                  <a:cubicBezTo>
                    <a:pt x="49" y="35"/>
                    <a:pt x="48" y="33"/>
                    <a:pt x="47" y="32"/>
                  </a:cubicBezTo>
                  <a:cubicBezTo>
                    <a:pt x="45" y="31"/>
                    <a:pt x="43" y="31"/>
                    <a:pt x="42" y="32"/>
                  </a:cubicBezTo>
                  <a:cubicBezTo>
                    <a:pt x="39" y="34"/>
                    <a:pt x="36" y="36"/>
                    <a:pt x="32" y="37"/>
                  </a:cubicBezTo>
                  <a:cubicBezTo>
                    <a:pt x="31" y="38"/>
                    <a:pt x="34" y="37"/>
                    <a:pt x="32" y="37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7" name="Freeform 777">
              <a:extLst>
                <a:ext uri="{FF2B5EF4-FFF2-40B4-BE49-F238E27FC236}">
                  <a16:creationId xmlns:a16="http://schemas.microsoft.com/office/drawing/2014/main" id="{0E6BA169-FC72-CB69-B725-7213C021A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6207" y="3227772"/>
              <a:ext cx="187546" cy="139348"/>
            </a:xfrm>
            <a:custGeom>
              <a:avLst/>
              <a:gdLst>
                <a:gd name="T0" fmla="*/ 16 w 16"/>
                <a:gd name="T1" fmla="*/ 6 h 11"/>
                <a:gd name="T2" fmla="*/ 11 w 16"/>
                <a:gd name="T3" fmla="*/ 3 h 11"/>
                <a:gd name="T4" fmla="*/ 5 w 16"/>
                <a:gd name="T5" fmla="*/ 1 h 11"/>
                <a:gd name="T6" fmla="*/ 1 w 16"/>
                <a:gd name="T7" fmla="*/ 1 h 11"/>
                <a:gd name="T8" fmla="*/ 3 w 16"/>
                <a:gd name="T9" fmla="*/ 3 h 11"/>
                <a:gd name="T10" fmla="*/ 1 w 16"/>
                <a:gd name="T11" fmla="*/ 7 h 11"/>
                <a:gd name="T12" fmla="*/ 5 w 16"/>
                <a:gd name="T13" fmla="*/ 7 h 11"/>
                <a:gd name="T14" fmla="*/ 5 w 16"/>
                <a:gd name="T15" fmla="*/ 9 h 11"/>
                <a:gd name="T16" fmla="*/ 16 w 16"/>
                <a:gd name="T17" fmla="*/ 6 h 11"/>
                <a:gd name="T18" fmla="*/ 16 w 16"/>
                <a:gd name="T1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1">
                  <a:moveTo>
                    <a:pt x="16" y="6"/>
                  </a:moveTo>
                  <a:cubicBezTo>
                    <a:pt x="15" y="5"/>
                    <a:pt x="11" y="3"/>
                    <a:pt x="11" y="3"/>
                  </a:cubicBezTo>
                  <a:cubicBezTo>
                    <a:pt x="9" y="2"/>
                    <a:pt x="7" y="1"/>
                    <a:pt x="5" y="1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2"/>
                    <a:pt x="3" y="3"/>
                    <a:pt x="3" y="3"/>
                  </a:cubicBezTo>
                  <a:cubicBezTo>
                    <a:pt x="2" y="3"/>
                    <a:pt x="0" y="6"/>
                    <a:pt x="1" y="7"/>
                  </a:cubicBezTo>
                  <a:cubicBezTo>
                    <a:pt x="2" y="7"/>
                    <a:pt x="4" y="6"/>
                    <a:pt x="5" y="7"/>
                  </a:cubicBezTo>
                  <a:cubicBezTo>
                    <a:pt x="7" y="8"/>
                    <a:pt x="5" y="8"/>
                    <a:pt x="5" y="9"/>
                  </a:cubicBezTo>
                  <a:cubicBezTo>
                    <a:pt x="5" y="11"/>
                    <a:pt x="16" y="8"/>
                    <a:pt x="16" y="6"/>
                  </a:cubicBezTo>
                  <a:cubicBezTo>
                    <a:pt x="15" y="5"/>
                    <a:pt x="16" y="7"/>
                    <a:pt x="16" y="6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8" name="Freeform 778">
              <a:extLst>
                <a:ext uri="{FF2B5EF4-FFF2-40B4-BE49-F238E27FC236}">
                  <a16:creationId xmlns:a16="http://schemas.microsoft.com/office/drawing/2014/main" id="{9A10A769-E51D-2415-8367-75549A8D9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6065" y="3130649"/>
              <a:ext cx="47884" cy="25337"/>
            </a:xfrm>
            <a:custGeom>
              <a:avLst/>
              <a:gdLst>
                <a:gd name="T0" fmla="*/ 2 w 4"/>
                <a:gd name="T1" fmla="*/ 2 h 2"/>
                <a:gd name="T2" fmla="*/ 2 w 4"/>
                <a:gd name="T3" fmla="*/ 0 h 2"/>
                <a:gd name="T4" fmla="*/ 2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2"/>
                  </a:move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4" y="2"/>
                    <a:pt x="2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19" name="Freeform 779">
              <a:extLst>
                <a:ext uri="{FF2B5EF4-FFF2-40B4-BE49-F238E27FC236}">
                  <a16:creationId xmlns:a16="http://schemas.microsoft.com/office/drawing/2014/main" id="{1945380B-9B1C-6361-41C3-655C6F0C3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1977" y="1665393"/>
              <a:ext cx="127688" cy="76005"/>
            </a:xfrm>
            <a:custGeom>
              <a:avLst/>
              <a:gdLst>
                <a:gd name="T0" fmla="*/ 9 w 11"/>
                <a:gd name="T1" fmla="*/ 4 h 6"/>
                <a:gd name="T2" fmla="*/ 9 w 11"/>
                <a:gd name="T3" fmla="*/ 5 h 6"/>
                <a:gd name="T4" fmla="*/ 3 w 11"/>
                <a:gd name="T5" fmla="*/ 4 h 6"/>
                <a:gd name="T6" fmla="*/ 2 w 11"/>
                <a:gd name="T7" fmla="*/ 1 h 6"/>
                <a:gd name="T8" fmla="*/ 9 w 11"/>
                <a:gd name="T9" fmla="*/ 4 h 6"/>
                <a:gd name="T10" fmla="*/ 9 w 11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9" y="4"/>
                  </a:moveTo>
                  <a:cubicBezTo>
                    <a:pt x="11" y="5"/>
                    <a:pt x="11" y="6"/>
                    <a:pt x="9" y="5"/>
                  </a:cubicBezTo>
                  <a:cubicBezTo>
                    <a:pt x="7" y="5"/>
                    <a:pt x="4" y="4"/>
                    <a:pt x="3" y="4"/>
                  </a:cubicBezTo>
                  <a:cubicBezTo>
                    <a:pt x="2" y="3"/>
                    <a:pt x="0" y="0"/>
                    <a:pt x="2" y="1"/>
                  </a:cubicBezTo>
                  <a:cubicBezTo>
                    <a:pt x="4" y="2"/>
                    <a:pt x="7" y="3"/>
                    <a:pt x="9" y="4"/>
                  </a:cubicBezTo>
                  <a:cubicBezTo>
                    <a:pt x="11" y="5"/>
                    <a:pt x="7" y="3"/>
                    <a:pt x="9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0" name="Freeform 780">
              <a:extLst>
                <a:ext uri="{FF2B5EF4-FFF2-40B4-BE49-F238E27FC236}">
                  <a16:creationId xmlns:a16="http://schemas.microsoft.com/office/drawing/2014/main" id="{596E9808-C06F-EC93-840B-8663056C6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7019" y="1555600"/>
              <a:ext cx="95766" cy="59117"/>
            </a:xfrm>
            <a:custGeom>
              <a:avLst/>
              <a:gdLst>
                <a:gd name="T0" fmla="*/ 8 w 8"/>
                <a:gd name="T1" fmla="*/ 3 h 5"/>
                <a:gd name="T2" fmla="*/ 0 w 8"/>
                <a:gd name="T3" fmla="*/ 2 h 5"/>
                <a:gd name="T4" fmla="*/ 8 w 8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8" y="3"/>
                  </a:moveTo>
                  <a:cubicBezTo>
                    <a:pt x="8" y="5"/>
                    <a:pt x="0" y="4"/>
                    <a:pt x="0" y="2"/>
                  </a:cubicBezTo>
                  <a:cubicBezTo>
                    <a:pt x="0" y="0"/>
                    <a:pt x="8" y="1"/>
                    <a:pt x="8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1" name="Freeform 782">
              <a:extLst>
                <a:ext uri="{FF2B5EF4-FFF2-40B4-BE49-F238E27FC236}">
                  <a16:creationId xmlns:a16="http://schemas.microsoft.com/office/drawing/2014/main" id="{67974670-2AFE-16D9-1B57-5C40F23C6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9353" y="1716065"/>
              <a:ext cx="67838" cy="50672"/>
            </a:xfrm>
            <a:custGeom>
              <a:avLst/>
              <a:gdLst>
                <a:gd name="T0" fmla="*/ 5 w 6"/>
                <a:gd name="T1" fmla="*/ 3 h 4"/>
                <a:gd name="T2" fmla="*/ 1 w 6"/>
                <a:gd name="T3" fmla="*/ 0 h 4"/>
                <a:gd name="T4" fmla="*/ 5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5" y="3"/>
                  </a:moveTo>
                  <a:cubicBezTo>
                    <a:pt x="4" y="4"/>
                    <a:pt x="0" y="0"/>
                    <a:pt x="1" y="0"/>
                  </a:cubicBezTo>
                  <a:cubicBezTo>
                    <a:pt x="2" y="0"/>
                    <a:pt x="6" y="2"/>
                    <a:pt x="5" y="3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2" name="Freeform 783">
              <a:extLst>
                <a:ext uri="{FF2B5EF4-FFF2-40B4-BE49-F238E27FC236}">
                  <a16:creationId xmlns:a16="http://schemas.microsoft.com/office/drawing/2014/main" id="{0E57FF73-6975-59B4-102E-F6844B581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1132" y="1766735"/>
              <a:ext cx="59854" cy="12670"/>
            </a:xfrm>
            <a:custGeom>
              <a:avLst/>
              <a:gdLst>
                <a:gd name="T0" fmla="*/ 4 w 5"/>
                <a:gd name="T1" fmla="*/ 1 h 1"/>
                <a:gd name="T2" fmla="*/ 2 w 5"/>
                <a:gd name="T3" fmla="*/ 0 h 1"/>
                <a:gd name="T4" fmla="*/ 4 w 5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cubicBezTo>
                    <a:pt x="2" y="1"/>
                    <a:pt x="0" y="0"/>
                    <a:pt x="2" y="0"/>
                  </a:cubicBezTo>
                  <a:cubicBezTo>
                    <a:pt x="3" y="0"/>
                    <a:pt x="5" y="1"/>
                    <a:pt x="4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3" name="Freeform 784">
              <a:extLst>
                <a:ext uri="{FF2B5EF4-FFF2-40B4-BE49-F238E27FC236}">
                  <a16:creationId xmlns:a16="http://schemas.microsoft.com/office/drawing/2014/main" id="{F1696B22-E91D-A654-7795-2F5F67FE2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1132" y="2471916"/>
              <a:ext cx="47884" cy="88675"/>
            </a:xfrm>
            <a:custGeom>
              <a:avLst/>
              <a:gdLst>
                <a:gd name="T0" fmla="*/ 2 w 4"/>
                <a:gd name="T1" fmla="*/ 0 h 7"/>
                <a:gd name="T2" fmla="*/ 4 w 4"/>
                <a:gd name="T3" fmla="*/ 7 h 7"/>
                <a:gd name="T4" fmla="*/ 2 w 4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7">
                  <a:moveTo>
                    <a:pt x="2" y="0"/>
                  </a:moveTo>
                  <a:cubicBezTo>
                    <a:pt x="0" y="0"/>
                    <a:pt x="3" y="7"/>
                    <a:pt x="4" y="7"/>
                  </a:cubicBezTo>
                  <a:cubicBezTo>
                    <a:pt x="4" y="7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4" name="Freeform 785">
              <a:extLst>
                <a:ext uri="{FF2B5EF4-FFF2-40B4-BE49-F238E27FC236}">
                  <a16:creationId xmlns:a16="http://schemas.microsoft.com/office/drawing/2014/main" id="{F401A558-BDA1-739F-BB68-90DF7485F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5074" y="2632374"/>
              <a:ext cx="79807" cy="50672"/>
            </a:xfrm>
            <a:custGeom>
              <a:avLst/>
              <a:gdLst>
                <a:gd name="T0" fmla="*/ 1 w 7"/>
                <a:gd name="T1" fmla="*/ 0 h 4"/>
                <a:gd name="T2" fmla="*/ 1 w 7"/>
                <a:gd name="T3" fmla="*/ 4 h 4"/>
                <a:gd name="T4" fmla="*/ 5 w 7"/>
                <a:gd name="T5" fmla="*/ 4 h 4"/>
                <a:gd name="T6" fmla="*/ 1 w 7"/>
                <a:gd name="T7" fmla="*/ 0 h 4"/>
                <a:gd name="T8" fmla="*/ 1 w 7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1" y="0"/>
                  </a:moveTo>
                  <a:cubicBezTo>
                    <a:pt x="0" y="1"/>
                    <a:pt x="0" y="3"/>
                    <a:pt x="1" y="4"/>
                  </a:cubicBezTo>
                  <a:cubicBezTo>
                    <a:pt x="2" y="4"/>
                    <a:pt x="3" y="4"/>
                    <a:pt x="5" y="4"/>
                  </a:cubicBezTo>
                  <a:cubicBezTo>
                    <a:pt x="7" y="4"/>
                    <a:pt x="1" y="0"/>
                    <a:pt x="1" y="0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5" name="Freeform 786">
              <a:extLst>
                <a:ext uri="{FF2B5EF4-FFF2-40B4-BE49-F238E27FC236}">
                  <a16:creationId xmlns:a16="http://schemas.microsoft.com/office/drawing/2014/main" id="{57C764EB-45EE-49A6-014B-95904A8C6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7864" y="2906847"/>
              <a:ext cx="199515" cy="122456"/>
            </a:xfrm>
            <a:custGeom>
              <a:avLst/>
              <a:gdLst>
                <a:gd name="T0" fmla="*/ 0 w 17"/>
                <a:gd name="T1" fmla="*/ 4 h 10"/>
                <a:gd name="T2" fmla="*/ 10 w 17"/>
                <a:gd name="T3" fmla="*/ 2 h 10"/>
                <a:gd name="T4" fmla="*/ 8 w 17"/>
                <a:gd name="T5" fmla="*/ 4 h 10"/>
                <a:gd name="T6" fmla="*/ 12 w 17"/>
                <a:gd name="T7" fmla="*/ 7 h 10"/>
                <a:gd name="T8" fmla="*/ 9 w 17"/>
                <a:gd name="T9" fmla="*/ 7 h 10"/>
                <a:gd name="T10" fmla="*/ 11 w 17"/>
                <a:gd name="T11" fmla="*/ 10 h 10"/>
                <a:gd name="T12" fmla="*/ 8 w 17"/>
                <a:gd name="T13" fmla="*/ 9 h 10"/>
                <a:gd name="T14" fmla="*/ 0 w 17"/>
                <a:gd name="T15" fmla="*/ 4 h 10"/>
                <a:gd name="T16" fmla="*/ 0 w 17"/>
                <a:gd name="T1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0">
                  <a:moveTo>
                    <a:pt x="0" y="4"/>
                  </a:moveTo>
                  <a:cubicBezTo>
                    <a:pt x="1" y="0"/>
                    <a:pt x="7" y="2"/>
                    <a:pt x="10" y="2"/>
                  </a:cubicBezTo>
                  <a:cubicBezTo>
                    <a:pt x="17" y="3"/>
                    <a:pt x="8" y="4"/>
                    <a:pt x="8" y="4"/>
                  </a:cubicBezTo>
                  <a:cubicBezTo>
                    <a:pt x="8" y="6"/>
                    <a:pt x="12" y="5"/>
                    <a:pt x="12" y="7"/>
                  </a:cubicBezTo>
                  <a:cubicBezTo>
                    <a:pt x="12" y="7"/>
                    <a:pt x="10" y="6"/>
                    <a:pt x="9" y="7"/>
                  </a:cubicBezTo>
                  <a:cubicBezTo>
                    <a:pt x="9" y="7"/>
                    <a:pt x="12" y="10"/>
                    <a:pt x="11" y="10"/>
                  </a:cubicBezTo>
                  <a:cubicBezTo>
                    <a:pt x="10" y="10"/>
                    <a:pt x="9" y="9"/>
                    <a:pt x="8" y="9"/>
                  </a:cubicBezTo>
                  <a:cubicBezTo>
                    <a:pt x="6" y="8"/>
                    <a:pt x="0" y="7"/>
                    <a:pt x="0" y="4"/>
                  </a:cubicBezTo>
                  <a:cubicBezTo>
                    <a:pt x="0" y="3"/>
                    <a:pt x="0" y="7"/>
                    <a:pt x="0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6" name="Freeform 787">
              <a:extLst>
                <a:ext uri="{FF2B5EF4-FFF2-40B4-BE49-F238E27FC236}">
                  <a16:creationId xmlns:a16="http://schemas.microsoft.com/office/drawing/2014/main" id="{49A7969A-B60B-2727-2B55-AD5A02BDD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954" y="2881515"/>
              <a:ext cx="103749" cy="38007"/>
            </a:xfrm>
            <a:custGeom>
              <a:avLst/>
              <a:gdLst>
                <a:gd name="T0" fmla="*/ 8 w 9"/>
                <a:gd name="T1" fmla="*/ 1 h 3"/>
                <a:gd name="T2" fmla="*/ 5 w 9"/>
                <a:gd name="T3" fmla="*/ 0 h 3"/>
                <a:gd name="T4" fmla="*/ 0 w 9"/>
                <a:gd name="T5" fmla="*/ 0 h 3"/>
                <a:gd name="T6" fmla="*/ 8 w 9"/>
                <a:gd name="T7" fmla="*/ 1 h 3"/>
                <a:gd name="T8" fmla="*/ 8 w 9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3">
                  <a:moveTo>
                    <a:pt x="8" y="1"/>
                  </a:moveTo>
                  <a:cubicBezTo>
                    <a:pt x="9" y="1"/>
                    <a:pt x="5" y="0"/>
                    <a:pt x="5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6" y="3"/>
                    <a:pt x="8" y="1"/>
                  </a:cubicBezTo>
                  <a:cubicBezTo>
                    <a:pt x="9" y="1"/>
                    <a:pt x="7" y="2"/>
                    <a:pt x="8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7" name="Freeform 788">
              <a:extLst>
                <a:ext uri="{FF2B5EF4-FFF2-40B4-BE49-F238E27FC236}">
                  <a16:creationId xmlns:a16="http://schemas.microsoft.com/office/drawing/2014/main" id="{E56A956E-ACA5-AECC-7E18-7525AE496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8351" y="3143316"/>
              <a:ext cx="151631" cy="84453"/>
            </a:xfrm>
            <a:custGeom>
              <a:avLst/>
              <a:gdLst>
                <a:gd name="T0" fmla="*/ 12 w 13"/>
                <a:gd name="T1" fmla="*/ 4 h 7"/>
                <a:gd name="T2" fmla="*/ 12 w 13"/>
                <a:gd name="T3" fmla="*/ 1 h 7"/>
                <a:gd name="T4" fmla="*/ 7 w 13"/>
                <a:gd name="T5" fmla="*/ 2 h 7"/>
                <a:gd name="T6" fmla="*/ 3 w 13"/>
                <a:gd name="T7" fmla="*/ 3 h 7"/>
                <a:gd name="T8" fmla="*/ 0 w 13"/>
                <a:gd name="T9" fmla="*/ 5 h 7"/>
                <a:gd name="T10" fmla="*/ 12 w 13"/>
                <a:gd name="T11" fmla="*/ 4 h 7"/>
                <a:gd name="T12" fmla="*/ 12 w 13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7">
                  <a:moveTo>
                    <a:pt x="12" y="4"/>
                  </a:moveTo>
                  <a:cubicBezTo>
                    <a:pt x="13" y="3"/>
                    <a:pt x="13" y="2"/>
                    <a:pt x="12" y="1"/>
                  </a:cubicBezTo>
                  <a:cubicBezTo>
                    <a:pt x="11" y="0"/>
                    <a:pt x="8" y="1"/>
                    <a:pt x="7" y="2"/>
                  </a:cubicBezTo>
                  <a:cubicBezTo>
                    <a:pt x="6" y="2"/>
                    <a:pt x="4" y="2"/>
                    <a:pt x="3" y="3"/>
                  </a:cubicBezTo>
                  <a:cubicBezTo>
                    <a:pt x="3" y="3"/>
                    <a:pt x="0" y="5"/>
                    <a:pt x="0" y="5"/>
                  </a:cubicBezTo>
                  <a:cubicBezTo>
                    <a:pt x="3" y="7"/>
                    <a:pt x="10" y="6"/>
                    <a:pt x="12" y="4"/>
                  </a:cubicBezTo>
                  <a:cubicBezTo>
                    <a:pt x="13" y="3"/>
                    <a:pt x="9" y="6"/>
                    <a:pt x="12" y="4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8" name="Freeform 789">
              <a:extLst>
                <a:ext uri="{FF2B5EF4-FFF2-40B4-BE49-F238E27FC236}">
                  <a16:creationId xmlns:a16="http://schemas.microsoft.com/office/drawing/2014/main" id="{580430DA-9286-0ECC-43E7-10223F12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7696" y="3265774"/>
              <a:ext cx="47884" cy="76005"/>
            </a:xfrm>
            <a:custGeom>
              <a:avLst/>
              <a:gdLst>
                <a:gd name="T0" fmla="*/ 3 w 4"/>
                <a:gd name="T1" fmla="*/ 2 h 6"/>
                <a:gd name="T2" fmla="*/ 1 w 4"/>
                <a:gd name="T3" fmla="*/ 3 h 6"/>
                <a:gd name="T4" fmla="*/ 3 w 4"/>
                <a:gd name="T5" fmla="*/ 2 h 6"/>
                <a:gd name="T6" fmla="*/ 3 w 4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3" y="2"/>
                  </a:moveTo>
                  <a:cubicBezTo>
                    <a:pt x="2" y="0"/>
                    <a:pt x="1" y="1"/>
                    <a:pt x="1" y="3"/>
                  </a:cubicBezTo>
                  <a:cubicBezTo>
                    <a:pt x="0" y="6"/>
                    <a:pt x="4" y="4"/>
                    <a:pt x="3" y="2"/>
                  </a:cubicBezTo>
                  <a:cubicBezTo>
                    <a:pt x="3" y="2"/>
                    <a:pt x="4" y="3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29" name="Freeform 790">
              <a:extLst>
                <a:ext uri="{FF2B5EF4-FFF2-40B4-BE49-F238E27FC236}">
                  <a16:creationId xmlns:a16="http://schemas.microsoft.com/office/drawing/2014/main" id="{D1393B0E-91B4-CE9F-207B-6382F4EAF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3947" y="3105313"/>
              <a:ext cx="43895" cy="50672"/>
            </a:xfrm>
            <a:custGeom>
              <a:avLst/>
              <a:gdLst>
                <a:gd name="T0" fmla="*/ 4 w 4"/>
                <a:gd name="T1" fmla="*/ 2 h 4"/>
                <a:gd name="T2" fmla="*/ 1 w 4"/>
                <a:gd name="T3" fmla="*/ 1 h 4"/>
                <a:gd name="T4" fmla="*/ 4 w 4"/>
                <a:gd name="T5" fmla="*/ 2 h 4"/>
                <a:gd name="T6" fmla="*/ 4 w 4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2"/>
                    <a:pt x="1" y="0"/>
                    <a:pt x="1" y="1"/>
                  </a:cubicBezTo>
                  <a:cubicBezTo>
                    <a:pt x="0" y="4"/>
                    <a:pt x="4" y="2"/>
                    <a:pt x="4" y="2"/>
                  </a:cubicBezTo>
                  <a:cubicBezTo>
                    <a:pt x="3" y="2"/>
                    <a:pt x="4" y="2"/>
                    <a:pt x="4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0" name="Freeform 791">
              <a:extLst>
                <a:ext uri="{FF2B5EF4-FFF2-40B4-BE49-F238E27FC236}">
                  <a16:creationId xmlns:a16="http://schemas.microsoft.com/office/drawing/2014/main" id="{877D2A50-280E-AEF9-4690-3DD8200BA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956" y="2311456"/>
              <a:ext cx="23943" cy="25337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2 h 2"/>
                <a:gd name="T4" fmla="*/ 2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1" y="2"/>
                    <a:pt x="2" y="2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1" name="Freeform 792">
              <a:extLst>
                <a:ext uri="{FF2B5EF4-FFF2-40B4-BE49-F238E27FC236}">
                  <a16:creationId xmlns:a16="http://schemas.microsoft.com/office/drawing/2014/main" id="{DD27AE4C-3E71-0CC0-D15F-105474B2C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7190" y="2176331"/>
              <a:ext cx="35915" cy="21114"/>
            </a:xfrm>
            <a:custGeom>
              <a:avLst/>
              <a:gdLst>
                <a:gd name="T0" fmla="*/ 2 w 3"/>
                <a:gd name="T1" fmla="*/ 0 h 2"/>
                <a:gd name="T2" fmla="*/ 1 w 3"/>
                <a:gd name="T3" fmla="*/ 1 h 2"/>
                <a:gd name="T4" fmla="*/ 2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2"/>
                    <a:pt x="3" y="1"/>
                    <a:pt x="2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2" name="Freeform 793">
              <a:extLst>
                <a:ext uri="{FF2B5EF4-FFF2-40B4-BE49-F238E27FC236}">
                  <a16:creationId xmlns:a16="http://schemas.microsoft.com/office/drawing/2014/main" id="{D52DB4DB-9D29-4EFA-2DE1-379839208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2956" y="2125659"/>
              <a:ext cx="31922" cy="38007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1" y="3"/>
                    <a:pt x="3" y="1"/>
                    <a:pt x="2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3" name="Freeform 794">
              <a:extLst>
                <a:ext uri="{FF2B5EF4-FFF2-40B4-BE49-F238E27FC236}">
                  <a16:creationId xmlns:a16="http://schemas.microsoft.com/office/drawing/2014/main" id="{C185169E-8E55-C89E-59C1-35E3024DE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6703" y="2374796"/>
              <a:ext cx="59854" cy="8444"/>
            </a:xfrm>
            <a:custGeom>
              <a:avLst/>
              <a:gdLst>
                <a:gd name="T0" fmla="*/ 5 w 5"/>
                <a:gd name="T1" fmla="*/ 1 h 1"/>
                <a:gd name="T2" fmla="*/ 1 w 5"/>
                <a:gd name="T3" fmla="*/ 0 h 1"/>
                <a:gd name="T4" fmla="*/ 5 w 5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2" y="1"/>
                    <a:pt x="5" y="1"/>
                    <a:pt x="5" y="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4" name="Freeform 795">
              <a:extLst>
                <a:ext uri="{FF2B5EF4-FFF2-40B4-BE49-F238E27FC236}">
                  <a16:creationId xmlns:a16="http://schemas.microsoft.com/office/drawing/2014/main" id="{66106CBF-F866-D5AB-BBEB-3CBE4F66C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8527" y="2374796"/>
              <a:ext cx="71824" cy="0"/>
            </a:xfrm>
            <a:custGeom>
              <a:avLst/>
              <a:gdLst>
                <a:gd name="T0" fmla="*/ 5 w 6"/>
                <a:gd name="T1" fmla="*/ 1 w 6"/>
                <a:gd name="T2" fmla="*/ 5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">
                  <a:moveTo>
                    <a:pt x="5" y="0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2" y="0"/>
                    <a:pt x="6" y="0"/>
                    <a:pt x="5" y="0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5" name="Freeform 796">
              <a:extLst>
                <a:ext uri="{FF2B5EF4-FFF2-40B4-BE49-F238E27FC236}">
                  <a16:creationId xmlns:a16="http://schemas.microsoft.com/office/drawing/2014/main" id="{9AE4E968-1BE6-2A93-DD20-DAC8874DA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3272" y="1589388"/>
              <a:ext cx="47884" cy="25337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3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1" y="2"/>
                    <a:pt x="0" y="0"/>
                    <a:pt x="2" y="0"/>
                  </a:cubicBezTo>
                  <a:cubicBezTo>
                    <a:pt x="3" y="0"/>
                    <a:pt x="4" y="2"/>
                    <a:pt x="3" y="2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  <p:sp>
          <p:nvSpPr>
            <p:cNvPr id="436" name="Freeform 797">
              <a:extLst>
                <a:ext uri="{FF2B5EF4-FFF2-40B4-BE49-F238E27FC236}">
                  <a16:creationId xmlns:a16="http://schemas.microsoft.com/office/drawing/2014/main" id="{BBC38F65-F11F-0CC5-0232-7EB51A2D6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336" y="4616977"/>
              <a:ext cx="107740" cy="147792"/>
            </a:xfrm>
            <a:custGeom>
              <a:avLst/>
              <a:gdLst>
                <a:gd name="T0" fmla="*/ 9 w 9"/>
                <a:gd name="T1" fmla="*/ 11 h 12"/>
                <a:gd name="T2" fmla="*/ 5 w 9"/>
                <a:gd name="T3" fmla="*/ 2 h 12"/>
                <a:gd name="T4" fmla="*/ 2 w 9"/>
                <a:gd name="T5" fmla="*/ 2 h 12"/>
                <a:gd name="T6" fmla="*/ 0 w 9"/>
                <a:gd name="T7" fmla="*/ 3 h 12"/>
                <a:gd name="T8" fmla="*/ 3 w 9"/>
                <a:gd name="T9" fmla="*/ 5 h 12"/>
                <a:gd name="T10" fmla="*/ 3 w 9"/>
                <a:gd name="T11" fmla="*/ 7 h 12"/>
                <a:gd name="T12" fmla="*/ 4 w 9"/>
                <a:gd name="T13" fmla="*/ 7 h 12"/>
                <a:gd name="T14" fmla="*/ 3 w 9"/>
                <a:gd name="T15" fmla="*/ 8 h 12"/>
                <a:gd name="T16" fmla="*/ 6 w 9"/>
                <a:gd name="T17" fmla="*/ 11 h 12"/>
                <a:gd name="T18" fmla="*/ 6 w 9"/>
                <a:gd name="T19" fmla="*/ 9 h 12"/>
                <a:gd name="T20" fmla="*/ 9 w 9"/>
                <a:gd name="T21" fmla="*/ 11 h 12"/>
                <a:gd name="T22" fmla="*/ 9 w 9"/>
                <a:gd name="T23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" h="12">
                  <a:moveTo>
                    <a:pt x="9" y="11"/>
                  </a:moveTo>
                  <a:cubicBezTo>
                    <a:pt x="8" y="8"/>
                    <a:pt x="7" y="4"/>
                    <a:pt x="5" y="2"/>
                  </a:cubicBezTo>
                  <a:cubicBezTo>
                    <a:pt x="4" y="1"/>
                    <a:pt x="3" y="0"/>
                    <a:pt x="2" y="2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1" y="4"/>
                    <a:pt x="3" y="3"/>
                    <a:pt x="3" y="5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3" y="8"/>
                    <a:pt x="4" y="7"/>
                    <a:pt x="4" y="7"/>
                  </a:cubicBezTo>
                  <a:cubicBezTo>
                    <a:pt x="5" y="8"/>
                    <a:pt x="3" y="8"/>
                    <a:pt x="3" y="8"/>
                  </a:cubicBezTo>
                  <a:cubicBezTo>
                    <a:pt x="3" y="9"/>
                    <a:pt x="5" y="11"/>
                    <a:pt x="6" y="11"/>
                  </a:cubicBezTo>
                  <a:cubicBezTo>
                    <a:pt x="6" y="11"/>
                    <a:pt x="2" y="7"/>
                    <a:pt x="6" y="9"/>
                  </a:cubicBezTo>
                  <a:cubicBezTo>
                    <a:pt x="7" y="9"/>
                    <a:pt x="9" y="12"/>
                    <a:pt x="9" y="11"/>
                  </a:cubicBezTo>
                  <a:cubicBezTo>
                    <a:pt x="8" y="10"/>
                    <a:pt x="9" y="12"/>
                    <a:pt x="9" y="11"/>
                  </a:cubicBezTo>
                  <a:close/>
                </a:path>
              </a:pathLst>
            </a:custGeom>
            <a:grpFill/>
            <a:ln w="4763" cap="flat">
              <a:solidFill>
                <a:srgbClr val="FA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latin typeface="Open Sans Regular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3788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BB7AB3-D240-063D-B812-748D72C6EA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Regional sales manager &gt; email@onafriq.com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9B914-2A1A-1874-5311-6CBFDBA4FF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John Doe</a:t>
            </a:r>
          </a:p>
        </p:txBody>
      </p:sp>
    </p:spTree>
    <p:extLst>
      <p:ext uri="{BB962C8B-B14F-4D97-AF65-F5344CB8AC3E}">
        <p14:creationId xmlns:p14="http://schemas.microsoft.com/office/powerpoint/2010/main" val="3838692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A76AC-9E36-AD60-6597-EF9F146819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Regional sales manager &gt; email@onafriq.com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AFE4D-F058-B71C-4F84-848C453E61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John Doe</a:t>
            </a:r>
          </a:p>
        </p:txBody>
      </p:sp>
    </p:spTree>
    <p:extLst>
      <p:ext uri="{BB962C8B-B14F-4D97-AF65-F5344CB8AC3E}">
        <p14:creationId xmlns:p14="http://schemas.microsoft.com/office/powerpoint/2010/main" val="262451212"/>
      </p:ext>
    </p:extLst>
  </p:cSld>
  <p:clrMapOvr>
    <a:masterClrMapping/>
  </p:clrMapOvr>
</p:sld>
</file>

<file path=ppt/theme/theme1.xml><?xml version="1.0" encoding="utf-8"?>
<a:theme xmlns:a="http://schemas.openxmlformats.org/drawingml/2006/main" name="MFS Africa Theme">
  <a:themeElements>
    <a:clrScheme name="Custom 23">
      <a:dk1>
        <a:srgbClr val="323232"/>
      </a:dk1>
      <a:lt1>
        <a:srgbClr val="FFFFFF"/>
      </a:lt1>
      <a:dk2>
        <a:srgbClr val="323232"/>
      </a:dk2>
      <a:lt2>
        <a:srgbClr val="F0F000"/>
      </a:lt2>
      <a:accent1>
        <a:srgbClr val="F0F000"/>
      </a:accent1>
      <a:accent2>
        <a:srgbClr val="848487"/>
      </a:accent2>
      <a:accent3>
        <a:srgbClr val="3B3BFF"/>
      </a:accent3>
      <a:accent4>
        <a:srgbClr val="FF7F00"/>
      </a:accent4>
      <a:accent5>
        <a:srgbClr val="ADADAF"/>
      </a:accent5>
      <a:accent6>
        <a:srgbClr val="5B5B5F"/>
      </a:accent6>
      <a:hlink>
        <a:srgbClr val="323232"/>
      </a:hlink>
      <a:folHlink>
        <a:srgbClr val="F0F000"/>
      </a:folHlink>
    </a:clrScheme>
    <a:fontScheme name="Radikal">
      <a:majorFont>
        <a:latin typeface="radikal"/>
        <a:ea typeface=""/>
        <a:cs typeface=""/>
      </a:majorFont>
      <a:minorFont>
        <a:latin typeface="radik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afriq PowerPoint Template - With images.pptx  -  Read-Only" id="{DAE33836-670E-164F-8828-2F16367F26F5}" vid="{A882BD63-9E2E-D942-84D3-C84FF51D1226}"/>
    </a:ext>
  </a:extLst>
</a:theme>
</file>

<file path=ppt/theme/theme2.xml><?xml version="1.0" encoding="utf-8"?>
<a:theme xmlns:a="http://schemas.openxmlformats.org/drawingml/2006/main" name="1_MFS Africa Theme">
  <a:themeElements>
    <a:clrScheme name="Custom 23">
      <a:dk1>
        <a:srgbClr val="323232"/>
      </a:dk1>
      <a:lt1>
        <a:srgbClr val="FFFFFF"/>
      </a:lt1>
      <a:dk2>
        <a:srgbClr val="323232"/>
      </a:dk2>
      <a:lt2>
        <a:srgbClr val="F0F000"/>
      </a:lt2>
      <a:accent1>
        <a:srgbClr val="F0F000"/>
      </a:accent1>
      <a:accent2>
        <a:srgbClr val="848487"/>
      </a:accent2>
      <a:accent3>
        <a:srgbClr val="3B3BFF"/>
      </a:accent3>
      <a:accent4>
        <a:srgbClr val="FF7F00"/>
      </a:accent4>
      <a:accent5>
        <a:srgbClr val="ADADAF"/>
      </a:accent5>
      <a:accent6>
        <a:srgbClr val="5B5B5F"/>
      </a:accent6>
      <a:hlink>
        <a:srgbClr val="323232"/>
      </a:hlink>
      <a:folHlink>
        <a:srgbClr val="F0F000"/>
      </a:folHlink>
    </a:clrScheme>
    <a:fontScheme name="Custom 2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afriq PowerPoint Template - With images.pptx  -  Read-Only" id="{DAE33836-670E-164F-8828-2F16367F26F5}" vid="{1D6BA7E7-28C3-C34A-8179-A3438EB8076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717009-1F0D-1848-946C-15859E22C34C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120ab0-e2ba-42aa-93b3-11eb460778d1">
      <Terms xmlns="http://schemas.microsoft.com/office/infopath/2007/PartnerControls"/>
    </lcf76f155ced4ddcb4097134ff3c332f>
    <TaxCatchAll xmlns="d0a7c05e-6178-42bf-9489-637ed177d2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286DE89EE4DE40A56654C814EDC837" ma:contentTypeVersion="13" ma:contentTypeDescription="Create a new document." ma:contentTypeScope="" ma:versionID="5a87c37c904b0a4f75cdb0365737f213">
  <xsd:schema xmlns:xsd="http://www.w3.org/2001/XMLSchema" xmlns:xs="http://www.w3.org/2001/XMLSchema" xmlns:p="http://schemas.microsoft.com/office/2006/metadata/properties" xmlns:ns2="d0a7c05e-6178-42bf-9489-637ed177d2bd" xmlns:ns3="e7120ab0-e2ba-42aa-93b3-11eb460778d1" targetNamespace="http://schemas.microsoft.com/office/2006/metadata/properties" ma:root="true" ma:fieldsID="73ae1c00ab04ea485e2c937c416800ee" ns2:_="" ns3:_="">
    <xsd:import namespace="d0a7c05e-6178-42bf-9489-637ed177d2bd"/>
    <xsd:import namespace="e7120ab0-e2ba-42aa-93b3-11eb460778d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a7c05e-6178-42bf-9489-637ed177d2b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805c9bc4-ee4e-4ada-a320-cd5c87979981}" ma:internalName="TaxCatchAll" ma:showField="CatchAllData" ma:web="d0a7c05e-6178-42bf-9489-637ed177d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20ab0-e2ba-42aa-93b3-11eb460778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ae4dc5b-2894-40f9-be78-ff4f9abb9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501D3A-43BE-423D-B0B3-F61378DC64C9}">
  <ds:schemaRefs>
    <ds:schemaRef ds:uri="http://schemas.microsoft.com/office/2006/documentManagement/types"/>
    <ds:schemaRef ds:uri="http://purl.org/dc/terms/"/>
    <ds:schemaRef ds:uri="d0a7c05e-6178-42bf-9489-637ed177d2bd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e7120ab0-e2ba-42aa-93b3-11eb460778d1"/>
  </ds:schemaRefs>
</ds:datastoreItem>
</file>

<file path=customXml/itemProps2.xml><?xml version="1.0" encoding="utf-8"?>
<ds:datastoreItem xmlns:ds="http://schemas.openxmlformats.org/officeDocument/2006/customXml" ds:itemID="{6D37FED6-9E08-4D68-A1FF-CE6F1E7AD0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9E8A4-E726-47FA-8397-5FB2B69CCD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a7c05e-6178-42bf-9489-637ed177d2bd"/>
    <ds:schemaRef ds:uri="e7120ab0-e2ba-42aa-93b3-11eb460778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MFS Africa Theme</Template>
  <TotalTime>3</TotalTime>
  <Words>2040</Words>
  <Application>Microsoft Macintosh PowerPoint</Application>
  <PresentationFormat>Widescreen</PresentationFormat>
  <Paragraphs>173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Century Gothic</vt:lpstr>
      <vt:lpstr>Open Sans</vt:lpstr>
      <vt:lpstr>Open Sans Regular</vt:lpstr>
      <vt:lpstr>Radikal</vt:lpstr>
      <vt:lpstr>Wingdings</vt:lpstr>
      <vt:lpstr>MFS Africa Theme</vt:lpstr>
      <vt:lpstr>1_MFS Africa Theme</vt:lpstr>
      <vt:lpstr>PowerPoint Presentation</vt:lpstr>
      <vt:lpstr>Subsection title</vt:lpstr>
      <vt:lpstr>Feature slide on photo</vt:lpstr>
      <vt:lpstr>Card slide on photo</vt:lpstr>
      <vt:lpstr>Section title</vt:lpstr>
      <vt:lpstr>Subsection title</vt:lpstr>
      <vt:lpstr>Statement of confidentiality</vt:lpstr>
      <vt:lpstr>Extra slide with title only</vt:lpstr>
      <vt:lpstr>PowerPoint Presentation</vt:lpstr>
      <vt:lpstr>PowerPoint Presentation</vt:lpstr>
      <vt:lpstr>PowerPoint Presentation</vt:lpstr>
      <vt:lpstr>Full width content</vt:lpstr>
      <vt:lpstr>Two columns text only</vt:lpstr>
      <vt:lpstr>Two columns with graphs</vt:lpstr>
      <vt:lpstr>Three blocks with icons</vt:lpstr>
      <vt:lpstr>Two columns on a card</vt:lpstr>
      <vt:lpstr>Inspired pull quote lorem ipsum dolor</vt:lpstr>
      <vt:lpstr>Inspired pull quote lorem ipsum dolor</vt:lpstr>
      <vt:lpstr>8-box layout</vt:lpstr>
      <vt:lpstr>6-box layout</vt:lpstr>
      <vt:lpstr>4-box layout</vt:lpstr>
      <vt:lpstr>Lorem ipsum dolor sit amet</vt:lpstr>
      <vt:lpstr>Full bleed table title</vt:lpstr>
      <vt:lpstr>Brand icons</vt:lpstr>
      <vt:lpstr>Brand icons</vt:lpstr>
      <vt:lpstr>Brand icons</vt:lpstr>
      <vt:lpstr>Brand colours</vt:lpstr>
      <vt:lpstr>Tech products</vt:lpstr>
      <vt:lpstr>Graphic examples</vt:lpstr>
      <vt:lpstr>World map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Luke Kyohere</dc:creator>
  <cp:keywords/>
  <dc:description/>
  <cp:lastModifiedBy>Luke Kyohere</cp:lastModifiedBy>
  <cp:revision>2</cp:revision>
  <dcterms:created xsi:type="dcterms:W3CDTF">2026-03-30T01:11:26Z</dcterms:created>
  <dcterms:modified xsi:type="dcterms:W3CDTF">2026-03-30T06:02:07Z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0x010100C4286DE89EE4DE40A56654C814EDC837</vt:lpwstr>
  </property>
  <property fmtid="{D5CDD505-2E9C-101B-9397-08002B2CF9AE}" pid="3" name="MSIP_Label_41e513ad-f59e-45db-a5bc-e1ac6e26c999_Enabled">
    <vt:lpwstr>true</vt:lpwstr>
  </property>
  <property fmtid="{D5CDD505-2E9C-101B-9397-08002B2CF9AE}" pid="4" name="MSIP_Label_41e513ad-f59e-45db-a5bc-e1ac6e26c999_SetDate">
    <vt:lpwstr>2026-03-30T01:12:14Z</vt:lpwstr>
  </property>
  <property fmtid="{D5CDD505-2E9C-101B-9397-08002B2CF9AE}" pid="5" name="MSIP_Label_41e513ad-f59e-45db-a5bc-e1ac6e26c999_Method">
    <vt:lpwstr>Privileged</vt:lpwstr>
  </property>
  <property fmtid="{D5CDD505-2E9C-101B-9397-08002B2CF9AE}" pid="6" name="MSIP_Label_41e513ad-f59e-45db-a5bc-e1ac6e26c999_Name">
    <vt:lpwstr>Medium Sensitivity Data</vt:lpwstr>
  </property>
  <property fmtid="{D5CDD505-2E9C-101B-9397-08002B2CF9AE}" pid="7" name="MSIP_Label_41e513ad-f59e-45db-a5bc-e1ac6e26c999_SiteId">
    <vt:lpwstr>e2689317-3234-4da9-8cde-82d554e17f2b</vt:lpwstr>
  </property>
  <property fmtid="{D5CDD505-2E9C-101B-9397-08002B2CF9AE}" pid="8" name="MSIP_Label_41e513ad-f59e-45db-a5bc-e1ac6e26c999_ActionId">
    <vt:lpwstr>2e6c99d2-8a0e-424e-a745-c9bb13084de3</vt:lpwstr>
  </property>
  <property fmtid="{D5CDD505-2E9C-101B-9397-08002B2CF9AE}" pid="9" name="MSIP_Label_41e513ad-f59e-45db-a5bc-e1ac6e26c999_ContentBits">
    <vt:lpwstr>0</vt:lpwstr>
  </property>
  <property fmtid="{D5CDD505-2E9C-101B-9397-08002B2CF9AE}" pid="10" name="MSIP_Label_41e513ad-f59e-45db-a5bc-e1ac6e26c999_Tag">
    <vt:lpwstr>50, 0, 1, 1</vt:lpwstr>
  </property>
</Properties>
</file>